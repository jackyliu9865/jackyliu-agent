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80" r:id="rId4"/>
    <p:sldMasterId id="2147483931" r:id="rId5"/>
  </p:sldMasterIdLst>
  <p:notesMasterIdLst>
    <p:notesMasterId r:id="rId34"/>
  </p:notesMasterIdLst>
  <p:handoutMasterIdLst>
    <p:handoutMasterId r:id="rId35"/>
  </p:handoutMasterIdLst>
  <p:sldIdLst>
    <p:sldId id="928" r:id="rId6"/>
    <p:sldId id="783" r:id="rId7"/>
    <p:sldId id="922" r:id="rId8"/>
    <p:sldId id="927" r:id="rId9"/>
    <p:sldId id="789" r:id="rId10"/>
    <p:sldId id="905" r:id="rId11"/>
    <p:sldId id="909" r:id="rId12"/>
    <p:sldId id="910" r:id="rId13"/>
    <p:sldId id="913" r:id="rId14"/>
    <p:sldId id="923" r:id="rId15"/>
    <p:sldId id="911" r:id="rId16"/>
    <p:sldId id="912" r:id="rId17"/>
    <p:sldId id="914" r:id="rId18"/>
    <p:sldId id="915" r:id="rId19"/>
    <p:sldId id="924" r:id="rId20"/>
    <p:sldId id="925" r:id="rId21"/>
    <p:sldId id="930" r:id="rId22"/>
    <p:sldId id="916" r:id="rId23"/>
    <p:sldId id="917" r:id="rId24"/>
    <p:sldId id="918" r:id="rId25"/>
    <p:sldId id="919" r:id="rId26"/>
    <p:sldId id="926" r:id="rId27"/>
    <p:sldId id="920" r:id="rId28"/>
    <p:sldId id="933" r:id="rId29"/>
    <p:sldId id="934" r:id="rId30"/>
    <p:sldId id="929" r:id="rId31"/>
    <p:sldId id="931" r:id="rId32"/>
    <p:sldId id="932" r:id="rId33"/>
  </p:sldIdLst>
  <p:sldSz cx="12192000" cy="6858000"/>
  <p:notesSz cx="6858000" cy="9144000"/>
  <p:custDataLst>
    <p:tags r:id="rId3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DBF9"/>
    <a:srgbClr val="ACEAFF"/>
    <a:srgbClr val="ED2124"/>
    <a:srgbClr val="96CEE4"/>
    <a:srgbClr val="77A8BE"/>
    <a:srgbClr val="3455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76" y="24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notesMaster" Target="notesMasters/notesMaster1.xml"/><Relationship Id="rId42"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ags" Target="tags/tag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handoutMaster" Target="handoutMasters/handoutMaster1.xml"/><Relationship Id="rId43" Type="http://schemas.microsoft.com/office/2018/10/relationships/authors" Target="author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54D5F6-3183-428A-85C8-51C26DD4B50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latin typeface="Arial" panose="020B0604020202020204" pitchFamily="34" charset="0"/>
            </a:endParaRPr>
          </a:p>
        </p:txBody>
      </p:sp>
      <p:sp>
        <p:nvSpPr>
          <p:cNvPr id="3" name="Date Placeholder 2">
            <a:extLst>
              <a:ext uri="{FF2B5EF4-FFF2-40B4-BE49-F238E27FC236}">
                <a16:creationId xmlns:a16="http://schemas.microsoft.com/office/drawing/2014/main" id="{F1608F93-CC89-4063-A187-7B1597877F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ABA84C-EC3E-4598-9C4D-8CE1D2A956F5}" type="datetimeFigureOut">
              <a:rPr lang="en-GB" smtClean="0">
                <a:latin typeface="Arial" panose="020B0604020202020204" pitchFamily="34" charset="0"/>
              </a:rPr>
              <a:t>24/11/2025</a:t>
            </a:fld>
            <a:endParaRPr lang="en-GB">
              <a:latin typeface="Arial" panose="020B0604020202020204" pitchFamily="34" charset="0"/>
            </a:endParaRPr>
          </a:p>
        </p:txBody>
      </p:sp>
      <p:sp>
        <p:nvSpPr>
          <p:cNvPr id="4" name="Footer Placeholder 3">
            <a:extLst>
              <a:ext uri="{FF2B5EF4-FFF2-40B4-BE49-F238E27FC236}">
                <a16:creationId xmlns:a16="http://schemas.microsoft.com/office/drawing/2014/main" id="{EE24D309-D941-4AA7-AD70-D334F1D592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latin typeface="Arial" panose="020B0604020202020204" pitchFamily="34" charset="0"/>
            </a:endParaRPr>
          </a:p>
        </p:txBody>
      </p:sp>
      <p:sp>
        <p:nvSpPr>
          <p:cNvPr id="5" name="Slide Number Placeholder 4">
            <a:extLst>
              <a:ext uri="{FF2B5EF4-FFF2-40B4-BE49-F238E27FC236}">
                <a16:creationId xmlns:a16="http://schemas.microsoft.com/office/drawing/2014/main" id="{B1E99044-B362-4E47-A054-164531AC8F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C0F9D0-9E03-483D-AC3B-FCB5CBA393CA}" type="slidenum">
              <a:rPr lang="en-GB" smtClean="0">
                <a:latin typeface="Arial" panose="020B0604020202020204" pitchFamily="34" charset="0"/>
              </a:rPr>
              <a:t>‹#›</a:t>
            </a:fld>
            <a:endParaRPr lang="en-GB">
              <a:latin typeface="Arial" panose="020B0604020202020204" pitchFamily="34" charset="0"/>
            </a:endParaRPr>
          </a:p>
        </p:txBody>
      </p:sp>
    </p:spTree>
    <p:extLst>
      <p:ext uri="{BB962C8B-B14F-4D97-AF65-F5344CB8AC3E}">
        <p14:creationId xmlns:p14="http://schemas.microsoft.com/office/powerpoint/2010/main" val="375430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C57A4BF-14E0-48E2-B42F-B29D277000AB}" type="datetimeFigureOut">
              <a:rPr lang="en-GB" smtClean="0"/>
              <a:pPr/>
              <a:t>24/11/2025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9B5D948F-A673-4DC7-A0E9-FA274EAF3634}" type="slidenum">
              <a:rPr lang="en-GB" smtClean="0"/>
              <a:pPr/>
              <a:t>‹#›</a:t>
            </a:fld>
            <a:endParaRPr lang="en-GB"/>
          </a:p>
        </p:txBody>
      </p:sp>
    </p:spTree>
    <p:extLst>
      <p:ext uri="{BB962C8B-B14F-4D97-AF65-F5344CB8AC3E}">
        <p14:creationId xmlns:p14="http://schemas.microsoft.com/office/powerpoint/2010/main" val="349130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2.png"/><Relationship Id="rId5" Type="http://schemas.openxmlformats.org/officeDocument/2006/relationships/slide" Target="../slides/slide3.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6.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6.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6.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6.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6.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6.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6.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6.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6.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6.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6.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6.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slideMaster" Target="../slideMasters/slideMaster1.xml"/><Relationship Id="rId7" Type="http://schemas.openxmlformats.org/officeDocument/2006/relationships/image" Target="../media/image7.pn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hyperlink" Target="http://kpmg.com/cn/socialmedia" TargetMode="External"/><Relationship Id="rId5" Type="http://schemas.openxmlformats.org/officeDocument/2006/relationships/image" Target="../media/image5.svg"/><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slideMaster" Target="../slideMasters/slideMaster1.xml"/><Relationship Id="rId7" Type="http://schemas.openxmlformats.org/officeDocument/2006/relationships/image" Target="../media/image7.pn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hyperlink" Target="http://kpmg.com/cn/socialmedia" TargetMode="External"/><Relationship Id="rId5" Type="http://schemas.openxmlformats.org/officeDocument/2006/relationships/image" Target="../media/image5.svg"/><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slideMaster" Target="../slideMasters/slideMaster1.xml"/><Relationship Id="rId7" Type="http://schemas.openxmlformats.org/officeDocument/2006/relationships/image" Target="../media/image7.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hyperlink" Target="http://kpmg.com/cn/socialmedia" TargetMode="External"/><Relationship Id="rId5" Type="http://schemas.openxmlformats.org/officeDocument/2006/relationships/image" Target="../media/image5.svg"/><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slide" Target="../slides/slide4.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s/slide4.xml"/><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39.xml"/><Relationship Id="rId13" Type="http://schemas.openxmlformats.org/officeDocument/2006/relationships/tags" Target="../tags/tag44.xml"/><Relationship Id="rId18" Type="http://schemas.openxmlformats.org/officeDocument/2006/relationships/image" Target="../media/image2.png"/><Relationship Id="rId3" Type="http://schemas.openxmlformats.org/officeDocument/2006/relationships/tags" Target="../tags/tag34.xml"/><Relationship Id="rId7" Type="http://schemas.openxmlformats.org/officeDocument/2006/relationships/tags" Target="../tags/tag38.xml"/><Relationship Id="rId12" Type="http://schemas.openxmlformats.org/officeDocument/2006/relationships/tags" Target="../tags/tag43.xml"/><Relationship Id="rId17" Type="http://schemas.openxmlformats.org/officeDocument/2006/relationships/slide" Target="../slides/slide3.xml"/><Relationship Id="rId2" Type="http://schemas.openxmlformats.org/officeDocument/2006/relationships/tags" Target="../tags/tag33.xml"/><Relationship Id="rId16" Type="http://schemas.openxmlformats.org/officeDocument/2006/relationships/image" Target="../media/image1.emf"/><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tags" Target="../tags/tag42.xml"/><Relationship Id="rId5" Type="http://schemas.openxmlformats.org/officeDocument/2006/relationships/tags" Target="../tags/tag36.xml"/><Relationship Id="rId15" Type="http://schemas.openxmlformats.org/officeDocument/2006/relationships/oleObject" Target="../embeddings/oleObject21.bin"/><Relationship Id="rId10" Type="http://schemas.openxmlformats.org/officeDocument/2006/relationships/tags" Target="../tags/tag41.xml"/><Relationship Id="rId19" Type="http://schemas.openxmlformats.org/officeDocument/2006/relationships/image" Target="../media/image3.svg"/><Relationship Id="rId4" Type="http://schemas.openxmlformats.org/officeDocument/2006/relationships/tags" Target="../tags/tag35.xml"/><Relationship Id="rId9" Type="http://schemas.openxmlformats.org/officeDocument/2006/relationships/tags" Target="../tags/tag40.xml"/><Relationship Id="rId14"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52.xml"/><Relationship Id="rId3" Type="http://schemas.openxmlformats.org/officeDocument/2006/relationships/tags" Target="../tags/tag47.xml"/><Relationship Id="rId7" Type="http://schemas.openxmlformats.org/officeDocument/2006/relationships/tags" Target="../tags/tag51.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slideMaster" Target="../slideMasters/slideMaster2.xml"/><Relationship Id="rId5" Type="http://schemas.openxmlformats.org/officeDocument/2006/relationships/tags" Target="../tags/tag49.xml"/><Relationship Id="rId10" Type="http://schemas.openxmlformats.org/officeDocument/2006/relationships/tags" Target="../tags/tag54.xml"/><Relationship Id="rId4" Type="http://schemas.openxmlformats.org/officeDocument/2006/relationships/tags" Target="../tags/tag48.xml"/><Relationship Id="rId9" Type="http://schemas.openxmlformats.org/officeDocument/2006/relationships/tags" Target="../tags/tag53.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image" Target="../media/image2.png"/><Relationship Id="rId3" Type="http://schemas.openxmlformats.org/officeDocument/2006/relationships/tags" Target="../tags/tag57.xml"/><Relationship Id="rId7" Type="http://schemas.openxmlformats.org/officeDocument/2006/relationships/tags" Target="../tags/tag61.xml"/><Relationship Id="rId12" Type="http://schemas.openxmlformats.org/officeDocument/2006/relationships/slide" Target="../slides/slide3.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slideMaster" Target="../slideMasters/slideMaster2.xml"/><Relationship Id="rId5" Type="http://schemas.openxmlformats.org/officeDocument/2006/relationships/tags" Target="../tags/tag59.xml"/><Relationship Id="rId10" Type="http://schemas.openxmlformats.org/officeDocument/2006/relationships/tags" Target="../tags/tag64.xml"/><Relationship Id="rId4" Type="http://schemas.openxmlformats.org/officeDocument/2006/relationships/tags" Target="../tags/tag58.xml"/><Relationship Id="rId9" Type="http://schemas.openxmlformats.org/officeDocument/2006/relationships/tags" Target="../tags/tag63.xml"/><Relationship Id="rId14" Type="http://schemas.openxmlformats.org/officeDocument/2006/relationships/image" Target="../media/image3.svg"/></Relationships>
</file>

<file path=ppt/slideLayouts/_rels/slideLayout3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tags" Target="../tags/tag65.xml"/></Relationships>
</file>

<file path=ppt/slideLayouts/_rels/slideLayout31.xml.rels><?xml version="1.0" encoding="UTF-8" standalone="yes"?>
<Relationships xmlns="http://schemas.openxmlformats.org/package/2006/relationships"><Relationship Id="rId3" Type="http://schemas.openxmlformats.org/officeDocument/2006/relationships/hyperlink" Target="https://support.upslide.net/hc/en-us/articles/360020443419" TargetMode="External"/><Relationship Id="rId2" Type="http://schemas.openxmlformats.org/officeDocument/2006/relationships/slideMaster" Target="../slideMasters/slideMaster2.xml"/><Relationship Id="rId1" Type="http://schemas.openxmlformats.org/officeDocument/2006/relationships/tags" Target="../tags/tag67.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0.svg"/><Relationship Id="rId2" Type="http://schemas.openxmlformats.org/officeDocument/2006/relationships/slideMaster" Target="../slideMasters/slideMaster2.xml"/><Relationship Id="rId1" Type="http://schemas.openxmlformats.org/officeDocument/2006/relationships/tags" Target="../tags/tag68.xml"/><Relationship Id="rId6" Type="http://schemas.openxmlformats.org/officeDocument/2006/relationships/image" Target="../media/image9.png"/><Relationship Id="rId5" Type="http://schemas.openxmlformats.org/officeDocument/2006/relationships/slide" Target="../slides/slide9.xml"/><Relationship Id="rId4"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age">
    <p:bg>
      <p:bgPr>
        <a:solidFill>
          <a:srgbClr val="0C233C"/>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1849A113-871F-EA11-4C83-0301FBABDB67}"/>
              </a:ext>
            </a:extLst>
          </p:cNvPr>
          <p:cNvGraphicFramePr>
            <a:graphicFrameLocks noChangeAspect="1"/>
          </p:cNvGraphicFramePr>
          <p:nvPr userDrawn="1">
            <p:custDataLst>
              <p:tags r:id="rId1"/>
            </p:custDataLst>
            <p:extLst>
              <p:ext uri="{D42A27DB-BD31-4B8C-83A1-F6EECF244321}">
                <p14:modId xmlns:p14="http://schemas.microsoft.com/office/powerpoint/2010/main" val="29173630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7" name="think-cell data - do not delete" hidden="1">
                        <a:extLst>
                          <a:ext uri="{FF2B5EF4-FFF2-40B4-BE49-F238E27FC236}">
                            <a16:creationId xmlns:a16="http://schemas.microsoft.com/office/drawing/2014/main" id="{1849A113-871F-EA11-4C83-0301FBABDB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hasCustomPrompt="1"/>
          </p:nvPr>
        </p:nvSpPr>
        <p:spPr>
          <a:xfrm>
            <a:off x="982797" y="1342800"/>
            <a:ext cx="4933815" cy="2952000"/>
          </a:xfrm>
          <a:noFill/>
          <a:ln w="3175">
            <a:noFill/>
            <a:prstDash val="lgDash"/>
          </a:ln>
        </p:spPr>
        <p:txBody>
          <a:bodyPr vert="horz" lIns="0" tIns="0" rIns="0" bIns="0" anchor="t" anchorCtr="0">
            <a:noAutofit/>
          </a:bodyPr>
          <a:lstStyle>
            <a:lvl1pPr algn="l">
              <a:defRPr sz="6600" baseline="0">
                <a:solidFill>
                  <a:schemeClr val="bg1">
                    <a:lumMod val="100000"/>
                  </a:schemeClr>
                </a:solidFill>
              </a:defRPr>
            </a:lvl1pPr>
          </a:lstStyle>
          <a:p>
            <a:r>
              <a:rPr lang="en-GB"/>
              <a:t>Title slide text only</a:t>
            </a:r>
            <a:endParaRPr lang="en-US"/>
          </a:p>
        </p:txBody>
      </p:sp>
      <p:sp>
        <p:nvSpPr>
          <p:cNvPr id="6" name="Text Placeholder 3"/>
          <p:cNvSpPr>
            <a:spLocks noGrp="1"/>
          </p:cNvSpPr>
          <p:nvPr>
            <p:ph type="body" sz="quarter" idx="11"/>
          </p:nvPr>
        </p:nvSpPr>
        <p:spPr>
          <a:xfrm>
            <a:off x="982797" y="4857457"/>
            <a:ext cx="4933815" cy="1008000"/>
          </a:xfrm>
          <a:ln w="3175">
            <a:noFill/>
            <a:prstDash val="lgDash"/>
          </a:ln>
        </p:spPr>
        <p:txBody>
          <a:bodyPr wrap="square" anchor="b">
            <a:noAutofit/>
          </a:bodyPr>
          <a:lstStyle>
            <a:lvl1pPr>
              <a:defRPr sz="1400">
                <a:solidFill>
                  <a:schemeClr val="bg1">
                    <a:lumMod val="100000"/>
                  </a:schemeClr>
                </a:solidFill>
              </a:defRPr>
            </a:lvl1pPr>
            <a:lvl2pPr>
              <a:defRPr sz="1400">
                <a:solidFill>
                  <a:schemeClr val="bg1">
                    <a:lumMod val="100000"/>
                  </a:schemeClr>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F680A8EA-2B0E-411E-90AD-02F7AF476749}"/>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C31B5000-C399-ABD7-59D3-1DCB8041680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13" name="Picture Placeholder 12">
            <a:extLst>
              <a:ext uri="{FF2B5EF4-FFF2-40B4-BE49-F238E27FC236}">
                <a16:creationId xmlns:a16="http://schemas.microsoft.com/office/drawing/2014/main" id="{6B563A05-4690-F7F9-4C6B-63DB2CDF54DE}"/>
              </a:ext>
            </a:extLst>
          </p:cNvPr>
          <p:cNvSpPr>
            <a:spLocks noGrp="1" noChangeAspect="1"/>
          </p:cNvSpPr>
          <p:nvPr>
            <p:ph type="pic" sz="quarter" idx="12" hasCustomPrompt="1"/>
          </p:nvPr>
        </p:nvSpPr>
        <p:spPr>
          <a:xfrm>
            <a:off x="6274800" y="1342800"/>
            <a:ext cx="4934538" cy="4536000"/>
          </a:xfrm>
          <a:ln w="12700" cap="flat" cmpd="sng" algn="ctr">
            <a:solidFill>
              <a:schemeClr val="bg1">
                <a:lumMod val="100000"/>
              </a:schemeClr>
            </a:solidFill>
            <a:prstDash val="sysDot"/>
            <a:round/>
            <a:headEnd type="none" w="med" len="med"/>
            <a:tailEnd type="none" w="med" len="med"/>
          </a:ln>
        </p:spPr>
        <p:txBody>
          <a:bodyPr anchor="ctr"/>
          <a:lstStyle>
            <a:lvl1pPr algn="ctr">
              <a:defRPr sz="1800">
                <a:solidFill>
                  <a:schemeClr val="bg1">
                    <a:lumMod val="100000"/>
                  </a:schemeClr>
                </a:solidFill>
              </a:defRPr>
            </a:lvl1pPr>
          </a:lstStyle>
          <a:p>
            <a:r>
              <a:rPr lang="fi-FI"/>
              <a:t>Insert cover picture here</a:t>
            </a:r>
          </a:p>
        </p:txBody>
      </p:sp>
      <p:sp>
        <p:nvSpPr>
          <p:cNvPr id="4" name="Rectangle 3">
            <a:extLst>
              <a:ext uri="{FF2B5EF4-FFF2-40B4-BE49-F238E27FC236}">
                <a16:creationId xmlns:a16="http://schemas.microsoft.com/office/drawing/2014/main" id="{22DFF89F-50B8-89E8-E467-6367AB1F46BA}"/>
              </a:ext>
            </a:extLst>
          </p:cNvPr>
          <p:cNvSpPr>
            <a:spLocks noGrp="1" noRot="1" noMove="1" noResize="1" noEditPoints="1" noAdjustHandles="1" noChangeArrowheads="1" noChangeShapeType="1"/>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5" name="Rectangle 4">
            <a:extLst>
              <a:ext uri="{FF2B5EF4-FFF2-40B4-BE49-F238E27FC236}">
                <a16:creationId xmlns:a16="http://schemas.microsoft.com/office/drawing/2014/main" id="{84E64EE0-4AB8-3166-3C78-3E11F17E81F8}"/>
              </a:ext>
            </a:extLst>
          </p:cNvPr>
          <p:cNvSpPr>
            <a:spLocks noGrp="1" noRot="1" noMove="1" noResize="1" noEditPoints="1" noAdjustHandles="1" noChangeArrowheads="1" noChangeShapeType="1"/>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9" name="Rectangle 8">
            <a:extLst>
              <a:ext uri="{FF2B5EF4-FFF2-40B4-BE49-F238E27FC236}">
                <a16:creationId xmlns:a16="http://schemas.microsoft.com/office/drawing/2014/main" id="{8F13EC82-B298-EF91-E952-08B8DC1098A2}"/>
              </a:ext>
            </a:extLst>
          </p:cNvPr>
          <p:cNvSpPr>
            <a:spLocks noGrp="1" noRot="1" noMove="1" noResize="1" noEditPoints="1" noAdjustHandles="1" noChangeArrowheads="1" noChangeShapeType="1"/>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10" name="Rectangle 9">
            <a:extLst>
              <a:ext uri="{FF2B5EF4-FFF2-40B4-BE49-F238E27FC236}">
                <a16:creationId xmlns:a16="http://schemas.microsoft.com/office/drawing/2014/main" id="{2B28D914-C1B1-1BAD-0F1D-CA7F241A5842}"/>
              </a:ext>
            </a:extLst>
          </p:cNvPr>
          <p:cNvSpPr>
            <a:spLocks noGrp="1" noRot="1" noMove="1" noResize="1" noEditPoints="1" noAdjustHandles="1" noChangeArrowheads="1" noChangeShapeType="1"/>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11" name="Rectangle 10">
            <a:extLst>
              <a:ext uri="{FF2B5EF4-FFF2-40B4-BE49-F238E27FC236}">
                <a16:creationId xmlns:a16="http://schemas.microsoft.com/office/drawing/2014/main" id="{994B7721-06E1-652D-5AA7-2FB001C5F07B}"/>
              </a:ext>
            </a:extLst>
          </p:cNvPr>
          <p:cNvSpPr>
            <a:spLocks noGrp="1" noRot="1" noMove="1" noResize="1" noEditPoints="1" noAdjustHandles="1" noChangeArrowheads="1" noChangeShapeType="1"/>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12" name="Rectangle 11">
            <a:extLst>
              <a:ext uri="{FF2B5EF4-FFF2-40B4-BE49-F238E27FC236}">
                <a16:creationId xmlns:a16="http://schemas.microsoft.com/office/drawing/2014/main" id="{35EB3FB0-118E-A1FF-60A6-B2C1735E4C1D}"/>
              </a:ext>
            </a:extLst>
          </p:cNvPr>
          <p:cNvSpPr>
            <a:spLocks noGrp="1" noRot="1" noMove="1" noResize="1" noEditPoints="1" noAdjustHandles="1" noChangeArrowheads="1" noChangeShapeType="1"/>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15" name="Rectangle 14">
            <a:extLst>
              <a:ext uri="{FF2B5EF4-FFF2-40B4-BE49-F238E27FC236}">
                <a16:creationId xmlns:a16="http://schemas.microsoft.com/office/drawing/2014/main" id="{0AB75D11-DDA9-A3B3-9C79-9F09363B3B5B}"/>
              </a:ext>
            </a:extLst>
          </p:cNvPr>
          <p:cNvSpPr>
            <a:spLocks noGrp="1" noRot="1" noMove="1" noResize="1" noEditPoints="1" noAdjustHandles="1" noChangeArrowheads="1" noChangeShapeType="1"/>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16" name="Group 15">
            <a:extLst>
              <a:ext uri="{FF2B5EF4-FFF2-40B4-BE49-F238E27FC236}">
                <a16:creationId xmlns:a16="http://schemas.microsoft.com/office/drawing/2014/main" id="{D8141B2D-5B6D-21B4-7579-0047A297AAA6}"/>
              </a:ext>
            </a:extLst>
          </p:cNvPr>
          <p:cNvGrpSpPr>
            <a:grpSpLocks noGrp="1" noUngrp="1" noRot="1" noMove="1" noResize="1"/>
          </p:cNvGrpSpPr>
          <p:nvPr userDrawn="1"/>
        </p:nvGrpSpPr>
        <p:grpSpPr>
          <a:xfrm>
            <a:off x="985838" y="6975139"/>
            <a:ext cx="10223500" cy="230049"/>
            <a:chOff x="985838" y="6975139"/>
            <a:chExt cx="10223500" cy="230049"/>
          </a:xfrm>
        </p:grpSpPr>
        <p:cxnSp>
          <p:nvCxnSpPr>
            <p:cNvPr id="17" name="Straight Arrow Connector 16">
              <a:extLst>
                <a:ext uri="{FF2B5EF4-FFF2-40B4-BE49-F238E27FC236}">
                  <a16:creationId xmlns:a16="http://schemas.microsoft.com/office/drawing/2014/main" id="{B1F1738F-BCF2-212F-3CB9-C5BB0AE9677E}"/>
                </a:ext>
              </a:extLst>
            </p:cNvPr>
            <p:cNvCxnSpPr>
              <a:cxnSpLocks noGrp="1" noRot="1" noMove="1" noResize="1" noEditPoints="1" noAdjustHandles="1" noChangeArrowheads="1" noChangeShapeType="1"/>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4FA9EF63-9BD9-768E-569E-81E041D7CC5F}"/>
                </a:ext>
              </a:extLst>
            </p:cNvPr>
            <p:cNvSpPr>
              <a:spLocks noGrp="1" noRot="1" noMove="1" noResize="1" noEditPoints="1" noAdjustHandles="1" noChangeArrowheads="1" noChangeShapeType="1"/>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19" name="Group 18">
            <a:extLst>
              <a:ext uri="{FF2B5EF4-FFF2-40B4-BE49-F238E27FC236}">
                <a16:creationId xmlns:a16="http://schemas.microsoft.com/office/drawing/2014/main" id="{D375DF89-736A-E9DB-85F8-1F5ABC4C3606}"/>
              </a:ext>
            </a:extLst>
          </p:cNvPr>
          <p:cNvGrpSpPr>
            <a:grpSpLocks noGrp="1" noUngrp="1" noRot="1" noMove="1" noResize="1"/>
          </p:cNvGrpSpPr>
          <p:nvPr userDrawn="1"/>
        </p:nvGrpSpPr>
        <p:grpSpPr>
          <a:xfrm>
            <a:off x="0" y="7255521"/>
            <a:ext cx="12192000" cy="230049"/>
            <a:chOff x="0" y="7255521"/>
            <a:chExt cx="12192000" cy="230049"/>
          </a:xfrm>
        </p:grpSpPr>
        <p:cxnSp>
          <p:nvCxnSpPr>
            <p:cNvPr id="20" name="Straight Arrow Connector 19">
              <a:extLst>
                <a:ext uri="{FF2B5EF4-FFF2-40B4-BE49-F238E27FC236}">
                  <a16:creationId xmlns:a16="http://schemas.microsoft.com/office/drawing/2014/main" id="{80D58471-2D39-8B48-CCB3-0D477BDD3B4A}"/>
                </a:ext>
              </a:extLst>
            </p:cNvPr>
            <p:cNvCxnSpPr>
              <a:cxnSpLocks noGrp="1" noRot="1" noMove="1" noResize="1" noEditPoints="1" noAdjustHandles="1" noChangeArrowheads="1" noChangeShapeType="1"/>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A48F6389-BCCE-7DB3-9085-8C6506652B47}"/>
                </a:ext>
              </a:extLst>
            </p:cNvPr>
            <p:cNvSpPr>
              <a:spLocks noGrp="1" noRot="1" noMove="1" noResize="1" noEditPoints="1" noAdjustHandles="1" noChangeArrowheads="1" noChangeShapeType="1"/>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22" name="Group 21">
            <a:extLst>
              <a:ext uri="{FF2B5EF4-FFF2-40B4-BE49-F238E27FC236}">
                <a16:creationId xmlns:a16="http://schemas.microsoft.com/office/drawing/2014/main" id="{DDBBE341-A9F7-996C-8135-F26DB2318F40}"/>
              </a:ext>
            </a:extLst>
          </p:cNvPr>
          <p:cNvGrpSpPr>
            <a:grpSpLocks noGrp="1" noUngrp="1" noRot="1" noMove="1" noResize="1"/>
          </p:cNvGrpSpPr>
          <p:nvPr userDrawn="1"/>
        </p:nvGrpSpPr>
        <p:grpSpPr>
          <a:xfrm>
            <a:off x="982800" y="7491081"/>
            <a:ext cx="4930775" cy="230049"/>
            <a:chOff x="985838" y="7724761"/>
            <a:chExt cx="4930775" cy="230049"/>
          </a:xfrm>
        </p:grpSpPr>
        <p:cxnSp>
          <p:nvCxnSpPr>
            <p:cNvPr id="23" name="Straight Arrow Connector 22">
              <a:extLst>
                <a:ext uri="{FF2B5EF4-FFF2-40B4-BE49-F238E27FC236}">
                  <a16:creationId xmlns:a16="http://schemas.microsoft.com/office/drawing/2014/main" id="{1E894831-7A7C-C862-2A7E-6851BF6EFFF7}"/>
                </a:ext>
              </a:extLst>
            </p:cNvPr>
            <p:cNvCxnSpPr>
              <a:cxnSpLocks noGrp="1" noRot="1" noMove="1" noResize="1" noEditPoints="1" noAdjustHandles="1" noChangeArrowheads="1" noChangeShapeType="1"/>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9449BEA6-A5B9-4C28-6A20-F7D72D2F71D7}"/>
                </a:ext>
              </a:extLst>
            </p:cNvPr>
            <p:cNvSpPr>
              <a:spLocks noGrp="1" noRot="1" noMove="1" noResize="1" noEditPoints="1" noAdjustHandles="1" noChangeArrowheads="1" noChangeShapeType="1"/>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25" name="Group 24">
            <a:extLst>
              <a:ext uri="{FF2B5EF4-FFF2-40B4-BE49-F238E27FC236}">
                <a16:creationId xmlns:a16="http://schemas.microsoft.com/office/drawing/2014/main" id="{B088E054-2954-194A-BB73-60C89696E68E}"/>
              </a:ext>
            </a:extLst>
          </p:cNvPr>
          <p:cNvGrpSpPr>
            <a:grpSpLocks noGrp="1" noUngrp="1" noRot="1" noMove="1" noResize="1"/>
          </p:cNvGrpSpPr>
          <p:nvPr userDrawn="1"/>
        </p:nvGrpSpPr>
        <p:grpSpPr>
          <a:xfrm>
            <a:off x="6274800" y="7491081"/>
            <a:ext cx="4930775" cy="230049"/>
            <a:chOff x="985838" y="7724761"/>
            <a:chExt cx="4930775" cy="230049"/>
          </a:xfrm>
        </p:grpSpPr>
        <p:cxnSp>
          <p:nvCxnSpPr>
            <p:cNvPr id="26" name="Straight Arrow Connector 25">
              <a:extLst>
                <a:ext uri="{FF2B5EF4-FFF2-40B4-BE49-F238E27FC236}">
                  <a16:creationId xmlns:a16="http://schemas.microsoft.com/office/drawing/2014/main" id="{CBC2D101-F6FD-59EE-26A1-20D943A4AB37}"/>
                </a:ext>
              </a:extLst>
            </p:cNvPr>
            <p:cNvCxnSpPr>
              <a:cxnSpLocks noGrp="1" noRot="1" noMove="1" noResize="1" noEditPoints="1" noAdjustHandles="1" noChangeArrowheads="1" noChangeShapeType="1"/>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24AF3C3C-EB46-32CF-1550-DDCE9BA9FF10}"/>
                </a:ext>
              </a:extLst>
            </p:cNvPr>
            <p:cNvSpPr>
              <a:spLocks noGrp="1" noRot="1" noMove="1" noResize="1" noEditPoints="1" noAdjustHandles="1" noChangeArrowheads="1" noChangeShapeType="1"/>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28" name="Group 27">
            <a:extLst>
              <a:ext uri="{FF2B5EF4-FFF2-40B4-BE49-F238E27FC236}">
                <a16:creationId xmlns:a16="http://schemas.microsoft.com/office/drawing/2014/main" id="{D659EFA4-AD97-ADAD-260E-A4DE10D99715}"/>
              </a:ext>
            </a:extLst>
          </p:cNvPr>
          <p:cNvGrpSpPr>
            <a:grpSpLocks noGrp="1" noUngrp="1" noRot="1" noMove="1" noResize="1"/>
          </p:cNvGrpSpPr>
          <p:nvPr userDrawn="1"/>
        </p:nvGrpSpPr>
        <p:grpSpPr>
          <a:xfrm>
            <a:off x="12750953" y="0"/>
            <a:ext cx="230051" cy="6858000"/>
            <a:chOff x="-1090386" y="0"/>
            <a:chExt cx="230051" cy="6858000"/>
          </a:xfrm>
        </p:grpSpPr>
        <p:cxnSp>
          <p:nvCxnSpPr>
            <p:cNvPr id="29" name="Straight Arrow Connector 28">
              <a:extLst>
                <a:ext uri="{FF2B5EF4-FFF2-40B4-BE49-F238E27FC236}">
                  <a16:creationId xmlns:a16="http://schemas.microsoft.com/office/drawing/2014/main" id="{BC2353BF-3C27-B34A-61A0-057102394356}"/>
                </a:ext>
              </a:extLst>
            </p:cNvPr>
            <p:cNvCxnSpPr>
              <a:cxnSpLocks noGrp="1" noRot="1" noMove="1" noResize="1" noEditPoints="1" noAdjustHandles="1" noChangeArrowheads="1" noChangeShapeType="1"/>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C7A90213-4EE7-46F8-DD9B-46C01355C085}"/>
                </a:ext>
              </a:extLst>
            </p:cNvPr>
            <p:cNvSpPr>
              <a:spLocks noGrp="1" noRot="1" noMove="1" noResize="1" noEditPoints="1" noAdjustHandles="1" noChangeArrowheads="1" noChangeShapeType="1"/>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sp>
        <p:nvSpPr>
          <p:cNvPr id="37" name="Text Placeholder 3">
            <a:extLst>
              <a:ext uri="{FF2B5EF4-FFF2-40B4-BE49-F238E27FC236}">
                <a16:creationId xmlns:a16="http://schemas.microsoft.com/office/drawing/2014/main" id="{F7EC0937-3972-5E6D-0D75-8F64B6D8D16F}"/>
              </a:ext>
            </a:extLst>
          </p:cNvPr>
          <p:cNvSpPr>
            <a:spLocks noGrp="1"/>
          </p:cNvSpPr>
          <p:nvPr>
            <p:ph type="body" sz="quarter" idx="13" hasCustomPrompt="1"/>
          </p:nvPr>
        </p:nvSpPr>
        <p:spPr>
          <a:xfrm>
            <a:off x="982797" y="5878800"/>
            <a:ext cx="4932000" cy="360000"/>
          </a:xfrm>
          <a:ln w="3175">
            <a:noFill/>
            <a:prstDash val="lgDash"/>
          </a:ln>
        </p:spPr>
        <p:txBody>
          <a:bodyPr wrap="square" tIns="0" rIns="0" bIns="0" anchor="b">
            <a:noAutofit/>
          </a:bodyPr>
          <a:lstStyle>
            <a:lvl1pPr>
              <a:defRPr sz="1400">
                <a:solidFill>
                  <a:schemeClr val="bg1">
                    <a:lumMod val="100000"/>
                  </a:schemeClr>
                </a:solidFill>
              </a:defRPr>
            </a:lvl1pPr>
            <a:lvl2pPr>
              <a:defRPr sz="1400">
                <a:solidFill>
                  <a:schemeClr val="bg1">
                    <a:lumMod val="100000"/>
                  </a:schemeClr>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KPMG. Make the Difference.</a:t>
            </a:r>
          </a:p>
        </p:txBody>
      </p:sp>
    </p:spTree>
    <p:extLst>
      <p:ext uri="{BB962C8B-B14F-4D97-AF65-F5344CB8AC3E}">
        <p14:creationId xmlns:p14="http://schemas.microsoft.com/office/powerpoint/2010/main" val="305489234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rgbClr val="0C233C"/>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1849A113-871F-EA11-4C83-0301FBABDB67}"/>
              </a:ext>
            </a:extLst>
          </p:cNvPr>
          <p:cNvGraphicFramePr>
            <a:graphicFrameLocks noChangeAspect="1"/>
          </p:cNvGraphicFramePr>
          <p:nvPr userDrawn="1">
            <p:custDataLst>
              <p:tags r:id="rId1"/>
            </p:custDataLst>
            <p:extLst>
              <p:ext uri="{D42A27DB-BD31-4B8C-83A1-F6EECF244321}">
                <p14:modId xmlns:p14="http://schemas.microsoft.com/office/powerpoint/2010/main" val="15835376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7" name="think-cell data - do not delete" hidden="1">
                        <a:extLst>
                          <a:ext uri="{FF2B5EF4-FFF2-40B4-BE49-F238E27FC236}">
                            <a16:creationId xmlns:a16="http://schemas.microsoft.com/office/drawing/2014/main" id="{1849A113-871F-EA11-4C83-0301FBABDB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1E96C774-8B31-4EC8-BF6C-ACF71C2F0C15}"/>
              </a:ext>
            </a:extLst>
          </p:cNvPr>
          <p:cNvSpPr>
            <a:spLocks noGrp="1" noRot="1" noChangeAspect="1" noMove="1" noResize="1" noEditPoints="1" noAdjustHandles="1" noChangeArrowheads="1" noChangeShapeType="1"/>
          </p:cNvSpPr>
          <p:nvPr userDrawn="1"/>
        </p:nvSpPr>
        <p:spPr>
          <a:xfrm>
            <a:off x="998476" y="1470479"/>
            <a:ext cx="6350010" cy="4410949"/>
          </a:xfrm>
          <a:prstGeom prst="rect">
            <a:avLst/>
          </a:prstGeom>
          <a:solidFill>
            <a:srgbClr val="ACEAFF"/>
          </a:soli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Title 1"/>
          <p:cNvSpPr>
            <a:spLocks noGrp="1" noRot="1" noMove="1" noResize="1" noEditPoints="1" noAdjustHandles="1" noChangeArrowheads="1" noChangeShapeType="1"/>
          </p:cNvSpPr>
          <p:nvPr>
            <p:ph type="ctrTitle" hasCustomPrompt="1"/>
          </p:nvPr>
        </p:nvSpPr>
        <p:spPr>
          <a:xfrm>
            <a:off x="1274841" y="1759937"/>
            <a:ext cx="5765982" cy="2903488"/>
          </a:xfrm>
          <a:noFill/>
          <a:ln w="3175">
            <a:noFill/>
            <a:prstDash val="lgDash"/>
          </a:ln>
        </p:spPr>
        <p:txBody>
          <a:bodyPr vert="horz" lIns="0" tIns="0" rIns="0" bIns="0" anchor="t" anchorCtr="0">
            <a:noAutofit/>
          </a:bodyPr>
          <a:lstStyle>
            <a:lvl1pPr algn="l">
              <a:defRPr sz="6600" baseline="0">
                <a:solidFill>
                  <a:schemeClr val="tx1"/>
                </a:solidFill>
              </a:defRPr>
            </a:lvl1pPr>
          </a:lstStyle>
          <a:p>
            <a:r>
              <a:rPr lang="en-GB"/>
              <a:t>Section name [PROPOSAL]</a:t>
            </a:r>
            <a:endParaRPr lang="en-US"/>
          </a:p>
        </p:txBody>
      </p:sp>
      <p:pic>
        <p:nvPicPr>
          <p:cNvPr id="8" name="Graphic 7">
            <a:extLst>
              <a:ext uri="{FF2B5EF4-FFF2-40B4-BE49-F238E27FC236}">
                <a16:creationId xmlns:a16="http://schemas.microsoft.com/office/drawing/2014/main" id="{F680A8EA-2B0E-411E-90AD-02F7AF476749}"/>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C31B5000-C399-ABD7-59D3-1DCB8041680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5" name="Rectangle 4">
            <a:extLst>
              <a:ext uri="{FF2B5EF4-FFF2-40B4-BE49-F238E27FC236}">
                <a16:creationId xmlns:a16="http://schemas.microsoft.com/office/drawing/2014/main" id="{4D7E81FF-17C1-3B61-C392-9E30DCE1F3A0}"/>
              </a:ext>
            </a:extLst>
          </p:cNvPr>
          <p:cNvSpPr>
            <a:spLocks noGrp="1" noRot="1" noMove="1" noResize="1" noEditPoints="1" noAdjustHandles="1" noChangeArrowheads="1" noChangeShapeType="1"/>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6" name="Rectangle 5">
            <a:extLst>
              <a:ext uri="{FF2B5EF4-FFF2-40B4-BE49-F238E27FC236}">
                <a16:creationId xmlns:a16="http://schemas.microsoft.com/office/drawing/2014/main" id="{5549C289-4764-0E6E-19C6-67C344DD3BFF}"/>
              </a:ext>
            </a:extLst>
          </p:cNvPr>
          <p:cNvSpPr>
            <a:spLocks noGrp="1" noRot="1" noMove="1" noResize="1" noEditPoints="1" noAdjustHandles="1" noChangeArrowheads="1" noChangeShapeType="1"/>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10" name="Rectangle 9">
            <a:extLst>
              <a:ext uri="{FF2B5EF4-FFF2-40B4-BE49-F238E27FC236}">
                <a16:creationId xmlns:a16="http://schemas.microsoft.com/office/drawing/2014/main" id="{8960A34C-3877-1560-E7E1-2CF6A3B3A34B}"/>
              </a:ext>
            </a:extLst>
          </p:cNvPr>
          <p:cNvSpPr>
            <a:spLocks noGrp="1" noRot="1" noMove="1" noResize="1" noEditPoints="1" noAdjustHandles="1" noChangeArrowheads="1" noChangeShapeType="1"/>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11" name="Rectangle 10">
            <a:extLst>
              <a:ext uri="{FF2B5EF4-FFF2-40B4-BE49-F238E27FC236}">
                <a16:creationId xmlns:a16="http://schemas.microsoft.com/office/drawing/2014/main" id="{2D41B907-A6F2-F0C0-D22F-F5EF3D4CE230}"/>
              </a:ext>
            </a:extLst>
          </p:cNvPr>
          <p:cNvSpPr>
            <a:spLocks noGrp="1" noRot="1" noMove="1" noResize="1" noEditPoints="1" noAdjustHandles="1" noChangeArrowheads="1" noChangeShapeType="1"/>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12" name="Rectangle 11">
            <a:extLst>
              <a:ext uri="{FF2B5EF4-FFF2-40B4-BE49-F238E27FC236}">
                <a16:creationId xmlns:a16="http://schemas.microsoft.com/office/drawing/2014/main" id="{C9C661C9-4A64-23F5-9EBE-887DDEED4AC3}"/>
              </a:ext>
            </a:extLst>
          </p:cNvPr>
          <p:cNvSpPr>
            <a:spLocks noGrp="1" noRot="1" noMove="1" noResize="1" noEditPoints="1" noAdjustHandles="1" noChangeArrowheads="1" noChangeShapeType="1"/>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13" name="Rectangle 12">
            <a:extLst>
              <a:ext uri="{FF2B5EF4-FFF2-40B4-BE49-F238E27FC236}">
                <a16:creationId xmlns:a16="http://schemas.microsoft.com/office/drawing/2014/main" id="{22EAF084-8541-ABF8-83A9-5BF3C666275B}"/>
              </a:ext>
            </a:extLst>
          </p:cNvPr>
          <p:cNvSpPr>
            <a:spLocks noGrp="1" noRot="1" noMove="1" noResize="1" noEditPoints="1" noAdjustHandles="1" noChangeArrowheads="1" noChangeShapeType="1"/>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14" name="Rectangle 13">
            <a:extLst>
              <a:ext uri="{FF2B5EF4-FFF2-40B4-BE49-F238E27FC236}">
                <a16:creationId xmlns:a16="http://schemas.microsoft.com/office/drawing/2014/main" id="{4D3A5594-734D-1A1B-E647-DBA3470C05A7}"/>
              </a:ext>
            </a:extLst>
          </p:cNvPr>
          <p:cNvSpPr>
            <a:spLocks noGrp="1" noRot="1" noMove="1" noResize="1" noEditPoints="1" noAdjustHandles="1" noChangeArrowheads="1" noChangeShapeType="1"/>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15" name="Group 14">
            <a:extLst>
              <a:ext uri="{FF2B5EF4-FFF2-40B4-BE49-F238E27FC236}">
                <a16:creationId xmlns:a16="http://schemas.microsoft.com/office/drawing/2014/main" id="{ACAF3A11-84CF-2F02-0232-4DEC19EE30B8}"/>
              </a:ext>
            </a:extLst>
          </p:cNvPr>
          <p:cNvGrpSpPr>
            <a:grpSpLocks noGrp="1" noUngrp="1" noRot="1" noMove="1" noResize="1"/>
          </p:cNvGrpSpPr>
          <p:nvPr userDrawn="1"/>
        </p:nvGrpSpPr>
        <p:grpSpPr>
          <a:xfrm>
            <a:off x="985838" y="6975139"/>
            <a:ext cx="10223500" cy="230049"/>
            <a:chOff x="985838" y="6975139"/>
            <a:chExt cx="10223500" cy="230049"/>
          </a:xfrm>
        </p:grpSpPr>
        <p:cxnSp>
          <p:nvCxnSpPr>
            <p:cNvPr id="16" name="Straight Arrow Connector 15">
              <a:extLst>
                <a:ext uri="{FF2B5EF4-FFF2-40B4-BE49-F238E27FC236}">
                  <a16:creationId xmlns:a16="http://schemas.microsoft.com/office/drawing/2014/main" id="{FF4FD51B-92A4-1602-6B63-537F2E950DE5}"/>
                </a:ext>
              </a:extLst>
            </p:cNvPr>
            <p:cNvCxnSpPr>
              <a:cxnSpLocks noGrp="1" noRot="1" noMove="1" noResize="1" noEditPoints="1" noAdjustHandles="1" noChangeArrowheads="1" noChangeShapeType="1"/>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2F08DB9-9776-AF84-E710-654906773C36}"/>
                </a:ext>
              </a:extLst>
            </p:cNvPr>
            <p:cNvSpPr>
              <a:spLocks noGrp="1" noRot="1" noMove="1" noResize="1" noEditPoints="1" noAdjustHandles="1" noChangeArrowheads="1" noChangeShapeType="1"/>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18" name="Group 17">
            <a:extLst>
              <a:ext uri="{FF2B5EF4-FFF2-40B4-BE49-F238E27FC236}">
                <a16:creationId xmlns:a16="http://schemas.microsoft.com/office/drawing/2014/main" id="{FF42FCBE-3134-5F71-C4E8-0E9E257436D1}"/>
              </a:ext>
            </a:extLst>
          </p:cNvPr>
          <p:cNvGrpSpPr>
            <a:grpSpLocks noGrp="1" noUngrp="1" noRot="1" noMove="1" noResize="1"/>
          </p:cNvGrpSpPr>
          <p:nvPr userDrawn="1"/>
        </p:nvGrpSpPr>
        <p:grpSpPr>
          <a:xfrm>
            <a:off x="0" y="7255521"/>
            <a:ext cx="12192000" cy="230049"/>
            <a:chOff x="0" y="7255521"/>
            <a:chExt cx="12192000" cy="230049"/>
          </a:xfrm>
        </p:grpSpPr>
        <p:cxnSp>
          <p:nvCxnSpPr>
            <p:cNvPr id="19" name="Straight Arrow Connector 18">
              <a:extLst>
                <a:ext uri="{FF2B5EF4-FFF2-40B4-BE49-F238E27FC236}">
                  <a16:creationId xmlns:a16="http://schemas.microsoft.com/office/drawing/2014/main" id="{FD79BB34-B4CF-8A69-8803-50214F0A12C9}"/>
                </a:ext>
              </a:extLst>
            </p:cNvPr>
            <p:cNvCxnSpPr>
              <a:cxnSpLocks noGrp="1" noRot="1" noMove="1" noResize="1" noEditPoints="1" noAdjustHandles="1" noChangeArrowheads="1" noChangeShapeType="1"/>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400118D-43C0-3898-2DD8-4827A33059E9}"/>
                </a:ext>
              </a:extLst>
            </p:cNvPr>
            <p:cNvSpPr>
              <a:spLocks noGrp="1" noRot="1" noMove="1" noResize="1" noEditPoints="1" noAdjustHandles="1" noChangeArrowheads="1" noChangeShapeType="1"/>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21" name="Group 20">
            <a:extLst>
              <a:ext uri="{FF2B5EF4-FFF2-40B4-BE49-F238E27FC236}">
                <a16:creationId xmlns:a16="http://schemas.microsoft.com/office/drawing/2014/main" id="{32AE915C-CC3C-704A-BC0B-C64A918B3F00}"/>
              </a:ext>
            </a:extLst>
          </p:cNvPr>
          <p:cNvGrpSpPr>
            <a:grpSpLocks noGrp="1" noUngrp="1" noRot="1" noMove="1" noResize="1"/>
          </p:cNvGrpSpPr>
          <p:nvPr userDrawn="1"/>
        </p:nvGrpSpPr>
        <p:grpSpPr>
          <a:xfrm>
            <a:off x="982800" y="7491081"/>
            <a:ext cx="4930775" cy="230049"/>
            <a:chOff x="985838" y="7724761"/>
            <a:chExt cx="4930775" cy="230049"/>
          </a:xfrm>
        </p:grpSpPr>
        <p:cxnSp>
          <p:nvCxnSpPr>
            <p:cNvPr id="22" name="Straight Arrow Connector 21">
              <a:extLst>
                <a:ext uri="{FF2B5EF4-FFF2-40B4-BE49-F238E27FC236}">
                  <a16:creationId xmlns:a16="http://schemas.microsoft.com/office/drawing/2014/main" id="{9248FB94-F315-0C70-F8C2-FC2FA3E8E316}"/>
                </a:ext>
              </a:extLst>
            </p:cNvPr>
            <p:cNvCxnSpPr>
              <a:cxnSpLocks noGrp="1" noRot="1" noMove="1" noResize="1" noEditPoints="1" noAdjustHandles="1" noChangeArrowheads="1" noChangeShapeType="1"/>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312585DE-4C4B-E784-0F09-CDEB0933E7DD}"/>
                </a:ext>
              </a:extLst>
            </p:cNvPr>
            <p:cNvSpPr>
              <a:spLocks noGrp="1" noRot="1" noMove="1" noResize="1" noEditPoints="1" noAdjustHandles="1" noChangeArrowheads="1" noChangeShapeType="1"/>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24" name="Group 23">
            <a:extLst>
              <a:ext uri="{FF2B5EF4-FFF2-40B4-BE49-F238E27FC236}">
                <a16:creationId xmlns:a16="http://schemas.microsoft.com/office/drawing/2014/main" id="{6294A9D6-46DA-70BF-2029-6971A4995EF5}"/>
              </a:ext>
            </a:extLst>
          </p:cNvPr>
          <p:cNvGrpSpPr>
            <a:grpSpLocks noGrp="1" noUngrp="1" noRot="1" noMove="1" noResize="1"/>
          </p:cNvGrpSpPr>
          <p:nvPr userDrawn="1"/>
        </p:nvGrpSpPr>
        <p:grpSpPr>
          <a:xfrm>
            <a:off x="6274800" y="7491081"/>
            <a:ext cx="4930775" cy="230049"/>
            <a:chOff x="985838" y="7724761"/>
            <a:chExt cx="4930775" cy="230049"/>
          </a:xfrm>
        </p:grpSpPr>
        <p:cxnSp>
          <p:nvCxnSpPr>
            <p:cNvPr id="25" name="Straight Arrow Connector 24">
              <a:extLst>
                <a:ext uri="{FF2B5EF4-FFF2-40B4-BE49-F238E27FC236}">
                  <a16:creationId xmlns:a16="http://schemas.microsoft.com/office/drawing/2014/main" id="{578186AA-4BB0-F470-1C08-C62EB0F82AE7}"/>
                </a:ext>
              </a:extLst>
            </p:cNvPr>
            <p:cNvCxnSpPr>
              <a:cxnSpLocks noGrp="1" noRot="1" noMove="1" noResize="1" noEditPoints="1" noAdjustHandles="1" noChangeArrowheads="1" noChangeShapeType="1"/>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A29A6DCE-C5D3-C4BE-F575-7855F1E97D7B}"/>
                </a:ext>
              </a:extLst>
            </p:cNvPr>
            <p:cNvSpPr>
              <a:spLocks noGrp="1" noRot="1" noMove="1" noResize="1" noEditPoints="1" noAdjustHandles="1" noChangeArrowheads="1" noChangeShapeType="1"/>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27" name="Group 26">
            <a:extLst>
              <a:ext uri="{FF2B5EF4-FFF2-40B4-BE49-F238E27FC236}">
                <a16:creationId xmlns:a16="http://schemas.microsoft.com/office/drawing/2014/main" id="{7C2B4A05-47B7-9FFD-CFBB-1DB76CED8294}"/>
              </a:ext>
            </a:extLst>
          </p:cNvPr>
          <p:cNvGrpSpPr>
            <a:grpSpLocks noGrp="1" noUngrp="1" noRot="1" noMove="1" noResize="1"/>
          </p:cNvGrpSpPr>
          <p:nvPr userDrawn="1"/>
        </p:nvGrpSpPr>
        <p:grpSpPr>
          <a:xfrm>
            <a:off x="12750953" y="0"/>
            <a:ext cx="230051" cy="6858000"/>
            <a:chOff x="-1090386" y="0"/>
            <a:chExt cx="230051" cy="6858000"/>
          </a:xfrm>
        </p:grpSpPr>
        <p:cxnSp>
          <p:nvCxnSpPr>
            <p:cNvPr id="28" name="Straight Arrow Connector 27">
              <a:extLst>
                <a:ext uri="{FF2B5EF4-FFF2-40B4-BE49-F238E27FC236}">
                  <a16:creationId xmlns:a16="http://schemas.microsoft.com/office/drawing/2014/main" id="{1322143B-F51C-BF32-C6C1-91913C64ABE4}"/>
                </a:ext>
              </a:extLst>
            </p:cNvPr>
            <p:cNvCxnSpPr>
              <a:cxnSpLocks noGrp="1" noRot="1" noMove="1" noResize="1" noEditPoints="1" noAdjustHandles="1" noChangeArrowheads="1" noChangeShapeType="1"/>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6EB0E88E-6C61-36DB-1ED2-D93EC6EDB386}"/>
                </a:ext>
              </a:extLst>
            </p:cNvPr>
            <p:cNvSpPr>
              <a:spLocks noGrp="1" noRot="1" noMove="1" noResize="1" noEditPoints="1" noAdjustHandles="1" noChangeArrowheads="1" noChangeShapeType="1"/>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spTree>
    <p:extLst>
      <p:ext uri="{BB962C8B-B14F-4D97-AF65-F5344CB8AC3E}">
        <p14:creationId xmlns:p14="http://schemas.microsoft.com/office/powerpoint/2010/main" val="19572843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ubsection divider">
    <p:bg>
      <p:bgPr>
        <a:solidFill>
          <a:srgbClr val="ACEAFF"/>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3C76086E-E242-DEC8-59EA-6558844497A4}"/>
              </a:ext>
            </a:extLst>
          </p:cNvPr>
          <p:cNvGraphicFramePr>
            <a:graphicFrameLocks noChangeAspect="1"/>
          </p:cNvGraphicFramePr>
          <p:nvPr userDrawn="1">
            <p:custDataLst>
              <p:tags r:id="rId1"/>
            </p:custDataLst>
            <p:extLst>
              <p:ext uri="{D42A27DB-BD31-4B8C-83A1-F6EECF244321}">
                <p14:modId xmlns:p14="http://schemas.microsoft.com/office/powerpoint/2010/main" val="19499330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13" name="think-cell data - do not delete" hidden="1">
                        <a:extLst>
                          <a:ext uri="{FF2B5EF4-FFF2-40B4-BE49-F238E27FC236}">
                            <a16:creationId xmlns:a16="http://schemas.microsoft.com/office/drawing/2014/main" id="{3C76086E-E242-DEC8-59EA-6558844497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Espace réservé du numéro de diapositive 1"/>
          <p:cNvSpPr>
            <a:spLocks noGrp="1" noRot="1" noMove="1" noResize="1" noEditPoints="1" noAdjustHandles="1" noChangeArrowheads="1" noChangeShapeType="1"/>
          </p:cNvSpPr>
          <p:nvPr>
            <p:ph type="sldNum" sz="quarter" idx="10"/>
          </p:nvPr>
        </p:nvSpPr>
        <p:spPr>
          <a:xfrm>
            <a:off x="0" y="0"/>
            <a:ext cx="0" cy="0"/>
          </a:xfrm>
          <a:prstGeom prst="rect">
            <a:avLst/>
          </a:prstGeom>
          <a:noFill/>
          <a:ln>
            <a:solidFill>
              <a:srgbClr val="6D2077"/>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en-GB"/>
          </a:p>
        </p:txBody>
      </p:sp>
      <p:sp>
        <p:nvSpPr>
          <p:cNvPr id="3" name="Isosceles Triangle 2">
            <a:extLst>
              <a:ext uri="{FF2B5EF4-FFF2-40B4-BE49-F238E27FC236}">
                <a16:creationId xmlns:a16="http://schemas.microsoft.com/office/drawing/2014/main" id="{FBF06BAA-B34F-A402-A5E3-D365A4C3C4D9}"/>
              </a:ext>
            </a:extLst>
          </p:cNvPr>
          <p:cNvSpPr>
            <a:spLocks noGrp="1" noRot="1" noMove="1" noResize="1" noEditPoints="1" noAdjustHandles="1" noChangeArrowheads="1" noChangeShapeType="1"/>
          </p:cNvSpPr>
          <p:nvPr userDrawn="1"/>
        </p:nvSpPr>
        <p:spPr>
          <a:xfrm rot="5400000">
            <a:off x="11914569" y="209664"/>
            <a:ext cx="99161" cy="85483"/>
          </a:xfrm>
          <a:prstGeom prst="triangle">
            <a:avLst/>
          </a:prstGeom>
          <a:solidFill>
            <a:schemeClr val="accent3">
              <a:lumMod val="100000"/>
            </a:schemeClr>
          </a:solid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EEE51BD3-7A21-0D52-6714-28D30B1328B2}"/>
              </a:ext>
            </a:extLst>
          </p:cNvPr>
          <p:cNvSpPr>
            <a:spLocks noGrp="1" noRot="1" noMove="1" noResize="1" noEditPoints="1" noAdjustHandles="1" noChangeArrowheads="1" noChangeShapeType="1"/>
          </p:cNvSpPr>
          <p:nvPr userDrawn="1"/>
        </p:nvSpPr>
        <p:spPr>
          <a:xfrm rot="16200000" flipH="1">
            <a:off x="11352448" y="209664"/>
            <a:ext cx="99161" cy="85483"/>
          </a:xfrm>
          <a:prstGeom prst="triangle">
            <a:avLst/>
          </a:prstGeom>
          <a:solidFill>
            <a:schemeClr val="accent3">
              <a:lumMod val="100000"/>
            </a:schemeClr>
          </a:solid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57BF9A7-DC28-8EE0-BF29-78170329A485}"/>
              </a:ext>
            </a:extLst>
          </p:cNvPr>
          <p:cNvSpPr>
            <a:spLocks noGrp="1" noRot="1" noMove="1" noResize="1" noEditPoints="1" noAdjustHandles="1" noChangeArrowheads="1" noChangeShapeType="1"/>
          </p:cNvSpPr>
          <p:nvPr userDrawn="1"/>
        </p:nvSpPr>
        <p:spPr>
          <a:xfrm>
            <a:off x="11836622"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4DFF4B78-BB94-DA44-56EA-1AB499A0B0E8}"/>
              </a:ext>
            </a:extLst>
          </p:cNvPr>
          <p:cNvSpPr>
            <a:spLocks noGrp="1" noRot="1" noMove="1" noResize="1" noEditPoints="1" noAdjustHandles="1" noChangeArrowheads="1" noChangeShapeType="1"/>
          </p:cNvSpPr>
          <p:nvPr userDrawn="1"/>
        </p:nvSpPr>
        <p:spPr>
          <a:xfrm flipH="1">
            <a:off x="11292948"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94C79EC3-C681-2E4F-2E2C-BF9E374E994E}"/>
              </a:ext>
            </a:extLst>
          </p:cNvPr>
          <p:cNvPicPr>
            <a:picLocks noGrp="1" noRot="1" noChangeAspect="1" noMove="1" noResize="1" noEditPoints="1" noAdjustHandles="1" noChangeArrowheads="1" noChangeShapeType="1" noCrop="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71850" y="134089"/>
            <a:ext cx="222478" cy="222478"/>
          </a:xfrm>
          <a:prstGeom prst="rect">
            <a:avLst/>
          </a:prstGeom>
        </p:spPr>
      </p:pic>
      <p:sp>
        <p:nvSpPr>
          <p:cNvPr id="10" name="UpSlide Options" descr="{&#10;  &quot;NoBreadcrumb&quot;: true,&#10;  &quot;NoBreadcrumbNorReminder&quot;: true,&#10;  &quot;MinimumUpSlideVersion&quot;: &quot;0.0.0.0&quot;&#10;}" hidden="1">
            <a:extLst>
              <a:ext uri="{FF2B5EF4-FFF2-40B4-BE49-F238E27FC236}">
                <a16:creationId xmlns:a16="http://schemas.microsoft.com/office/drawing/2014/main" id="{85273A99-780A-A81B-2653-E26749654579}"/>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9" name="Title 1">
            <a:extLst>
              <a:ext uri="{FF2B5EF4-FFF2-40B4-BE49-F238E27FC236}">
                <a16:creationId xmlns:a16="http://schemas.microsoft.com/office/drawing/2014/main" id="{A2611908-C7EC-1FF3-8360-F16C9FDB01D1}"/>
              </a:ext>
            </a:extLst>
          </p:cNvPr>
          <p:cNvSpPr>
            <a:spLocks noGrp="1" noRot="1" noMove="1" noResize="1" noEditPoints="1" noAdjustHandles="1" noChangeArrowheads="1" noChangeShapeType="1"/>
          </p:cNvSpPr>
          <p:nvPr>
            <p:ph type="ctrTitle" hasCustomPrompt="1"/>
          </p:nvPr>
        </p:nvSpPr>
        <p:spPr>
          <a:xfrm>
            <a:off x="1274841" y="1759937"/>
            <a:ext cx="5765982" cy="2903488"/>
          </a:xfrm>
          <a:noFill/>
          <a:ln w="3175">
            <a:noFill/>
            <a:prstDash val="lgDash"/>
          </a:ln>
        </p:spPr>
        <p:txBody>
          <a:bodyPr vert="horz" lIns="0" tIns="0" rIns="0" bIns="0" anchor="t" anchorCtr="0">
            <a:noAutofit/>
          </a:bodyPr>
          <a:lstStyle>
            <a:lvl1pPr algn="l">
              <a:defRPr sz="6600" baseline="0">
                <a:solidFill>
                  <a:schemeClr val="tx1"/>
                </a:solidFill>
              </a:defRPr>
            </a:lvl1pPr>
          </a:lstStyle>
          <a:p>
            <a:r>
              <a:rPr lang="en-GB"/>
              <a:t>Subsection name [PROPOSAL]</a:t>
            </a:r>
            <a:endParaRPr lang="en-US"/>
          </a:p>
        </p:txBody>
      </p:sp>
      <p:sp>
        <p:nvSpPr>
          <p:cNvPr id="12" name="Rectangle 11">
            <a:extLst>
              <a:ext uri="{FF2B5EF4-FFF2-40B4-BE49-F238E27FC236}">
                <a16:creationId xmlns:a16="http://schemas.microsoft.com/office/drawing/2014/main" id="{36F5AC82-A7FF-F4DA-B798-3CAAE86C76A1}"/>
              </a:ext>
            </a:extLst>
          </p:cNvPr>
          <p:cNvSpPr>
            <a:spLocks noGrp="1" noRot="1" noMove="1" noResize="1" noEditPoints="1" noAdjustHandles="1" noChangeArrowheads="1" noChangeShapeType="1"/>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14" name="Rectangle 13">
            <a:extLst>
              <a:ext uri="{FF2B5EF4-FFF2-40B4-BE49-F238E27FC236}">
                <a16:creationId xmlns:a16="http://schemas.microsoft.com/office/drawing/2014/main" id="{D5FED2F1-4004-3DCE-2463-46380FC4A0EB}"/>
              </a:ext>
            </a:extLst>
          </p:cNvPr>
          <p:cNvSpPr>
            <a:spLocks noGrp="1" noRot="1" noMove="1" noResize="1" noEditPoints="1" noAdjustHandles="1" noChangeArrowheads="1" noChangeShapeType="1"/>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15" name="Rectangle 14">
            <a:extLst>
              <a:ext uri="{FF2B5EF4-FFF2-40B4-BE49-F238E27FC236}">
                <a16:creationId xmlns:a16="http://schemas.microsoft.com/office/drawing/2014/main" id="{986B400F-4AC3-9122-7BF1-A78CAECF107D}"/>
              </a:ext>
            </a:extLst>
          </p:cNvPr>
          <p:cNvSpPr>
            <a:spLocks noGrp="1" noRot="1" noMove="1" noResize="1" noEditPoints="1" noAdjustHandles="1" noChangeArrowheads="1" noChangeShapeType="1"/>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16" name="Rectangle 15">
            <a:extLst>
              <a:ext uri="{FF2B5EF4-FFF2-40B4-BE49-F238E27FC236}">
                <a16:creationId xmlns:a16="http://schemas.microsoft.com/office/drawing/2014/main" id="{47E52217-BFD8-75D3-35CD-6C590F8362E2}"/>
              </a:ext>
            </a:extLst>
          </p:cNvPr>
          <p:cNvSpPr>
            <a:spLocks noGrp="1" noRot="1" noMove="1" noResize="1" noEditPoints="1" noAdjustHandles="1" noChangeArrowheads="1" noChangeShapeType="1"/>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17" name="Rectangle 16">
            <a:extLst>
              <a:ext uri="{FF2B5EF4-FFF2-40B4-BE49-F238E27FC236}">
                <a16:creationId xmlns:a16="http://schemas.microsoft.com/office/drawing/2014/main" id="{592557C6-90FC-6DFB-6476-9CF8F10D370D}"/>
              </a:ext>
            </a:extLst>
          </p:cNvPr>
          <p:cNvSpPr>
            <a:spLocks noGrp="1" noRot="1" noMove="1" noResize="1" noEditPoints="1" noAdjustHandles="1" noChangeArrowheads="1" noChangeShapeType="1"/>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18" name="Rectangle 17">
            <a:extLst>
              <a:ext uri="{FF2B5EF4-FFF2-40B4-BE49-F238E27FC236}">
                <a16:creationId xmlns:a16="http://schemas.microsoft.com/office/drawing/2014/main" id="{E98B247B-3570-4A5B-32C2-D3D6B05FB576}"/>
              </a:ext>
            </a:extLst>
          </p:cNvPr>
          <p:cNvSpPr>
            <a:spLocks noGrp="1" noRot="1" noMove="1" noResize="1" noEditPoints="1" noAdjustHandles="1" noChangeArrowheads="1" noChangeShapeType="1"/>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19" name="Rectangle 18">
            <a:extLst>
              <a:ext uri="{FF2B5EF4-FFF2-40B4-BE49-F238E27FC236}">
                <a16:creationId xmlns:a16="http://schemas.microsoft.com/office/drawing/2014/main" id="{A4AE57D1-BFE0-3D89-93D9-FD980624E382}"/>
              </a:ext>
            </a:extLst>
          </p:cNvPr>
          <p:cNvSpPr>
            <a:spLocks noGrp="1" noRot="1" noMove="1" noResize="1" noEditPoints="1" noAdjustHandles="1" noChangeArrowheads="1" noChangeShapeType="1"/>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20" name="Group 19">
            <a:extLst>
              <a:ext uri="{FF2B5EF4-FFF2-40B4-BE49-F238E27FC236}">
                <a16:creationId xmlns:a16="http://schemas.microsoft.com/office/drawing/2014/main" id="{E625F14B-CE93-CDEB-75D0-6DBFBDE11672}"/>
              </a:ext>
            </a:extLst>
          </p:cNvPr>
          <p:cNvGrpSpPr>
            <a:grpSpLocks noGrp="1" noUngrp="1" noRot="1" noMove="1" noResize="1"/>
          </p:cNvGrpSpPr>
          <p:nvPr userDrawn="1"/>
        </p:nvGrpSpPr>
        <p:grpSpPr>
          <a:xfrm>
            <a:off x="985838" y="6975139"/>
            <a:ext cx="10223500" cy="230049"/>
            <a:chOff x="985838" y="6975139"/>
            <a:chExt cx="10223500" cy="230049"/>
          </a:xfrm>
        </p:grpSpPr>
        <p:cxnSp>
          <p:nvCxnSpPr>
            <p:cNvPr id="21" name="Straight Arrow Connector 20">
              <a:extLst>
                <a:ext uri="{FF2B5EF4-FFF2-40B4-BE49-F238E27FC236}">
                  <a16:creationId xmlns:a16="http://schemas.microsoft.com/office/drawing/2014/main" id="{F2FC0CD3-3E88-1E6E-2F78-566E06F43839}"/>
                </a:ext>
              </a:extLst>
            </p:cNvPr>
            <p:cNvCxnSpPr>
              <a:cxnSpLocks noGrp="1" noRot="1" noMove="1" noResize="1" noEditPoints="1" noAdjustHandles="1" noChangeArrowheads="1" noChangeShapeType="1"/>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D3E72F30-8E06-E052-F91D-9110FBD1725E}"/>
                </a:ext>
              </a:extLst>
            </p:cNvPr>
            <p:cNvSpPr>
              <a:spLocks noGrp="1" noRot="1" noMove="1" noResize="1" noEditPoints="1" noAdjustHandles="1" noChangeArrowheads="1" noChangeShapeType="1"/>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23" name="Group 22">
            <a:extLst>
              <a:ext uri="{FF2B5EF4-FFF2-40B4-BE49-F238E27FC236}">
                <a16:creationId xmlns:a16="http://schemas.microsoft.com/office/drawing/2014/main" id="{1B5C950C-CC06-2B49-A04C-1CB603795104}"/>
              </a:ext>
            </a:extLst>
          </p:cNvPr>
          <p:cNvGrpSpPr>
            <a:grpSpLocks noGrp="1" noUngrp="1" noRot="1" noMove="1" noResize="1"/>
          </p:cNvGrpSpPr>
          <p:nvPr userDrawn="1"/>
        </p:nvGrpSpPr>
        <p:grpSpPr>
          <a:xfrm>
            <a:off x="0" y="7255521"/>
            <a:ext cx="12192000" cy="230049"/>
            <a:chOff x="0" y="7255521"/>
            <a:chExt cx="12192000" cy="230049"/>
          </a:xfrm>
        </p:grpSpPr>
        <p:cxnSp>
          <p:nvCxnSpPr>
            <p:cNvPr id="24" name="Straight Arrow Connector 23">
              <a:extLst>
                <a:ext uri="{FF2B5EF4-FFF2-40B4-BE49-F238E27FC236}">
                  <a16:creationId xmlns:a16="http://schemas.microsoft.com/office/drawing/2014/main" id="{1AC253DD-7CDA-2274-F418-53C7B6AD5E07}"/>
                </a:ext>
              </a:extLst>
            </p:cNvPr>
            <p:cNvCxnSpPr>
              <a:cxnSpLocks noGrp="1" noRot="1" noMove="1" noResize="1" noEditPoints="1" noAdjustHandles="1" noChangeArrowheads="1" noChangeShapeType="1"/>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1086E680-8881-2C14-3361-ACEF5E829BB0}"/>
                </a:ext>
              </a:extLst>
            </p:cNvPr>
            <p:cNvSpPr>
              <a:spLocks noGrp="1" noRot="1" noMove="1" noResize="1" noEditPoints="1" noAdjustHandles="1" noChangeArrowheads="1" noChangeShapeType="1"/>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26" name="Group 25">
            <a:extLst>
              <a:ext uri="{FF2B5EF4-FFF2-40B4-BE49-F238E27FC236}">
                <a16:creationId xmlns:a16="http://schemas.microsoft.com/office/drawing/2014/main" id="{87245B75-F139-7865-2E19-4F1BA650FD9E}"/>
              </a:ext>
            </a:extLst>
          </p:cNvPr>
          <p:cNvGrpSpPr>
            <a:grpSpLocks noGrp="1" noUngrp="1" noRot="1" noMove="1" noResize="1"/>
          </p:cNvGrpSpPr>
          <p:nvPr userDrawn="1"/>
        </p:nvGrpSpPr>
        <p:grpSpPr>
          <a:xfrm>
            <a:off x="982800" y="7491081"/>
            <a:ext cx="4930775" cy="230049"/>
            <a:chOff x="985838" y="7724761"/>
            <a:chExt cx="4930775" cy="230049"/>
          </a:xfrm>
        </p:grpSpPr>
        <p:cxnSp>
          <p:nvCxnSpPr>
            <p:cNvPr id="27" name="Straight Arrow Connector 26">
              <a:extLst>
                <a:ext uri="{FF2B5EF4-FFF2-40B4-BE49-F238E27FC236}">
                  <a16:creationId xmlns:a16="http://schemas.microsoft.com/office/drawing/2014/main" id="{462DBBAB-47A7-AA1C-C286-D85C1CE81EE2}"/>
                </a:ext>
              </a:extLst>
            </p:cNvPr>
            <p:cNvCxnSpPr>
              <a:cxnSpLocks noGrp="1" noRot="1" noMove="1" noResize="1" noEditPoints="1" noAdjustHandles="1" noChangeArrowheads="1" noChangeShapeType="1"/>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4E78664A-81A1-4419-F72E-DF58A45F5D76}"/>
                </a:ext>
              </a:extLst>
            </p:cNvPr>
            <p:cNvSpPr>
              <a:spLocks noGrp="1" noRot="1" noMove="1" noResize="1" noEditPoints="1" noAdjustHandles="1" noChangeArrowheads="1" noChangeShapeType="1"/>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29" name="Group 28">
            <a:extLst>
              <a:ext uri="{FF2B5EF4-FFF2-40B4-BE49-F238E27FC236}">
                <a16:creationId xmlns:a16="http://schemas.microsoft.com/office/drawing/2014/main" id="{07175FEF-6F56-ADA2-C073-B51432060DD8}"/>
              </a:ext>
            </a:extLst>
          </p:cNvPr>
          <p:cNvGrpSpPr>
            <a:grpSpLocks noGrp="1" noUngrp="1" noRot="1" noMove="1" noResize="1"/>
          </p:cNvGrpSpPr>
          <p:nvPr userDrawn="1"/>
        </p:nvGrpSpPr>
        <p:grpSpPr>
          <a:xfrm>
            <a:off x="6274800" y="7491081"/>
            <a:ext cx="4930775" cy="230049"/>
            <a:chOff x="985838" y="7724761"/>
            <a:chExt cx="4930775" cy="230049"/>
          </a:xfrm>
        </p:grpSpPr>
        <p:cxnSp>
          <p:nvCxnSpPr>
            <p:cNvPr id="30" name="Straight Arrow Connector 29">
              <a:extLst>
                <a:ext uri="{FF2B5EF4-FFF2-40B4-BE49-F238E27FC236}">
                  <a16:creationId xmlns:a16="http://schemas.microsoft.com/office/drawing/2014/main" id="{B51680D2-B186-D586-A8E1-EF5D525F1C4B}"/>
                </a:ext>
              </a:extLst>
            </p:cNvPr>
            <p:cNvCxnSpPr>
              <a:cxnSpLocks noGrp="1" noRot="1" noMove="1" noResize="1" noEditPoints="1" noAdjustHandles="1" noChangeArrowheads="1" noChangeShapeType="1"/>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7B6B5516-7E99-62B3-7D0D-938D7953913E}"/>
                </a:ext>
              </a:extLst>
            </p:cNvPr>
            <p:cNvSpPr>
              <a:spLocks noGrp="1" noRot="1" noMove="1" noResize="1" noEditPoints="1" noAdjustHandles="1" noChangeArrowheads="1" noChangeShapeType="1"/>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32" name="Group 31">
            <a:extLst>
              <a:ext uri="{FF2B5EF4-FFF2-40B4-BE49-F238E27FC236}">
                <a16:creationId xmlns:a16="http://schemas.microsoft.com/office/drawing/2014/main" id="{72FDD995-2F0E-D4B9-83E3-C91D5D0330AC}"/>
              </a:ext>
            </a:extLst>
          </p:cNvPr>
          <p:cNvGrpSpPr>
            <a:grpSpLocks noGrp="1" noUngrp="1" noRot="1" noMove="1" noResize="1"/>
          </p:cNvGrpSpPr>
          <p:nvPr userDrawn="1"/>
        </p:nvGrpSpPr>
        <p:grpSpPr>
          <a:xfrm>
            <a:off x="12750953" y="0"/>
            <a:ext cx="230051" cy="6858000"/>
            <a:chOff x="-1090386" y="0"/>
            <a:chExt cx="230051" cy="6858000"/>
          </a:xfrm>
        </p:grpSpPr>
        <p:cxnSp>
          <p:nvCxnSpPr>
            <p:cNvPr id="33" name="Straight Arrow Connector 32">
              <a:extLst>
                <a:ext uri="{FF2B5EF4-FFF2-40B4-BE49-F238E27FC236}">
                  <a16:creationId xmlns:a16="http://schemas.microsoft.com/office/drawing/2014/main" id="{6FE96A74-0DE0-A378-1C2C-CEAB3FE0FB62}"/>
                </a:ext>
              </a:extLst>
            </p:cNvPr>
            <p:cNvCxnSpPr>
              <a:cxnSpLocks noGrp="1" noRot="1" noMove="1" noResize="1" noEditPoints="1" noAdjustHandles="1" noChangeArrowheads="1" noChangeShapeType="1"/>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F2D1C40B-63A0-4757-539F-0D82BB5CEE8F}"/>
                </a:ext>
              </a:extLst>
            </p:cNvPr>
            <p:cNvSpPr>
              <a:spLocks noGrp="1" noRot="1" noMove="1" noResize="1" noEditPoints="1" noAdjustHandles="1" noChangeArrowheads="1" noChangeShapeType="1"/>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spTree>
    <p:extLst>
      <p:ext uri="{BB962C8B-B14F-4D97-AF65-F5344CB8AC3E}">
        <p14:creationId xmlns:p14="http://schemas.microsoft.com/office/powerpoint/2010/main" val="2415913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_Blank">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65E0739-3792-1DDE-9650-7D9335B5AB2C}"/>
              </a:ext>
            </a:extLst>
          </p:cNvPr>
          <p:cNvGraphicFramePr>
            <a:graphicFrameLocks noChangeAspect="1"/>
          </p:cNvGraphicFramePr>
          <p:nvPr userDrawn="1">
            <p:custDataLst>
              <p:tags r:id="rId1"/>
            </p:custDataLst>
            <p:extLst>
              <p:ext uri="{D42A27DB-BD31-4B8C-83A1-F6EECF244321}">
                <p14:modId xmlns:p14="http://schemas.microsoft.com/office/powerpoint/2010/main" val="6596597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5" name="think-cell data - do not delete" hidden="1">
                        <a:extLst>
                          <a:ext uri="{FF2B5EF4-FFF2-40B4-BE49-F238E27FC236}">
                            <a16:creationId xmlns:a16="http://schemas.microsoft.com/office/drawing/2014/main" id="{465E0739-3792-1DDE-9650-7D9335B5AB2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533821-7F6E-47FF-89CD-D057DAFB6B1F}"/>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en-GB"/>
          </a:p>
        </p:txBody>
      </p:sp>
    </p:spTree>
    <p:extLst>
      <p:ext uri="{BB962C8B-B14F-4D97-AF65-F5344CB8AC3E}">
        <p14:creationId xmlns:p14="http://schemas.microsoft.com/office/powerpoint/2010/main" val="2581262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_straplin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EC41D6E-C551-24C3-8EFA-255AF4D93991}"/>
              </a:ext>
            </a:extLst>
          </p:cNvPr>
          <p:cNvGraphicFramePr>
            <a:graphicFrameLocks noChangeAspect="1"/>
          </p:cNvGraphicFramePr>
          <p:nvPr userDrawn="1">
            <p:custDataLst>
              <p:tags r:id="rId1"/>
            </p:custDataLst>
            <p:extLst>
              <p:ext uri="{D42A27DB-BD31-4B8C-83A1-F6EECF244321}">
                <p14:modId xmlns:p14="http://schemas.microsoft.com/office/powerpoint/2010/main" val="32376274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5" name="think-cell data - do not delete" hidden="1">
                        <a:extLst>
                          <a:ext uri="{FF2B5EF4-FFF2-40B4-BE49-F238E27FC236}">
                            <a16:creationId xmlns:a16="http://schemas.microsoft.com/office/drawing/2014/main" id="{2EC41D6E-C551-24C3-8EFA-255AF4D9399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533821-7F6E-47FF-89CD-D057DAFB6B1F}"/>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en-GB"/>
          </a:p>
        </p:txBody>
      </p:sp>
      <p:sp>
        <p:nvSpPr>
          <p:cNvPr id="6" name="Text Placeholder 4">
            <a:extLst>
              <a:ext uri="{FF2B5EF4-FFF2-40B4-BE49-F238E27FC236}">
                <a16:creationId xmlns:a16="http://schemas.microsoft.com/office/drawing/2014/main" id="{CE23740F-F68F-4C07-EB5E-876AEB9D046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8" name="Text Placeholder 7">
            <a:extLst>
              <a:ext uri="{FF2B5EF4-FFF2-40B4-BE49-F238E27FC236}">
                <a16:creationId xmlns:a16="http://schemas.microsoft.com/office/drawing/2014/main" id="{5BDB3A30-6611-4B91-85BF-9B7EDD9C792F}"/>
              </a:ext>
            </a:extLst>
          </p:cNvPr>
          <p:cNvSpPr>
            <a:spLocks noGrp="1" noRot="1" noMove="1" noResize="1" noEditPoints="1" noAdjustHandles="1" noChangeArrowheads="1" noChangeShapeType="1"/>
          </p:cNvSpPr>
          <p:nvPr>
            <p:ph type="body" sz="quarter" idx="18" hasCustomPrompt="1"/>
          </p:nvPr>
        </p:nvSpPr>
        <p:spPr>
          <a:xfrm>
            <a:off x="982798" y="982800"/>
            <a:ext cx="10224000" cy="360000"/>
          </a:xfrm>
        </p:spPr>
        <p:txBody>
          <a:bodyPr lIns="0" tIns="0" rIns="0" bIns="0"/>
          <a:lstStyle>
            <a:lvl1pPr>
              <a:defRPr>
                <a:solidFill>
                  <a:srgbClr val="00B8F5"/>
                </a:solidFill>
              </a:defRPr>
            </a:lvl1pPr>
          </a:lstStyle>
          <a:p>
            <a:pPr lvl="0"/>
            <a:r>
              <a:rPr lang="en-US"/>
              <a:t>Use this strapline to </a:t>
            </a:r>
            <a:r>
              <a:rPr lang="en-US" err="1"/>
              <a:t>summarise</a:t>
            </a:r>
            <a:r>
              <a:rPr lang="en-US"/>
              <a:t> the key message — Keep it concise and clear, preferably 1-2 sentences only.</a:t>
            </a:r>
          </a:p>
        </p:txBody>
      </p:sp>
    </p:spTree>
    <p:extLst>
      <p:ext uri="{BB962C8B-B14F-4D97-AF65-F5344CB8AC3E}">
        <p14:creationId xmlns:p14="http://schemas.microsoft.com/office/powerpoint/2010/main" val="2521389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5D2D8990-E025-A763-91D4-DC92D6203501}"/>
              </a:ext>
            </a:extLst>
          </p:cNvPr>
          <p:cNvGraphicFramePr>
            <a:graphicFrameLocks noChangeAspect="1"/>
          </p:cNvGraphicFramePr>
          <p:nvPr userDrawn="1">
            <p:custDataLst>
              <p:tags r:id="rId1"/>
            </p:custDataLst>
            <p:extLst>
              <p:ext uri="{D42A27DB-BD31-4B8C-83A1-F6EECF244321}">
                <p14:modId xmlns:p14="http://schemas.microsoft.com/office/powerpoint/2010/main" val="5136153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8" name="think-cell data - do not delete" hidden="1">
                        <a:extLst>
                          <a:ext uri="{FF2B5EF4-FFF2-40B4-BE49-F238E27FC236}">
                            <a16:creationId xmlns:a16="http://schemas.microsoft.com/office/drawing/2014/main" id="{5D2D8990-E025-A763-91D4-DC92D62035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CCFC99C-7410-4D22-BA8D-48877FCFB6C0}"/>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en-GB"/>
          </a:p>
        </p:txBody>
      </p:sp>
      <p:sp>
        <p:nvSpPr>
          <p:cNvPr id="5" name="Text Placeholder 4">
            <a:extLst>
              <a:ext uri="{FF2B5EF4-FFF2-40B4-BE49-F238E27FC236}">
                <a16:creationId xmlns:a16="http://schemas.microsoft.com/office/drawing/2014/main" id="{BE8FC3E5-10AB-433C-9FE5-26B1F0CB5E08}"/>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6" name="Text Placeholder 7">
            <a:extLst>
              <a:ext uri="{FF2B5EF4-FFF2-40B4-BE49-F238E27FC236}">
                <a16:creationId xmlns:a16="http://schemas.microsoft.com/office/drawing/2014/main" id="{482EA90B-3B93-5622-2D63-7C41F1D6F0A2}"/>
              </a:ext>
            </a:extLst>
          </p:cNvPr>
          <p:cNvSpPr>
            <a:spLocks noGrp="1" noRot="1" noMove="1" noResize="1" noEditPoints="1" noAdjustHandles="1" noChangeArrowheads="1" noChangeShapeType="1"/>
          </p:cNvSpPr>
          <p:nvPr>
            <p:ph type="body" sz="quarter" idx="18" hasCustomPrompt="1"/>
          </p:nvPr>
        </p:nvSpPr>
        <p:spPr>
          <a:xfrm>
            <a:off x="982798" y="982800"/>
            <a:ext cx="10224000" cy="360000"/>
          </a:xfrm>
        </p:spPr>
        <p:txBody>
          <a:bodyPr lIns="0" tIns="0" rIns="0" bIns="0"/>
          <a:lstStyle>
            <a:lvl1pPr>
              <a:defRPr>
                <a:solidFill>
                  <a:schemeClr val="accent4">
                    <a:lumMod val="100000"/>
                  </a:schemeClr>
                </a:solidFill>
              </a:defRPr>
            </a:lvl1pPr>
          </a:lstStyle>
          <a:p>
            <a:pPr lvl="0"/>
            <a:r>
              <a:rPr lang="en-US"/>
              <a:t>Use this strapline to </a:t>
            </a:r>
            <a:r>
              <a:rPr lang="en-US" err="1"/>
              <a:t>summarise</a:t>
            </a:r>
            <a:r>
              <a:rPr lang="en-US"/>
              <a:t> the key message — Keep it concise and clear, preferably 1-2 sentences only.</a:t>
            </a:r>
          </a:p>
        </p:txBody>
      </p:sp>
      <p:sp>
        <p:nvSpPr>
          <p:cNvPr id="4" name="Text Placeholder 9">
            <a:extLst>
              <a:ext uri="{FF2B5EF4-FFF2-40B4-BE49-F238E27FC236}">
                <a16:creationId xmlns:a16="http://schemas.microsoft.com/office/drawing/2014/main" id="{BDF9075F-6391-B99D-96E0-118FFF79DC15}"/>
              </a:ext>
            </a:extLst>
          </p:cNvPr>
          <p:cNvSpPr>
            <a:spLocks noGrp="1" noRot="1" noMove="1" noResize="1" noEditPoints="1" noAdjustHandles="1" noChangeArrowheads="1" noChangeShapeType="1"/>
          </p:cNvSpPr>
          <p:nvPr>
            <p:ph type="body" sz="quarter" idx="56"/>
          </p:nvPr>
        </p:nvSpPr>
        <p:spPr>
          <a:xfrm>
            <a:off x="982800" y="1342800"/>
            <a:ext cx="10224000" cy="45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1861544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B7CBF219-6E16-A8D1-8099-6681842E2E03}"/>
              </a:ext>
            </a:extLst>
          </p:cNvPr>
          <p:cNvGraphicFramePr>
            <a:graphicFrameLocks noChangeAspect="1"/>
          </p:cNvGraphicFramePr>
          <p:nvPr userDrawn="1">
            <p:custDataLst>
              <p:tags r:id="rId1"/>
            </p:custDataLst>
            <p:extLst>
              <p:ext uri="{D42A27DB-BD31-4B8C-83A1-F6EECF244321}">
                <p14:modId xmlns:p14="http://schemas.microsoft.com/office/powerpoint/2010/main" val="7074679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9" name="think-cell data - do not delete" hidden="1">
                        <a:extLst>
                          <a:ext uri="{FF2B5EF4-FFF2-40B4-BE49-F238E27FC236}">
                            <a16:creationId xmlns:a16="http://schemas.microsoft.com/office/drawing/2014/main" id="{B7CBF219-6E16-A8D1-8099-6681842E2E0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DF69D30F-5094-425F-A158-0850AE27D366}"/>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en-GB"/>
          </a:p>
        </p:txBody>
      </p:sp>
      <p:sp>
        <p:nvSpPr>
          <p:cNvPr id="6" name="Text Placeholder 4">
            <a:extLst>
              <a:ext uri="{FF2B5EF4-FFF2-40B4-BE49-F238E27FC236}">
                <a16:creationId xmlns:a16="http://schemas.microsoft.com/office/drawing/2014/main" id="{97C09137-22D0-F0B2-1675-81507DE664D9}"/>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7" name="Text Placeholder 7">
            <a:extLst>
              <a:ext uri="{FF2B5EF4-FFF2-40B4-BE49-F238E27FC236}">
                <a16:creationId xmlns:a16="http://schemas.microsoft.com/office/drawing/2014/main" id="{CBB41EA9-4CED-E3EE-C966-73C5D99B2F77}"/>
              </a:ext>
            </a:extLst>
          </p:cNvPr>
          <p:cNvSpPr>
            <a:spLocks noGrp="1" noRot="1" noMove="1" noResize="1" noEditPoints="1" noAdjustHandles="1" noChangeArrowheads="1" noChangeShapeType="1"/>
          </p:cNvSpPr>
          <p:nvPr>
            <p:ph type="body" sz="quarter" idx="18" hasCustomPrompt="1"/>
          </p:nvPr>
        </p:nvSpPr>
        <p:spPr>
          <a:xfrm>
            <a:off x="982798" y="982800"/>
            <a:ext cx="10224000" cy="360000"/>
          </a:xfrm>
        </p:spPr>
        <p:txBody>
          <a:bodyPr lIns="0" tIns="0" rIns="0" bIns="0"/>
          <a:lstStyle>
            <a:lvl1pPr>
              <a:defRPr>
                <a:solidFill>
                  <a:schemeClr val="accent4">
                    <a:lumMod val="100000"/>
                  </a:schemeClr>
                </a:solidFill>
              </a:defRPr>
            </a:lvl1pPr>
          </a:lstStyle>
          <a:p>
            <a:pPr lvl="0"/>
            <a:r>
              <a:rPr lang="en-US"/>
              <a:t>Use this strapline to </a:t>
            </a:r>
            <a:r>
              <a:rPr lang="en-US" err="1"/>
              <a:t>summarise</a:t>
            </a:r>
            <a:r>
              <a:rPr lang="en-US"/>
              <a:t> the key message — Keep it concise and clear, preferably 1-2 sentences only.</a:t>
            </a:r>
          </a:p>
        </p:txBody>
      </p:sp>
      <p:sp>
        <p:nvSpPr>
          <p:cNvPr id="2" name="Text Placeholder 9">
            <a:extLst>
              <a:ext uri="{FF2B5EF4-FFF2-40B4-BE49-F238E27FC236}">
                <a16:creationId xmlns:a16="http://schemas.microsoft.com/office/drawing/2014/main" id="{F6EB368A-6103-29CF-AE05-7FC5E8CC14B6}"/>
              </a:ext>
            </a:extLst>
          </p:cNvPr>
          <p:cNvSpPr>
            <a:spLocks noGrp="1" noRot="1" noMove="1" noResize="1" noEditPoints="1" noAdjustHandles="1" noChangeArrowheads="1" noChangeShapeType="1"/>
          </p:cNvSpPr>
          <p:nvPr>
            <p:ph type="body" sz="quarter" idx="56"/>
          </p:nvPr>
        </p:nvSpPr>
        <p:spPr>
          <a:xfrm>
            <a:off x="982800" y="1342800"/>
            <a:ext cx="4932000" cy="45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8" name="Text Placeholder 9">
            <a:extLst>
              <a:ext uri="{FF2B5EF4-FFF2-40B4-BE49-F238E27FC236}">
                <a16:creationId xmlns:a16="http://schemas.microsoft.com/office/drawing/2014/main" id="{49739B9D-9D52-1204-3BBA-778940070CB3}"/>
              </a:ext>
            </a:extLst>
          </p:cNvPr>
          <p:cNvSpPr>
            <a:spLocks noGrp="1" noRot="1" noMove="1" noResize="1" noEditPoints="1" noAdjustHandles="1" noChangeArrowheads="1" noChangeShapeType="1"/>
          </p:cNvSpPr>
          <p:nvPr>
            <p:ph type="body" sz="quarter" idx="57"/>
          </p:nvPr>
        </p:nvSpPr>
        <p:spPr>
          <a:xfrm>
            <a:off x="6274798" y="1342800"/>
            <a:ext cx="4932000" cy="45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2056582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nalysis_Horizontal">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F3FD2EF9-2480-C0D8-C624-D8B5FB527DA4}"/>
              </a:ext>
            </a:extLst>
          </p:cNvPr>
          <p:cNvGraphicFramePr>
            <a:graphicFrameLocks noChangeAspect="1"/>
          </p:cNvGraphicFramePr>
          <p:nvPr userDrawn="1">
            <p:custDataLst>
              <p:tags r:id="rId1"/>
            </p:custDataLst>
            <p:extLst>
              <p:ext uri="{D42A27DB-BD31-4B8C-83A1-F6EECF244321}">
                <p14:modId xmlns:p14="http://schemas.microsoft.com/office/powerpoint/2010/main" val="26070180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11" name="think-cell data - do not delete" hidden="1">
                        <a:extLst>
                          <a:ext uri="{FF2B5EF4-FFF2-40B4-BE49-F238E27FC236}">
                            <a16:creationId xmlns:a16="http://schemas.microsoft.com/office/drawing/2014/main" id="{F3FD2EF9-2480-C0D8-C624-D8B5FB527D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CCFC99C-7410-4D22-BA8D-48877FCFB6C0}"/>
              </a:ext>
            </a:extLst>
          </p:cNvPr>
          <p:cNvSpPr>
            <a:spLocks noGrp="1" noRot="1" noMove="1" noResize="1" noEditPoints="1" noAdjustHandles="1" noChangeArrowheads="1" noChangeShapeType="1"/>
          </p:cNvSpPr>
          <p:nvPr>
            <p:ph type="title"/>
          </p:nvPr>
        </p:nvSpPr>
        <p:spPr>
          <a:xfrm>
            <a:off x="982800" y="440925"/>
            <a:ext cx="10224000" cy="539750"/>
          </a:xfrm>
        </p:spPr>
        <p:txBody>
          <a:bodyPr vert="horz"/>
          <a:lstStyle/>
          <a:p>
            <a:r>
              <a:rPr lang="en-US"/>
              <a:t>Click to edit Master title style</a:t>
            </a:r>
            <a:endParaRPr lang="en-GB"/>
          </a:p>
        </p:txBody>
      </p:sp>
      <p:sp>
        <p:nvSpPr>
          <p:cNvPr id="5" name="Text Placeholder 4">
            <a:extLst>
              <a:ext uri="{FF2B5EF4-FFF2-40B4-BE49-F238E27FC236}">
                <a16:creationId xmlns:a16="http://schemas.microsoft.com/office/drawing/2014/main" id="{BE8FC3E5-10AB-433C-9FE5-26B1F0CB5E08}"/>
              </a:ext>
            </a:extLst>
          </p:cNvPr>
          <p:cNvSpPr>
            <a:spLocks noGrp="1" noRot="1" noMove="1" noResize="1" noEditPoints="1" noAdjustHandles="1" noChangeArrowheads="1" noChangeShapeType="1"/>
          </p:cNvSpPr>
          <p:nvPr>
            <p:ph type="body" sz="quarter" idx="17" hasCustomPrompt="1"/>
          </p:nvPr>
        </p:nvSpPr>
        <p:spPr>
          <a:xfrm>
            <a:off x="982799" y="5876925"/>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6" name="Text Placeholder 7">
            <a:extLst>
              <a:ext uri="{FF2B5EF4-FFF2-40B4-BE49-F238E27FC236}">
                <a16:creationId xmlns:a16="http://schemas.microsoft.com/office/drawing/2014/main" id="{482EA90B-3B93-5622-2D63-7C41F1D6F0A2}"/>
              </a:ext>
            </a:extLst>
          </p:cNvPr>
          <p:cNvSpPr>
            <a:spLocks noGrp="1" noRot="1" noMove="1" noResize="1" noEditPoints="1" noAdjustHandles="1" noChangeArrowheads="1" noChangeShapeType="1"/>
          </p:cNvSpPr>
          <p:nvPr>
            <p:ph type="body" sz="quarter" idx="18" hasCustomPrompt="1"/>
          </p:nvPr>
        </p:nvSpPr>
        <p:spPr>
          <a:xfrm>
            <a:off x="982798" y="980925"/>
            <a:ext cx="10224000" cy="360000"/>
          </a:xfrm>
        </p:spPr>
        <p:txBody>
          <a:bodyPr lIns="0" tIns="0" rIns="0" bIns="0"/>
          <a:lstStyle>
            <a:lvl1pPr>
              <a:defRPr>
                <a:solidFill>
                  <a:schemeClr val="accent4">
                    <a:lumMod val="100000"/>
                  </a:schemeClr>
                </a:solidFill>
              </a:defRPr>
            </a:lvl1pPr>
          </a:lstStyle>
          <a:p>
            <a:pPr lvl="0"/>
            <a:r>
              <a:rPr lang="en-US"/>
              <a:t>Use this strapline to </a:t>
            </a:r>
            <a:r>
              <a:rPr lang="en-US" err="1"/>
              <a:t>summarise</a:t>
            </a:r>
            <a:r>
              <a:rPr lang="en-US"/>
              <a:t> the key message — Keep it concise and clear, preferably 1-2 sentences only.</a:t>
            </a:r>
          </a:p>
        </p:txBody>
      </p:sp>
      <p:sp>
        <p:nvSpPr>
          <p:cNvPr id="4" name="Content Placeholder 4">
            <a:extLst>
              <a:ext uri="{FF2B5EF4-FFF2-40B4-BE49-F238E27FC236}">
                <a16:creationId xmlns:a16="http://schemas.microsoft.com/office/drawing/2014/main" id="{C8AFD6AB-6B4D-9F46-D18D-247C30D68365}"/>
              </a:ext>
            </a:extLst>
          </p:cNvPr>
          <p:cNvSpPr>
            <a:spLocks noGrp="1" noRot="1" noMove="1" noResize="1" noEditPoints="1" noAdjustHandles="1" noChangeArrowheads="1" noChangeShapeType="1"/>
          </p:cNvSpPr>
          <p:nvPr>
            <p:ph sz="quarter" idx="54" hasCustomPrompt="1"/>
          </p:nvPr>
        </p:nvSpPr>
        <p:spPr>
          <a:xfrm>
            <a:off x="6274799" y="1342800"/>
            <a:ext cx="4932000" cy="216000"/>
          </a:xfrm>
          <a:solidFill>
            <a:srgbClr val="0C233C"/>
          </a:solidFill>
        </p:spPr>
        <p:txBody>
          <a:bodyPr lIns="36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 for Commentary box</a:t>
            </a:r>
            <a:endParaRPr lang="fi-FI"/>
          </a:p>
        </p:txBody>
      </p:sp>
      <p:sp>
        <p:nvSpPr>
          <p:cNvPr id="7" name="Content Placeholder 4">
            <a:extLst>
              <a:ext uri="{FF2B5EF4-FFF2-40B4-BE49-F238E27FC236}">
                <a16:creationId xmlns:a16="http://schemas.microsoft.com/office/drawing/2014/main" id="{A9C4C5E2-2E68-EF1A-28A7-AFEAF1D0D954}"/>
              </a:ext>
            </a:extLst>
          </p:cNvPr>
          <p:cNvSpPr>
            <a:spLocks noGrp="1" noRot="1" noMove="1" noResize="1" noEditPoints="1" noAdjustHandles="1" noChangeArrowheads="1" noChangeShapeType="1"/>
          </p:cNvSpPr>
          <p:nvPr>
            <p:ph sz="quarter" idx="55" hasCustomPrompt="1"/>
          </p:nvPr>
        </p:nvSpPr>
        <p:spPr>
          <a:xfrm>
            <a:off x="982798" y="1340925"/>
            <a:ext cx="4932000" cy="4536000"/>
          </a:xfrm>
          <a:noFill/>
          <a:ln>
            <a:noFill/>
          </a:ln>
        </p:spPr>
        <p:txBody>
          <a:bodyPr lIns="36000" tIns="36000" rIns="36000" bIns="36000" anchor="ctr"/>
          <a:lstStyle>
            <a:lvl1pPr algn="ctr">
              <a:defRPr sz="1800" b="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Chart / Table</a:t>
            </a:r>
            <a:endParaRPr lang="fi-FI"/>
          </a:p>
        </p:txBody>
      </p:sp>
      <p:sp>
        <p:nvSpPr>
          <p:cNvPr id="10" name="Text Placeholder 9">
            <a:extLst>
              <a:ext uri="{FF2B5EF4-FFF2-40B4-BE49-F238E27FC236}">
                <a16:creationId xmlns:a16="http://schemas.microsoft.com/office/drawing/2014/main" id="{80B2A4BA-F8C9-1F86-E7B0-336C9DF39434}"/>
              </a:ext>
            </a:extLst>
          </p:cNvPr>
          <p:cNvSpPr>
            <a:spLocks noGrp="1" noRot="1" noMove="1" noResize="1" noEditPoints="1" noAdjustHandles="1" noChangeArrowheads="1" noChangeShapeType="1"/>
          </p:cNvSpPr>
          <p:nvPr>
            <p:ph type="body" sz="quarter" idx="56"/>
          </p:nvPr>
        </p:nvSpPr>
        <p:spPr>
          <a:xfrm>
            <a:off x="6274800" y="1558800"/>
            <a:ext cx="4932000" cy="432136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1"/>
            <a:r>
              <a:rPr lang="fi-FI"/>
              <a:t>Note: If additional space is required, please reduce Top margin to 0cm</a:t>
            </a:r>
            <a:endParaRPr lang="en-US"/>
          </a:p>
        </p:txBody>
      </p:sp>
    </p:spTree>
    <p:extLst>
      <p:ext uri="{BB962C8B-B14F-4D97-AF65-F5344CB8AC3E}">
        <p14:creationId xmlns:p14="http://schemas.microsoft.com/office/powerpoint/2010/main" val="2325614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nalysis_Vertical">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F3FD2EF9-2480-C0D8-C624-D8B5FB527DA4}"/>
              </a:ext>
            </a:extLst>
          </p:cNvPr>
          <p:cNvGraphicFramePr>
            <a:graphicFrameLocks noChangeAspect="1"/>
          </p:cNvGraphicFramePr>
          <p:nvPr userDrawn="1">
            <p:custDataLst>
              <p:tags r:id="rId1"/>
            </p:custDataLst>
            <p:extLst>
              <p:ext uri="{D42A27DB-BD31-4B8C-83A1-F6EECF244321}">
                <p14:modId xmlns:p14="http://schemas.microsoft.com/office/powerpoint/2010/main" val="29938738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11" name="think-cell data - do not delete" hidden="1">
                        <a:extLst>
                          <a:ext uri="{FF2B5EF4-FFF2-40B4-BE49-F238E27FC236}">
                            <a16:creationId xmlns:a16="http://schemas.microsoft.com/office/drawing/2014/main" id="{F3FD2EF9-2480-C0D8-C624-D8B5FB527D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CCFC99C-7410-4D22-BA8D-48877FCFB6C0}"/>
              </a:ext>
            </a:extLst>
          </p:cNvPr>
          <p:cNvSpPr>
            <a:spLocks noGrp="1" noRot="1" noMove="1" noResize="1" noEditPoints="1" noAdjustHandles="1" noChangeArrowheads="1" noChangeShapeType="1"/>
          </p:cNvSpPr>
          <p:nvPr>
            <p:ph type="title"/>
          </p:nvPr>
        </p:nvSpPr>
        <p:spPr>
          <a:xfrm>
            <a:off x="982800" y="440925"/>
            <a:ext cx="10224000" cy="539750"/>
          </a:xfrm>
        </p:spPr>
        <p:txBody>
          <a:bodyPr vert="horz"/>
          <a:lstStyle/>
          <a:p>
            <a:r>
              <a:rPr lang="en-US"/>
              <a:t>Click to edit Master title style</a:t>
            </a:r>
            <a:endParaRPr lang="en-GB"/>
          </a:p>
        </p:txBody>
      </p:sp>
      <p:sp>
        <p:nvSpPr>
          <p:cNvPr id="5" name="Text Placeholder 4">
            <a:extLst>
              <a:ext uri="{FF2B5EF4-FFF2-40B4-BE49-F238E27FC236}">
                <a16:creationId xmlns:a16="http://schemas.microsoft.com/office/drawing/2014/main" id="{BE8FC3E5-10AB-433C-9FE5-26B1F0CB5E08}"/>
              </a:ext>
            </a:extLst>
          </p:cNvPr>
          <p:cNvSpPr>
            <a:spLocks noGrp="1" noRot="1" noMove="1" noResize="1" noEditPoints="1" noAdjustHandles="1" noChangeArrowheads="1" noChangeShapeType="1"/>
          </p:cNvSpPr>
          <p:nvPr>
            <p:ph type="body" sz="quarter" idx="17" hasCustomPrompt="1"/>
          </p:nvPr>
        </p:nvSpPr>
        <p:spPr>
          <a:xfrm>
            <a:off x="982799" y="5876925"/>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6" name="Text Placeholder 7">
            <a:extLst>
              <a:ext uri="{FF2B5EF4-FFF2-40B4-BE49-F238E27FC236}">
                <a16:creationId xmlns:a16="http://schemas.microsoft.com/office/drawing/2014/main" id="{482EA90B-3B93-5622-2D63-7C41F1D6F0A2}"/>
              </a:ext>
            </a:extLst>
          </p:cNvPr>
          <p:cNvSpPr>
            <a:spLocks noGrp="1" noRot="1" noMove="1" noResize="1" noEditPoints="1" noAdjustHandles="1" noChangeArrowheads="1" noChangeShapeType="1"/>
          </p:cNvSpPr>
          <p:nvPr>
            <p:ph type="body" sz="quarter" idx="18" hasCustomPrompt="1"/>
          </p:nvPr>
        </p:nvSpPr>
        <p:spPr>
          <a:xfrm>
            <a:off x="982798" y="980925"/>
            <a:ext cx="10224000" cy="360000"/>
          </a:xfrm>
        </p:spPr>
        <p:txBody>
          <a:bodyPr lIns="0" tIns="0" rIns="0" bIns="0"/>
          <a:lstStyle>
            <a:lvl1pPr>
              <a:defRPr>
                <a:solidFill>
                  <a:schemeClr val="accent4">
                    <a:lumMod val="100000"/>
                  </a:schemeClr>
                </a:solidFill>
              </a:defRPr>
            </a:lvl1pPr>
          </a:lstStyle>
          <a:p>
            <a:pPr lvl="0"/>
            <a:r>
              <a:rPr lang="en-US"/>
              <a:t>Use this strapline to </a:t>
            </a:r>
            <a:r>
              <a:rPr lang="en-US" err="1"/>
              <a:t>summarise</a:t>
            </a:r>
            <a:r>
              <a:rPr lang="en-US"/>
              <a:t> the key message — Keep it concise and clear, preferably 1-2 sentences only.</a:t>
            </a:r>
          </a:p>
        </p:txBody>
      </p:sp>
      <p:sp>
        <p:nvSpPr>
          <p:cNvPr id="4" name="Content Placeholder 4">
            <a:extLst>
              <a:ext uri="{FF2B5EF4-FFF2-40B4-BE49-F238E27FC236}">
                <a16:creationId xmlns:a16="http://schemas.microsoft.com/office/drawing/2014/main" id="{C8AFD6AB-6B4D-9F46-D18D-247C30D68365}"/>
              </a:ext>
            </a:extLst>
          </p:cNvPr>
          <p:cNvSpPr>
            <a:spLocks noGrp="1" noRot="1" noMove="1" noResize="1" noEditPoints="1" noAdjustHandles="1" noChangeArrowheads="1" noChangeShapeType="1"/>
          </p:cNvSpPr>
          <p:nvPr>
            <p:ph sz="quarter" idx="54" hasCustomPrompt="1"/>
          </p:nvPr>
        </p:nvSpPr>
        <p:spPr>
          <a:xfrm>
            <a:off x="982800" y="3646800"/>
            <a:ext cx="10224000" cy="216000"/>
          </a:xfrm>
          <a:solidFill>
            <a:srgbClr val="0C233C"/>
          </a:solidFill>
        </p:spPr>
        <p:txBody>
          <a:bodyPr lIns="36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 for Commentary box</a:t>
            </a:r>
            <a:endParaRPr lang="fi-FI"/>
          </a:p>
        </p:txBody>
      </p:sp>
      <p:sp>
        <p:nvSpPr>
          <p:cNvPr id="7" name="Content Placeholder 4">
            <a:extLst>
              <a:ext uri="{FF2B5EF4-FFF2-40B4-BE49-F238E27FC236}">
                <a16:creationId xmlns:a16="http://schemas.microsoft.com/office/drawing/2014/main" id="{A9C4C5E2-2E68-EF1A-28A7-AFEAF1D0D954}"/>
              </a:ext>
            </a:extLst>
          </p:cNvPr>
          <p:cNvSpPr>
            <a:spLocks noGrp="1" noRot="1" noMove="1" noResize="1" noEditPoints="1" noAdjustHandles="1" noChangeArrowheads="1" noChangeShapeType="1"/>
          </p:cNvSpPr>
          <p:nvPr>
            <p:ph sz="quarter" idx="55" hasCustomPrompt="1"/>
          </p:nvPr>
        </p:nvSpPr>
        <p:spPr>
          <a:xfrm>
            <a:off x="982798" y="1340925"/>
            <a:ext cx="10224000" cy="2232538"/>
          </a:xfrm>
          <a:noFill/>
          <a:ln>
            <a:noFill/>
          </a:ln>
        </p:spPr>
        <p:txBody>
          <a:bodyPr lIns="36000" tIns="36000" rIns="36000" bIns="36000" anchor="ctr"/>
          <a:lstStyle>
            <a:lvl1pPr algn="ctr">
              <a:defRPr sz="1800" b="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Chart / Table</a:t>
            </a:r>
            <a:endParaRPr lang="fi-FI"/>
          </a:p>
        </p:txBody>
      </p:sp>
      <p:sp>
        <p:nvSpPr>
          <p:cNvPr id="3" name="Text Placeholder 9">
            <a:extLst>
              <a:ext uri="{FF2B5EF4-FFF2-40B4-BE49-F238E27FC236}">
                <a16:creationId xmlns:a16="http://schemas.microsoft.com/office/drawing/2014/main" id="{44DCFDF5-C4F4-8CA4-4509-48E98EA0FB0F}"/>
              </a:ext>
            </a:extLst>
          </p:cNvPr>
          <p:cNvSpPr>
            <a:spLocks noGrp="1" noRot="1" noMove="1" noResize="1" noEditPoints="1" noAdjustHandles="1" noChangeArrowheads="1" noChangeShapeType="1"/>
          </p:cNvSpPr>
          <p:nvPr>
            <p:ph type="body" sz="quarter" idx="56"/>
          </p:nvPr>
        </p:nvSpPr>
        <p:spPr>
          <a:xfrm>
            <a:off x="982799" y="3862799"/>
            <a:ext cx="10224000" cy="201412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3127450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Financials_6 blocks">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8AAB42ED-8B53-1FA8-9804-6C4984B69C61}"/>
              </a:ext>
            </a:extLst>
          </p:cNvPr>
          <p:cNvGraphicFramePr>
            <a:graphicFrameLocks noChangeAspect="1"/>
          </p:cNvGraphicFramePr>
          <p:nvPr userDrawn="1">
            <p:custDataLst>
              <p:tags r:id="rId1"/>
            </p:custDataLst>
            <p:extLst>
              <p:ext uri="{D42A27DB-BD31-4B8C-83A1-F6EECF244321}">
                <p14:modId xmlns:p14="http://schemas.microsoft.com/office/powerpoint/2010/main" val="25692981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16" name="think-cell data - do not delete" hidden="1">
                        <a:extLst>
                          <a:ext uri="{FF2B5EF4-FFF2-40B4-BE49-F238E27FC236}">
                            <a16:creationId xmlns:a16="http://schemas.microsoft.com/office/drawing/2014/main" id="{8AAB42ED-8B53-1FA8-9804-6C4984B69C6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BF0D4475-E7FB-4B85-98BC-6710A3F070C9}"/>
              </a:ext>
            </a:extLst>
          </p:cNvPr>
          <p:cNvSpPr>
            <a:spLocks noGrp="1" noRot="1" noMove="1" noResize="1" noEditPoints="1" noAdjustHandles="1" noChangeArrowheads="1" noChangeShapeType="1"/>
          </p:cNvSpPr>
          <p:nvPr userDrawn="1"/>
        </p:nvSpPr>
        <p:spPr>
          <a:xfrm>
            <a:off x="982799" y="1341438"/>
            <a:ext cx="33480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2" name="Title 1">
            <a:extLst>
              <a:ext uri="{FF2B5EF4-FFF2-40B4-BE49-F238E27FC236}">
                <a16:creationId xmlns:a16="http://schemas.microsoft.com/office/drawing/2014/main" id="{BAFA1982-F1A4-4F5C-8E90-123744B31229}"/>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10" name="Text Placeholder 9">
            <a:extLst>
              <a:ext uri="{FF2B5EF4-FFF2-40B4-BE49-F238E27FC236}">
                <a16:creationId xmlns:a16="http://schemas.microsoft.com/office/drawing/2014/main" id="{9BD4A4D5-D742-4354-912B-FA7506C97D7D}"/>
              </a:ext>
            </a:extLst>
          </p:cNvPr>
          <p:cNvSpPr>
            <a:spLocks noGrp="1" noRot="1" noMove="1" noResize="1" noEditPoints="1" noAdjustHandles="1" noChangeArrowheads="1" noChangeShapeType="1"/>
          </p:cNvSpPr>
          <p:nvPr>
            <p:ph type="body" sz="quarter" idx="10" hasCustomPrompt="1"/>
          </p:nvPr>
        </p:nvSpPr>
        <p:spPr>
          <a:xfrm>
            <a:off x="982799" y="1342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17" name="Rectangle 16">
            <a:extLst>
              <a:ext uri="{FF2B5EF4-FFF2-40B4-BE49-F238E27FC236}">
                <a16:creationId xmlns:a16="http://schemas.microsoft.com/office/drawing/2014/main" id="{245F3841-8EC7-A2AC-E145-1E5EB1FB88F6}"/>
              </a:ext>
            </a:extLst>
          </p:cNvPr>
          <p:cNvSpPr>
            <a:spLocks noGrp="1" noRot="1" noMove="1" noResize="1" noEditPoints="1" noAdjustHandles="1" noChangeArrowheads="1" noChangeShapeType="1"/>
          </p:cNvSpPr>
          <p:nvPr userDrawn="1"/>
        </p:nvSpPr>
        <p:spPr>
          <a:xfrm>
            <a:off x="982799" y="3646800"/>
            <a:ext cx="33480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18" name="Text Placeholder 9">
            <a:extLst>
              <a:ext uri="{FF2B5EF4-FFF2-40B4-BE49-F238E27FC236}">
                <a16:creationId xmlns:a16="http://schemas.microsoft.com/office/drawing/2014/main" id="{49FE35D2-C163-4F88-2F71-D03F79521303}"/>
              </a:ext>
            </a:extLst>
          </p:cNvPr>
          <p:cNvSpPr>
            <a:spLocks noGrp="1" noRot="1" noMove="1" noResize="1" noEditPoints="1" noAdjustHandles="1" noChangeArrowheads="1" noChangeShapeType="1"/>
          </p:cNvSpPr>
          <p:nvPr>
            <p:ph type="body" sz="quarter" idx="11" hasCustomPrompt="1"/>
          </p:nvPr>
        </p:nvSpPr>
        <p:spPr>
          <a:xfrm>
            <a:off x="982799" y="3646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19" name="Rectangle 18">
            <a:extLst>
              <a:ext uri="{FF2B5EF4-FFF2-40B4-BE49-F238E27FC236}">
                <a16:creationId xmlns:a16="http://schemas.microsoft.com/office/drawing/2014/main" id="{495A9BEF-7F53-5B3F-56B2-2D515F55C7ED}"/>
              </a:ext>
            </a:extLst>
          </p:cNvPr>
          <p:cNvSpPr>
            <a:spLocks noGrp="1" noRot="1" noMove="1" noResize="1" noEditPoints="1" noAdjustHandles="1" noChangeArrowheads="1" noChangeShapeType="1"/>
          </p:cNvSpPr>
          <p:nvPr userDrawn="1"/>
        </p:nvSpPr>
        <p:spPr>
          <a:xfrm>
            <a:off x="4421629" y="1341438"/>
            <a:ext cx="3348745"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20" name="Text Placeholder 9">
            <a:extLst>
              <a:ext uri="{FF2B5EF4-FFF2-40B4-BE49-F238E27FC236}">
                <a16:creationId xmlns:a16="http://schemas.microsoft.com/office/drawing/2014/main" id="{71C4936A-7CA7-7F0A-4734-5D6FCC36BC88}"/>
              </a:ext>
            </a:extLst>
          </p:cNvPr>
          <p:cNvSpPr>
            <a:spLocks noGrp="1" noRot="1" noMove="1" noResize="1" noEditPoints="1" noAdjustHandles="1" noChangeArrowheads="1" noChangeShapeType="1"/>
          </p:cNvSpPr>
          <p:nvPr>
            <p:ph type="body" sz="quarter" idx="12" hasCustomPrompt="1"/>
          </p:nvPr>
        </p:nvSpPr>
        <p:spPr>
          <a:xfrm>
            <a:off x="4420799" y="1342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21" name="Rectangle 20">
            <a:extLst>
              <a:ext uri="{FF2B5EF4-FFF2-40B4-BE49-F238E27FC236}">
                <a16:creationId xmlns:a16="http://schemas.microsoft.com/office/drawing/2014/main" id="{B62798D6-4D7A-436C-929A-6FDC9FE86E74}"/>
              </a:ext>
            </a:extLst>
          </p:cNvPr>
          <p:cNvSpPr>
            <a:spLocks noGrp="1" noRot="1" noMove="1" noResize="1" noEditPoints="1" noAdjustHandles="1" noChangeArrowheads="1" noChangeShapeType="1"/>
          </p:cNvSpPr>
          <p:nvPr userDrawn="1"/>
        </p:nvSpPr>
        <p:spPr>
          <a:xfrm>
            <a:off x="4422001" y="3646800"/>
            <a:ext cx="33480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22" name="Text Placeholder 9">
            <a:extLst>
              <a:ext uri="{FF2B5EF4-FFF2-40B4-BE49-F238E27FC236}">
                <a16:creationId xmlns:a16="http://schemas.microsoft.com/office/drawing/2014/main" id="{B4B72759-1AC0-9CBA-8A27-4051D1593ED6}"/>
              </a:ext>
            </a:extLst>
          </p:cNvPr>
          <p:cNvSpPr>
            <a:spLocks noGrp="1" noRot="1" noMove="1" noResize="1" noEditPoints="1" noAdjustHandles="1" noChangeArrowheads="1" noChangeShapeType="1"/>
          </p:cNvSpPr>
          <p:nvPr>
            <p:ph type="body" sz="quarter" idx="13" hasCustomPrompt="1"/>
          </p:nvPr>
        </p:nvSpPr>
        <p:spPr>
          <a:xfrm>
            <a:off x="4422001" y="3646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23" name="Rectangle 22">
            <a:extLst>
              <a:ext uri="{FF2B5EF4-FFF2-40B4-BE49-F238E27FC236}">
                <a16:creationId xmlns:a16="http://schemas.microsoft.com/office/drawing/2014/main" id="{3E613037-AFA6-99BA-DBD4-3EC0C99CBF92}"/>
              </a:ext>
            </a:extLst>
          </p:cNvPr>
          <p:cNvSpPr>
            <a:spLocks noGrp="1" noRot="1" noMove="1" noResize="1" noEditPoints="1" noAdjustHandles="1" noChangeArrowheads="1" noChangeShapeType="1"/>
          </p:cNvSpPr>
          <p:nvPr userDrawn="1"/>
        </p:nvSpPr>
        <p:spPr>
          <a:xfrm>
            <a:off x="7858800" y="1341438"/>
            <a:ext cx="33480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24" name="Text Placeholder 9">
            <a:extLst>
              <a:ext uri="{FF2B5EF4-FFF2-40B4-BE49-F238E27FC236}">
                <a16:creationId xmlns:a16="http://schemas.microsoft.com/office/drawing/2014/main" id="{BF43D964-17C2-D4C5-F666-90CE2D608A18}"/>
              </a:ext>
            </a:extLst>
          </p:cNvPr>
          <p:cNvSpPr>
            <a:spLocks noGrp="1" noRot="1" noMove="1" noResize="1" noEditPoints="1" noAdjustHandles="1" noChangeArrowheads="1" noChangeShapeType="1"/>
          </p:cNvSpPr>
          <p:nvPr>
            <p:ph type="body" sz="quarter" idx="14" hasCustomPrompt="1"/>
          </p:nvPr>
        </p:nvSpPr>
        <p:spPr>
          <a:xfrm>
            <a:off x="7858798" y="1342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25" name="Rectangle 24">
            <a:extLst>
              <a:ext uri="{FF2B5EF4-FFF2-40B4-BE49-F238E27FC236}">
                <a16:creationId xmlns:a16="http://schemas.microsoft.com/office/drawing/2014/main" id="{C229C921-C477-F0FD-9C4C-EF61B3C40CB4}"/>
              </a:ext>
            </a:extLst>
          </p:cNvPr>
          <p:cNvSpPr>
            <a:spLocks noGrp="1" noRot="1" noMove="1" noResize="1" noEditPoints="1" noAdjustHandles="1" noChangeArrowheads="1" noChangeShapeType="1"/>
          </p:cNvSpPr>
          <p:nvPr userDrawn="1"/>
        </p:nvSpPr>
        <p:spPr>
          <a:xfrm>
            <a:off x="7858798" y="3646800"/>
            <a:ext cx="33480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26" name="Text Placeholder 9">
            <a:extLst>
              <a:ext uri="{FF2B5EF4-FFF2-40B4-BE49-F238E27FC236}">
                <a16:creationId xmlns:a16="http://schemas.microsoft.com/office/drawing/2014/main" id="{D94830E5-8FA3-3494-CFA7-A16C6FEC24DD}"/>
              </a:ext>
            </a:extLst>
          </p:cNvPr>
          <p:cNvSpPr>
            <a:spLocks noGrp="1" noRot="1" noMove="1" noResize="1" noEditPoints="1" noAdjustHandles="1" noChangeArrowheads="1" noChangeShapeType="1"/>
          </p:cNvSpPr>
          <p:nvPr>
            <p:ph type="body" sz="quarter" idx="15" hasCustomPrompt="1"/>
          </p:nvPr>
        </p:nvSpPr>
        <p:spPr>
          <a:xfrm>
            <a:off x="7858798" y="3646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29" name="Text Placeholder 4">
            <a:extLst>
              <a:ext uri="{FF2B5EF4-FFF2-40B4-BE49-F238E27FC236}">
                <a16:creationId xmlns:a16="http://schemas.microsoft.com/office/drawing/2014/main" id="{FC31B3C1-D254-E212-9A03-BD9E8F073350}"/>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30" name="Text Placeholder 7">
            <a:extLst>
              <a:ext uri="{FF2B5EF4-FFF2-40B4-BE49-F238E27FC236}">
                <a16:creationId xmlns:a16="http://schemas.microsoft.com/office/drawing/2014/main" id="{C4898BAA-C141-C136-301C-1A05C5B89851}"/>
              </a:ext>
            </a:extLst>
          </p:cNvPr>
          <p:cNvSpPr>
            <a:spLocks noGrp="1" noRot="1" noMove="1" noResize="1" noEditPoints="1" noAdjustHandles="1" noChangeArrowheads="1" noChangeShapeType="1"/>
          </p:cNvSpPr>
          <p:nvPr>
            <p:ph type="body" sz="quarter" idx="18" hasCustomPrompt="1"/>
          </p:nvPr>
        </p:nvSpPr>
        <p:spPr>
          <a:xfrm>
            <a:off x="982798" y="982800"/>
            <a:ext cx="10224000" cy="360000"/>
          </a:xfrm>
        </p:spPr>
        <p:txBody>
          <a:bodyPr lIns="0" tIns="0" rIns="0" bIns="0"/>
          <a:lstStyle>
            <a:lvl1pPr>
              <a:defRPr>
                <a:solidFill>
                  <a:schemeClr val="accent4">
                    <a:lumMod val="100000"/>
                  </a:schemeClr>
                </a:solidFill>
              </a:defRPr>
            </a:lvl1pPr>
          </a:lstStyle>
          <a:p>
            <a:pPr lvl="0"/>
            <a:r>
              <a:rPr lang="en-US"/>
              <a:t>Use this strapline to </a:t>
            </a:r>
            <a:r>
              <a:rPr lang="en-US" err="1"/>
              <a:t>summarise</a:t>
            </a:r>
            <a:r>
              <a:rPr lang="en-US"/>
              <a:t> the key message — Keep it concise and clear, preferably 1-2 sentences only.</a:t>
            </a:r>
          </a:p>
        </p:txBody>
      </p:sp>
    </p:spTree>
    <p:extLst>
      <p:ext uri="{BB962C8B-B14F-4D97-AF65-F5344CB8AC3E}">
        <p14:creationId xmlns:p14="http://schemas.microsoft.com/office/powerpoint/2010/main" val="3859849433"/>
      </p:ext>
    </p:extLst>
  </p:cSld>
  <p:clrMapOvr>
    <a:masterClrMapping/>
  </p:clrMapOvr>
  <p:extLst>
    <p:ext uri="{DCECCB84-F9BA-43D5-87BE-67443E8EF086}">
      <p15:sldGuideLst xmlns:p15="http://schemas.microsoft.com/office/powerpoint/2012/main">
        <p15:guide id="1" pos="2729" userDrawn="1">
          <p15:clr>
            <a:srgbClr val="FBAE40"/>
          </p15:clr>
        </p15:guide>
        <p15:guide id="2" pos="2774" userDrawn="1">
          <p15:clr>
            <a:srgbClr val="FBAE40"/>
          </p15:clr>
        </p15:guide>
        <p15:guide id="3" pos="4896" userDrawn="1">
          <p15:clr>
            <a:srgbClr val="FBAE40"/>
          </p15:clr>
        </p15:guide>
        <p15:guide id="4" pos="495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Financials_5 blocks">
    <p:spTree>
      <p:nvGrpSpPr>
        <p:cNvPr id="1" name=""/>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C733A70D-2054-F9EB-C8FC-61213FFFBFE4}"/>
              </a:ext>
            </a:extLst>
          </p:cNvPr>
          <p:cNvGraphicFramePr>
            <a:graphicFrameLocks noChangeAspect="1"/>
          </p:cNvGraphicFramePr>
          <p:nvPr userDrawn="1">
            <p:custDataLst>
              <p:tags r:id="rId1"/>
            </p:custDataLst>
            <p:extLst>
              <p:ext uri="{D42A27DB-BD31-4B8C-83A1-F6EECF244321}">
                <p14:modId xmlns:p14="http://schemas.microsoft.com/office/powerpoint/2010/main" val="26502301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2" name="think-cell data - do not delete" hidden="1">
                        <a:extLst>
                          <a:ext uri="{FF2B5EF4-FFF2-40B4-BE49-F238E27FC236}">
                            <a16:creationId xmlns:a16="http://schemas.microsoft.com/office/drawing/2014/main" id="{C733A70D-2054-F9EB-C8FC-61213FFFBFE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AFA1982-F1A4-4F5C-8E90-123744B31229}"/>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4" name="Rectangle 3">
            <a:extLst>
              <a:ext uri="{FF2B5EF4-FFF2-40B4-BE49-F238E27FC236}">
                <a16:creationId xmlns:a16="http://schemas.microsoft.com/office/drawing/2014/main" id="{59D39155-15BD-4721-B42B-3CE04C8D03C5}"/>
              </a:ext>
            </a:extLst>
          </p:cNvPr>
          <p:cNvSpPr>
            <a:spLocks noGrp="1" noRot="1" noMove="1" noResize="1" noEditPoints="1" noAdjustHandles="1" noChangeArrowheads="1" noChangeShapeType="1"/>
          </p:cNvSpPr>
          <p:nvPr userDrawn="1"/>
        </p:nvSpPr>
        <p:spPr>
          <a:xfrm>
            <a:off x="982800" y="3646800"/>
            <a:ext cx="506875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9" name="Rectangle 8">
            <a:extLst>
              <a:ext uri="{FF2B5EF4-FFF2-40B4-BE49-F238E27FC236}">
                <a16:creationId xmlns:a16="http://schemas.microsoft.com/office/drawing/2014/main" id="{7B6AEEB2-504B-4529-BB91-65B98F96B9D2}"/>
              </a:ext>
            </a:extLst>
          </p:cNvPr>
          <p:cNvSpPr>
            <a:spLocks noGrp="1" noRot="1" noMove="1" noResize="1" noEditPoints="1" noAdjustHandles="1" noChangeArrowheads="1" noChangeShapeType="1"/>
          </p:cNvSpPr>
          <p:nvPr userDrawn="1"/>
        </p:nvSpPr>
        <p:spPr>
          <a:xfrm>
            <a:off x="6140449" y="3646800"/>
            <a:ext cx="50688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19" name="Text Placeholder 9">
            <a:extLst>
              <a:ext uri="{FF2B5EF4-FFF2-40B4-BE49-F238E27FC236}">
                <a16:creationId xmlns:a16="http://schemas.microsoft.com/office/drawing/2014/main" id="{750C7CC4-E046-4667-67EF-C2881D51C41B}"/>
              </a:ext>
            </a:extLst>
          </p:cNvPr>
          <p:cNvSpPr>
            <a:spLocks noGrp="1" noRot="1" noMove="1" noResize="1" noEditPoints="1" noAdjustHandles="1" noChangeArrowheads="1" noChangeShapeType="1"/>
          </p:cNvSpPr>
          <p:nvPr>
            <p:ph type="body" sz="quarter" idx="15" hasCustomPrompt="1"/>
          </p:nvPr>
        </p:nvSpPr>
        <p:spPr>
          <a:xfrm>
            <a:off x="982800" y="3646800"/>
            <a:ext cx="506875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20" name="Text Placeholder 9">
            <a:extLst>
              <a:ext uri="{FF2B5EF4-FFF2-40B4-BE49-F238E27FC236}">
                <a16:creationId xmlns:a16="http://schemas.microsoft.com/office/drawing/2014/main" id="{2064B754-C639-55EA-ABFE-5DB1C3E34742}"/>
              </a:ext>
            </a:extLst>
          </p:cNvPr>
          <p:cNvSpPr>
            <a:spLocks noGrp="1" noRot="1" noMove="1" noResize="1" noEditPoints="1" noAdjustHandles="1" noChangeArrowheads="1" noChangeShapeType="1"/>
          </p:cNvSpPr>
          <p:nvPr>
            <p:ph type="body" sz="quarter" idx="16" hasCustomPrompt="1"/>
          </p:nvPr>
        </p:nvSpPr>
        <p:spPr>
          <a:xfrm>
            <a:off x="6140449" y="3646800"/>
            <a:ext cx="50688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21" name="Text Placeholder 4">
            <a:extLst>
              <a:ext uri="{FF2B5EF4-FFF2-40B4-BE49-F238E27FC236}">
                <a16:creationId xmlns:a16="http://schemas.microsoft.com/office/drawing/2014/main" id="{E8722A8D-0736-4C81-6342-73B1BCC86E19}"/>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23" name="Text Placeholder 7">
            <a:extLst>
              <a:ext uri="{FF2B5EF4-FFF2-40B4-BE49-F238E27FC236}">
                <a16:creationId xmlns:a16="http://schemas.microsoft.com/office/drawing/2014/main" id="{E1B3FEAD-78CC-DFDD-92F1-7FE2C2635A73}"/>
              </a:ext>
            </a:extLst>
          </p:cNvPr>
          <p:cNvSpPr>
            <a:spLocks noGrp="1" noRot="1" noMove="1" noResize="1" noEditPoints="1" noAdjustHandles="1" noChangeArrowheads="1" noChangeShapeType="1"/>
          </p:cNvSpPr>
          <p:nvPr>
            <p:ph type="body" sz="quarter" idx="18" hasCustomPrompt="1"/>
          </p:nvPr>
        </p:nvSpPr>
        <p:spPr>
          <a:xfrm>
            <a:off x="982798" y="982800"/>
            <a:ext cx="10224000" cy="360000"/>
          </a:xfrm>
        </p:spPr>
        <p:txBody>
          <a:bodyPr lIns="0" tIns="0" rIns="0" bIns="0"/>
          <a:lstStyle>
            <a:lvl1pPr>
              <a:defRPr>
                <a:solidFill>
                  <a:schemeClr val="accent4">
                    <a:lumMod val="100000"/>
                  </a:schemeClr>
                </a:solidFill>
              </a:defRPr>
            </a:lvl1pPr>
          </a:lstStyle>
          <a:p>
            <a:pPr lvl="0"/>
            <a:r>
              <a:rPr lang="en-US"/>
              <a:t>Use this strapline to </a:t>
            </a:r>
            <a:r>
              <a:rPr lang="en-US" err="1"/>
              <a:t>summarise</a:t>
            </a:r>
            <a:r>
              <a:rPr lang="en-US"/>
              <a:t> the key message — Keep it concise and clear, preferably 1-2 sentences only.</a:t>
            </a:r>
          </a:p>
        </p:txBody>
      </p:sp>
      <p:sp>
        <p:nvSpPr>
          <p:cNvPr id="5" name="Rectangle 4">
            <a:extLst>
              <a:ext uri="{FF2B5EF4-FFF2-40B4-BE49-F238E27FC236}">
                <a16:creationId xmlns:a16="http://schemas.microsoft.com/office/drawing/2014/main" id="{7D9D7A9D-2195-F487-8108-C021EFF42ED9}"/>
              </a:ext>
            </a:extLst>
          </p:cNvPr>
          <p:cNvSpPr>
            <a:spLocks noGrp="1" noRot="1" noMove="1" noResize="1" noEditPoints="1" noAdjustHandles="1" noChangeArrowheads="1" noChangeShapeType="1"/>
          </p:cNvSpPr>
          <p:nvPr userDrawn="1"/>
        </p:nvSpPr>
        <p:spPr>
          <a:xfrm>
            <a:off x="982799" y="1341438"/>
            <a:ext cx="33480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6" name="Text Placeholder 9">
            <a:extLst>
              <a:ext uri="{FF2B5EF4-FFF2-40B4-BE49-F238E27FC236}">
                <a16:creationId xmlns:a16="http://schemas.microsoft.com/office/drawing/2014/main" id="{ED8A6C5C-A85D-CE8D-70E5-8D96B7C78D1E}"/>
              </a:ext>
            </a:extLst>
          </p:cNvPr>
          <p:cNvSpPr>
            <a:spLocks noGrp="1" noRot="1" noMove="1" noResize="1" noEditPoints="1" noAdjustHandles="1" noChangeArrowheads="1" noChangeShapeType="1"/>
          </p:cNvSpPr>
          <p:nvPr>
            <p:ph type="body" sz="quarter" idx="10" hasCustomPrompt="1"/>
          </p:nvPr>
        </p:nvSpPr>
        <p:spPr>
          <a:xfrm>
            <a:off x="982799" y="1342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7" name="Rectangle 6">
            <a:extLst>
              <a:ext uri="{FF2B5EF4-FFF2-40B4-BE49-F238E27FC236}">
                <a16:creationId xmlns:a16="http://schemas.microsoft.com/office/drawing/2014/main" id="{FD780DEB-781A-BE97-5A20-88094265A0CB}"/>
              </a:ext>
            </a:extLst>
          </p:cNvPr>
          <p:cNvSpPr>
            <a:spLocks noGrp="1" noRot="1" noMove="1" noResize="1" noEditPoints="1" noAdjustHandles="1" noChangeArrowheads="1" noChangeShapeType="1"/>
          </p:cNvSpPr>
          <p:nvPr userDrawn="1"/>
        </p:nvSpPr>
        <p:spPr>
          <a:xfrm>
            <a:off x="4421629" y="1341438"/>
            <a:ext cx="3348745"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8" name="Text Placeholder 9">
            <a:extLst>
              <a:ext uri="{FF2B5EF4-FFF2-40B4-BE49-F238E27FC236}">
                <a16:creationId xmlns:a16="http://schemas.microsoft.com/office/drawing/2014/main" id="{2470E787-9953-8598-65B0-8B443788645F}"/>
              </a:ext>
            </a:extLst>
          </p:cNvPr>
          <p:cNvSpPr>
            <a:spLocks noGrp="1" noRot="1" noMove="1" noResize="1" noEditPoints="1" noAdjustHandles="1" noChangeArrowheads="1" noChangeShapeType="1"/>
          </p:cNvSpPr>
          <p:nvPr>
            <p:ph type="body" sz="quarter" idx="12" hasCustomPrompt="1"/>
          </p:nvPr>
        </p:nvSpPr>
        <p:spPr>
          <a:xfrm>
            <a:off x="4420799" y="1342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13" name="Rectangle 12">
            <a:extLst>
              <a:ext uri="{FF2B5EF4-FFF2-40B4-BE49-F238E27FC236}">
                <a16:creationId xmlns:a16="http://schemas.microsoft.com/office/drawing/2014/main" id="{9F711AD7-0A45-9DAD-5339-3050F0A8C0FB}"/>
              </a:ext>
            </a:extLst>
          </p:cNvPr>
          <p:cNvSpPr>
            <a:spLocks noGrp="1" noRot="1" noMove="1" noResize="1" noEditPoints="1" noAdjustHandles="1" noChangeArrowheads="1" noChangeShapeType="1"/>
          </p:cNvSpPr>
          <p:nvPr userDrawn="1"/>
        </p:nvSpPr>
        <p:spPr>
          <a:xfrm>
            <a:off x="7858800" y="1341438"/>
            <a:ext cx="33480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14" name="Text Placeholder 9">
            <a:extLst>
              <a:ext uri="{FF2B5EF4-FFF2-40B4-BE49-F238E27FC236}">
                <a16:creationId xmlns:a16="http://schemas.microsoft.com/office/drawing/2014/main" id="{B1994A01-1704-E4FC-FFB9-A17479BBF784}"/>
              </a:ext>
            </a:extLst>
          </p:cNvPr>
          <p:cNvSpPr>
            <a:spLocks noGrp="1" noRot="1" noMove="1" noResize="1" noEditPoints="1" noAdjustHandles="1" noChangeArrowheads="1" noChangeShapeType="1"/>
          </p:cNvSpPr>
          <p:nvPr>
            <p:ph type="body" sz="quarter" idx="14" hasCustomPrompt="1"/>
          </p:nvPr>
        </p:nvSpPr>
        <p:spPr>
          <a:xfrm>
            <a:off x="7858798" y="1342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Tree>
    <p:extLst>
      <p:ext uri="{BB962C8B-B14F-4D97-AF65-F5344CB8AC3E}">
        <p14:creationId xmlns:p14="http://schemas.microsoft.com/office/powerpoint/2010/main" val="2717160010"/>
      </p:ext>
    </p:extLst>
  </p:cSld>
  <p:clrMapOvr>
    <a:masterClrMapping/>
  </p:clrMapOvr>
  <p:extLst>
    <p:ext uri="{DCECCB84-F9BA-43D5-87BE-67443E8EF086}">
      <p15:sldGuideLst xmlns:p15="http://schemas.microsoft.com/office/powerpoint/2012/main">
        <p15:guide id="1" pos="3812" userDrawn="1">
          <p15:clr>
            <a:srgbClr val="FBAE40"/>
          </p15:clr>
        </p15:guide>
        <p15:guide id="2" pos="386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R REFERENCE_Key Findings Overview">
    <p:spTree>
      <p:nvGrpSpPr>
        <p:cNvPr id="1" name=""/>
        <p:cNvGrpSpPr/>
        <p:nvPr/>
      </p:nvGrpSpPr>
      <p:grpSpPr>
        <a:xfrm>
          <a:off x="0" y="0"/>
          <a:ext cx="0" cy="0"/>
          <a:chOff x="0" y="0"/>
          <a:chExt cx="0" cy="0"/>
        </a:xfrm>
      </p:grpSpPr>
      <p:graphicFrame>
        <p:nvGraphicFramePr>
          <p:cNvPr id="51" name="think-cell data - do not delete" hidden="1">
            <a:extLst>
              <a:ext uri="{FF2B5EF4-FFF2-40B4-BE49-F238E27FC236}">
                <a16:creationId xmlns:a16="http://schemas.microsoft.com/office/drawing/2014/main" id="{3411D427-8E07-FF1D-63DE-917C192ED633}"/>
              </a:ext>
            </a:extLst>
          </p:cNvPr>
          <p:cNvGraphicFramePr>
            <a:graphicFrameLocks noChangeAspect="1"/>
          </p:cNvGraphicFramePr>
          <p:nvPr userDrawn="1">
            <p:custDataLst>
              <p:tags r:id="rId1"/>
            </p:custDataLst>
            <p:extLst>
              <p:ext uri="{D42A27DB-BD31-4B8C-83A1-F6EECF244321}">
                <p14:modId xmlns:p14="http://schemas.microsoft.com/office/powerpoint/2010/main" val="8050457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1" name="think-cell data - do not delete" hidden="1">
                        <a:extLst>
                          <a:ext uri="{FF2B5EF4-FFF2-40B4-BE49-F238E27FC236}">
                            <a16:creationId xmlns:a16="http://schemas.microsoft.com/office/drawing/2014/main" id="{3411D427-8E07-FF1D-63DE-917C192ED63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D89E85F-1BC8-2991-F406-4811F1F49E75}"/>
              </a:ext>
            </a:extLst>
          </p:cNvPr>
          <p:cNvSpPr>
            <a:spLocks noGrp="1"/>
          </p:cNvSpPr>
          <p:nvPr>
            <p:ph type="title"/>
          </p:nvPr>
        </p:nvSpPr>
        <p:spPr>
          <a:xfrm>
            <a:off x="982801" y="442800"/>
            <a:ext cx="10224000" cy="539750"/>
          </a:xfrm>
        </p:spPr>
        <p:txBody>
          <a:bodyPr vert="horz" lIns="0" tIns="0" rIns="0" bIns="0" anchor="ctr"/>
          <a:lstStyle/>
          <a:p>
            <a:r>
              <a:rPr lang="en-US"/>
              <a:t>Click to edit Master title style</a:t>
            </a:r>
            <a:endParaRPr lang="fi-FI"/>
          </a:p>
        </p:txBody>
      </p:sp>
      <p:graphicFrame>
        <p:nvGraphicFramePr>
          <p:cNvPr id="8" name="Table 5">
            <a:extLst>
              <a:ext uri="{FF2B5EF4-FFF2-40B4-BE49-F238E27FC236}">
                <a16:creationId xmlns:a16="http://schemas.microsoft.com/office/drawing/2014/main" id="{67D2B96B-3F85-28A9-B3C1-E70794402796}"/>
              </a:ext>
            </a:extLst>
          </p:cNvPr>
          <p:cNvGraphicFramePr>
            <a:graphicFrameLocks noGrp="1"/>
          </p:cNvGraphicFramePr>
          <p:nvPr userDrawn="1">
            <p:extLst>
              <p:ext uri="{D42A27DB-BD31-4B8C-83A1-F6EECF244321}">
                <p14:modId xmlns:p14="http://schemas.microsoft.com/office/powerpoint/2010/main" val="585310321"/>
              </p:ext>
            </p:extLst>
          </p:nvPr>
        </p:nvGraphicFramePr>
        <p:xfrm>
          <a:off x="1010917" y="1328737"/>
          <a:ext cx="10198421" cy="4565302"/>
        </p:xfrm>
        <a:graphic>
          <a:graphicData uri="http://schemas.openxmlformats.org/drawingml/2006/table">
            <a:tbl>
              <a:tblPr firstRow="1" bandRow="1">
                <a:tableStyleId>{72833802-FEF1-4C79-8D5D-14CF1EAF98D9}</a:tableStyleId>
              </a:tblPr>
              <a:tblGrid>
                <a:gridCol w="437334">
                  <a:extLst>
                    <a:ext uri="{9D8B030D-6E8A-4147-A177-3AD203B41FA5}">
                      <a16:colId xmlns:a16="http://schemas.microsoft.com/office/drawing/2014/main" val="2327283339"/>
                    </a:ext>
                  </a:extLst>
                </a:gridCol>
                <a:gridCol w="153690">
                  <a:extLst>
                    <a:ext uri="{9D8B030D-6E8A-4147-A177-3AD203B41FA5}">
                      <a16:colId xmlns:a16="http://schemas.microsoft.com/office/drawing/2014/main" val="678578720"/>
                    </a:ext>
                  </a:extLst>
                </a:gridCol>
                <a:gridCol w="225573">
                  <a:extLst>
                    <a:ext uri="{9D8B030D-6E8A-4147-A177-3AD203B41FA5}">
                      <a16:colId xmlns:a16="http://schemas.microsoft.com/office/drawing/2014/main" val="3115575427"/>
                    </a:ext>
                  </a:extLst>
                </a:gridCol>
                <a:gridCol w="1575410">
                  <a:extLst>
                    <a:ext uri="{9D8B030D-6E8A-4147-A177-3AD203B41FA5}">
                      <a16:colId xmlns:a16="http://schemas.microsoft.com/office/drawing/2014/main" val="404920407"/>
                    </a:ext>
                  </a:extLst>
                </a:gridCol>
                <a:gridCol w="1301069">
                  <a:extLst>
                    <a:ext uri="{9D8B030D-6E8A-4147-A177-3AD203B41FA5}">
                      <a16:colId xmlns:a16="http://schemas.microsoft.com/office/drawing/2014/main" val="4178528254"/>
                    </a:ext>
                  </a:extLst>
                </a:gridCol>
                <a:gridCol w="1301069">
                  <a:extLst>
                    <a:ext uri="{9D8B030D-6E8A-4147-A177-3AD203B41FA5}">
                      <a16:colId xmlns:a16="http://schemas.microsoft.com/office/drawing/2014/main" val="2741807410"/>
                    </a:ext>
                  </a:extLst>
                </a:gridCol>
                <a:gridCol w="1301069">
                  <a:extLst>
                    <a:ext uri="{9D8B030D-6E8A-4147-A177-3AD203B41FA5}">
                      <a16:colId xmlns:a16="http://schemas.microsoft.com/office/drawing/2014/main" val="3567258771"/>
                    </a:ext>
                  </a:extLst>
                </a:gridCol>
                <a:gridCol w="1301069">
                  <a:extLst>
                    <a:ext uri="{9D8B030D-6E8A-4147-A177-3AD203B41FA5}">
                      <a16:colId xmlns:a16="http://schemas.microsoft.com/office/drawing/2014/main" val="1373353783"/>
                    </a:ext>
                  </a:extLst>
                </a:gridCol>
                <a:gridCol w="1301069">
                  <a:extLst>
                    <a:ext uri="{9D8B030D-6E8A-4147-A177-3AD203B41FA5}">
                      <a16:colId xmlns:a16="http://schemas.microsoft.com/office/drawing/2014/main" val="3918861011"/>
                    </a:ext>
                  </a:extLst>
                </a:gridCol>
                <a:gridCol w="1301069">
                  <a:extLst>
                    <a:ext uri="{9D8B030D-6E8A-4147-A177-3AD203B41FA5}">
                      <a16:colId xmlns:a16="http://schemas.microsoft.com/office/drawing/2014/main" val="5814798"/>
                    </a:ext>
                  </a:extLst>
                </a:gridCol>
              </a:tblGrid>
              <a:tr h="457315">
                <a:tc gridSpan="4">
                  <a:txBody>
                    <a:bodyPr/>
                    <a:lstStyle/>
                    <a:p>
                      <a:pPr algn="l" rtl="0">
                        <a:lnSpc>
                          <a:spcPct val="75000"/>
                        </a:lnSpc>
                      </a:pPr>
                      <a:r>
                        <a:rPr lang="en-US" sz="2000" u="none">
                          <a:solidFill>
                            <a:schemeClr val="accent3"/>
                          </a:solidFill>
                          <a:latin typeface="+mj-lt"/>
                        </a:rPr>
                        <a:t>Value lever</a:t>
                      </a:r>
                    </a:p>
                  </a:txBody>
                  <a:tcPr marL="27432" marR="27432" marT="27432" marB="27432" anchor="b">
                    <a:lnL w="127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pPr algn="l" rtl="0"/>
                      <a:endParaRPr lang="en-US" sz="100">
                        <a:solidFill>
                          <a:schemeClr val="tx2"/>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l" rtl="0"/>
                      <a:r>
                        <a:rPr lang="en-US" sz="1000">
                          <a:solidFill>
                            <a:schemeClr val="tx2"/>
                          </a:solidFill>
                        </a:rPr>
                        <a:t>Value lever</a:t>
                      </a:r>
                    </a:p>
                  </a:txBody>
                  <a:tcPr marL="74295" marR="74295" marT="37148" marB="37148" anchor="b">
                    <a:lnL w="127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l" rtl="0"/>
                      <a:r>
                        <a:rPr lang="en-US" sz="1000">
                          <a:solidFill>
                            <a:schemeClr val="tx2"/>
                          </a:solidFill>
                        </a:rPr>
                        <a:t>Value lever</a:t>
                      </a:r>
                    </a:p>
                  </a:txBody>
                  <a:tcPr marL="74295" marR="74295" marT="37148" marB="37148" anchor="b">
                    <a:lnL w="381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rtl="0">
                        <a:lnSpc>
                          <a:spcPct val="75000"/>
                        </a:lnSpc>
                      </a:pPr>
                      <a:r>
                        <a:rPr lang="en-US" sz="2000" b="1" u="none">
                          <a:solidFill>
                            <a:schemeClr val="accent3"/>
                          </a:solidFill>
                          <a:latin typeface="+mj-lt"/>
                        </a:rPr>
                        <a:t>#1</a:t>
                      </a:r>
                    </a:p>
                  </a:txBody>
                  <a:tcPr marL="27432" marR="27432" marT="27432" marB="27432"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rtl="0">
                        <a:lnSpc>
                          <a:spcPct val="75000"/>
                        </a:lnSpc>
                      </a:pPr>
                      <a:r>
                        <a:rPr lang="en-US" sz="2000" b="1" u="none">
                          <a:solidFill>
                            <a:schemeClr val="accent3"/>
                          </a:solidFill>
                          <a:latin typeface="+mj-lt"/>
                        </a:rPr>
                        <a:t>#2</a:t>
                      </a:r>
                    </a:p>
                  </a:txBody>
                  <a:tcPr marL="27432" marR="27432" marT="27432" marB="27432"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rtl="0">
                        <a:lnSpc>
                          <a:spcPct val="75000"/>
                        </a:lnSpc>
                      </a:pPr>
                      <a:r>
                        <a:rPr lang="en-US" sz="2000" b="1" u="none">
                          <a:solidFill>
                            <a:schemeClr val="accent3"/>
                          </a:solidFill>
                          <a:latin typeface="+mj-lt"/>
                        </a:rPr>
                        <a:t>#3</a:t>
                      </a:r>
                    </a:p>
                  </a:txBody>
                  <a:tcPr marL="27432" marR="27432" marT="27432" marB="27432"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rtl="0">
                        <a:lnSpc>
                          <a:spcPct val="75000"/>
                        </a:lnSpc>
                      </a:pPr>
                      <a:r>
                        <a:rPr lang="en-US" sz="2000" b="1" u="none">
                          <a:solidFill>
                            <a:schemeClr val="accent3"/>
                          </a:solidFill>
                          <a:latin typeface="+mj-lt"/>
                        </a:rPr>
                        <a:t>#4</a:t>
                      </a:r>
                    </a:p>
                  </a:txBody>
                  <a:tcPr marL="27432" marR="27432" marT="27432" marB="27432"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rtl="0">
                        <a:lnSpc>
                          <a:spcPct val="75000"/>
                        </a:lnSpc>
                      </a:pPr>
                      <a:r>
                        <a:rPr lang="en-US" sz="2000" b="1" u="none">
                          <a:solidFill>
                            <a:schemeClr val="accent3"/>
                          </a:solidFill>
                          <a:latin typeface="+mj-lt"/>
                        </a:rPr>
                        <a:t>#5</a:t>
                      </a:r>
                    </a:p>
                  </a:txBody>
                  <a:tcPr marL="27432" marR="27432" marT="27432" marB="27432"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rtl="0">
                        <a:lnSpc>
                          <a:spcPct val="75000"/>
                        </a:lnSpc>
                      </a:pPr>
                      <a:r>
                        <a:rPr lang="en-US" sz="2000" b="1" u="none">
                          <a:solidFill>
                            <a:schemeClr val="accent3"/>
                          </a:solidFill>
                          <a:latin typeface="+mj-lt"/>
                        </a:rPr>
                        <a:t>#6</a:t>
                      </a:r>
                    </a:p>
                  </a:txBody>
                  <a:tcPr marL="27432" marR="27432" marT="27432" marB="27432" anchor="b">
                    <a:lnL w="3810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237082755"/>
                  </a:ext>
                </a:extLst>
              </a:tr>
              <a:tr h="456443">
                <a:tc>
                  <a:txBody>
                    <a:bodyPr/>
                    <a:lstStyle/>
                    <a:p>
                      <a:pPr algn="ctr" rtl="0">
                        <a:lnSpc>
                          <a:spcPct val="80000"/>
                        </a:lnSpc>
                      </a:pPr>
                      <a:endParaRPr lang="en-US" sz="1600" b="1">
                        <a:solidFill>
                          <a:schemeClr val="tx2"/>
                        </a:solidFill>
                        <a:latin typeface="+mj-lt"/>
                      </a:endParaRPr>
                    </a:p>
                  </a:txBody>
                  <a:tcPr marL="27432" marR="27432" marT="27432" marB="27432"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100" b="1">
                        <a:solidFill>
                          <a:schemeClr val="bg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1</a:t>
                      </a:r>
                    </a:p>
                  </a:txBody>
                  <a:tcPr marL="27432" marR="27432" marT="27432" marB="2743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solidFill>
                  </a:tcPr>
                </a:tc>
                <a:tc>
                  <a:txBody>
                    <a:bodyPr/>
                    <a:lstStyle/>
                    <a:p>
                      <a:pPr rtl="0"/>
                      <a:r>
                        <a:rPr lang="en-US" sz="900" u="none"/>
                        <a:t>Financial outcomes</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98106069"/>
                  </a:ext>
                </a:extLst>
              </a:tr>
              <a:tr h="456443">
                <a:tc rowSpan="3">
                  <a:txBody>
                    <a:bodyPr/>
                    <a:lstStyle/>
                    <a:p>
                      <a:pPr algn="ctr" rtl="0">
                        <a:lnSpc>
                          <a:spcPct val="80000"/>
                        </a:lnSpc>
                      </a:pPr>
                      <a:r>
                        <a:rPr lang="en-US" sz="1600" b="1" u="none">
                          <a:solidFill>
                            <a:schemeClr val="tx2"/>
                          </a:solidFill>
                          <a:latin typeface="+mj-lt"/>
                        </a:rPr>
                        <a:t>Business Model</a:t>
                      </a:r>
                    </a:p>
                  </a:txBody>
                  <a:tcPr marL="27432" marR="27432" marT="27432" marB="27432" vert="vert27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100" b="1">
                        <a:solidFill>
                          <a:schemeClr val="bg1"/>
                        </a:solidFill>
                      </a:endParaRPr>
                    </a:p>
                  </a:txBody>
                  <a:tcPr marL="27432" marR="27432" marT="27432" marB="2743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2</a:t>
                      </a:r>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338D"/>
                    </a:solidFill>
                  </a:tcPr>
                </a:tc>
                <a:tc>
                  <a:txBody>
                    <a:bodyPr/>
                    <a:lstStyle/>
                    <a:p>
                      <a:pPr rtl="0"/>
                      <a:r>
                        <a:rPr lang="en-US" sz="900" u="none"/>
                        <a:t>Markets</a:t>
                      </a:r>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37021779"/>
                  </a:ext>
                </a:extLst>
              </a:tr>
              <a:tr h="456443">
                <a:tc vMerge="1">
                  <a:txBody>
                    <a:bodyPr/>
                    <a:lstStyle/>
                    <a:p>
                      <a:endParaRPr/>
                    </a:p>
                  </a:txBody>
                  <a:tcPr marL="27432" marR="27432" marT="27432" marB="27432" vert="vert27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27432" marR="27432" marT="27432" marB="2743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r>
                        <a:rPr lang="en-US" sz="1800" b="1" u="none">
                          <a:solidFill>
                            <a:schemeClr val="bg1"/>
                          </a:solidFill>
                          <a:latin typeface="+mj-lt"/>
                        </a:rPr>
                        <a:t>3</a:t>
                      </a:r>
                      <a:endParaRPr lang="en-US" u="none"/>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338D"/>
                    </a:solidFill>
                  </a:tcPr>
                </a:tc>
                <a:tc>
                  <a:txBody>
                    <a:bodyPr/>
                    <a:lstStyle/>
                    <a:p>
                      <a:r>
                        <a:rPr lang="en-US" sz="900" u="none"/>
                        <a:t>Products &amp; pricing</a:t>
                      </a:r>
                      <a:endParaRPr lang="en-US" u="none"/>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04616058"/>
                  </a:ext>
                </a:extLst>
              </a:tr>
              <a:tr h="456443">
                <a:tc vMerge="1">
                  <a:txBody>
                    <a:bodyPr/>
                    <a:lstStyle/>
                    <a:p>
                      <a:pPr algn="ctr" rtl="0"/>
                      <a:endParaRPr lang="en-US" sz="900" b="1">
                        <a:solidFill>
                          <a:schemeClr val="bg1"/>
                        </a:solidFill>
                      </a:endParaRPr>
                    </a:p>
                  </a:txBody>
                  <a:tcPr marL="74295" marR="74295" marT="37148" marB="37148"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rtl="0"/>
                      <a:endParaRPr lang="en-US" sz="100" b="1">
                        <a:solidFill>
                          <a:schemeClr val="bg1"/>
                        </a:solidFill>
                      </a:endParaRPr>
                    </a:p>
                  </a:txBody>
                  <a:tcPr marL="27432" marR="27432" marT="27432" marB="2743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4</a:t>
                      </a:r>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338D"/>
                    </a:solidFill>
                  </a:tcPr>
                </a:tc>
                <a:tc>
                  <a:txBody>
                    <a:bodyPr/>
                    <a:lstStyle/>
                    <a:p>
                      <a:pPr rtl="0"/>
                      <a:r>
                        <a:rPr lang="en-US" sz="900" u="none"/>
                        <a:t>Customers &amp; channels</a:t>
                      </a:r>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18723728"/>
                  </a:ext>
                </a:extLst>
              </a:tr>
              <a:tr h="456443">
                <a:tc rowSpan="4">
                  <a:txBody>
                    <a:bodyPr/>
                    <a:lstStyle/>
                    <a:p>
                      <a:pPr algn="ctr" rtl="0">
                        <a:lnSpc>
                          <a:spcPct val="80000"/>
                        </a:lnSpc>
                      </a:pPr>
                      <a:r>
                        <a:rPr lang="en-US" sz="1600" b="1" u="none" kern="1200">
                          <a:solidFill>
                            <a:schemeClr val="accent4"/>
                          </a:solidFill>
                          <a:latin typeface="+mj-lt"/>
                          <a:ea typeface="+mn-ea"/>
                          <a:cs typeface="+mn-cs"/>
                        </a:rPr>
                        <a:t>Operating Model</a:t>
                      </a:r>
                    </a:p>
                  </a:txBody>
                  <a:tcPr marL="27432" marR="27432" marT="27432" marB="27432" vert="vert27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100" b="1">
                        <a:solidFill>
                          <a:schemeClr val="bg1"/>
                        </a:solidFill>
                      </a:endParaRPr>
                    </a:p>
                  </a:txBody>
                  <a:tcPr marL="27432" marR="27432" marT="27432" marB="2743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5</a:t>
                      </a:r>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solidFill>
                  </a:tcPr>
                </a:tc>
                <a:tc>
                  <a:txBody>
                    <a:bodyPr/>
                    <a:lstStyle/>
                    <a:p>
                      <a:pPr rtl="0"/>
                      <a:r>
                        <a:rPr lang="en-US" sz="900" u="none"/>
                        <a:t>Core business processes</a:t>
                      </a:r>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38317421"/>
                  </a:ext>
                </a:extLst>
              </a:tr>
              <a:tr h="456443">
                <a:tc vMerge="1">
                  <a:txBody>
                    <a:bodyPr/>
                    <a:lstStyle/>
                    <a:p>
                      <a:pPr algn="ctr" rtl="0"/>
                      <a:endParaRPr lang="en-US" sz="900" b="1">
                        <a:solidFill>
                          <a:schemeClr val="bg1"/>
                        </a:solidFill>
                      </a:endParaRPr>
                    </a:p>
                  </a:txBody>
                  <a:tcPr marL="74295" marR="74295" marT="37148" marB="37148"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1E49E2"/>
                    </a:solidFill>
                  </a:tcPr>
                </a:tc>
                <a:tc>
                  <a:txBody>
                    <a:bodyPr/>
                    <a:lstStyle/>
                    <a:p>
                      <a:pPr algn="ctr" rtl="0"/>
                      <a:endParaRPr lang="en-US" sz="100" b="1">
                        <a:solidFill>
                          <a:schemeClr val="bg1"/>
                        </a:solidFill>
                      </a:endParaRPr>
                    </a:p>
                  </a:txBody>
                  <a:tcPr marL="27432" marR="27432" marT="27432" marB="2743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6</a:t>
                      </a:r>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solidFill>
                  </a:tcPr>
                </a:tc>
                <a:tc>
                  <a:txBody>
                    <a:bodyPr/>
                    <a:lstStyle/>
                    <a:p>
                      <a:pPr rtl="0"/>
                      <a:r>
                        <a:rPr lang="en-US" sz="900" u="none"/>
                        <a:t>Technology &amp; operational infrastructure</a:t>
                      </a:r>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47832344"/>
                  </a:ext>
                </a:extLst>
              </a:tr>
              <a:tr h="456443">
                <a:tc vMerge="1">
                  <a:txBody>
                    <a:bodyPr/>
                    <a:lstStyle/>
                    <a:p>
                      <a:endParaRPr/>
                    </a:p>
                  </a:txBody>
                  <a:tcPr marL="27432" marR="27432" marT="27432" marB="27432"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100" b="1">
                        <a:solidFill>
                          <a:schemeClr val="bg1"/>
                        </a:solidFill>
                      </a:endParaRPr>
                    </a:p>
                  </a:txBody>
                  <a:tcPr marL="27432" marR="27432" marT="27432" marB="27432"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7</a:t>
                      </a:r>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B8F5"/>
                    </a:solidFill>
                  </a:tcPr>
                </a:tc>
                <a:tc>
                  <a:txBody>
                    <a:bodyPr/>
                    <a:lstStyle/>
                    <a:p>
                      <a:pPr rtl="0"/>
                      <a:r>
                        <a:rPr lang="en-US" sz="900" u="none" noProof="0"/>
                        <a:t>Governance &amp; risk</a:t>
                      </a:r>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03203424"/>
                  </a:ext>
                </a:extLst>
              </a:tr>
              <a:tr h="456443">
                <a:tc vMerge="1">
                  <a:txBody>
                    <a:bodyPr/>
                    <a:lstStyle/>
                    <a:p>
                      <a:pPr algn="ctr" rtl="0">
                        <a:lnSpc>
                          <a:spcPct val="80000"/>
                        </a:lnSpc>
                      </a:pPr>
                      <a:endParaRPr lang="en-US" sz="1600" b="1" kern="1200">
                        <a:solidFill>
                          <a:srgbClr val="00B8F5"/>
                        </a:solidFill>
                        <a:latin typeface="+mj-lt"/>
                        <a:ea typeface="+mn-ea"/>
                        <a:cs typeface="+mn-cs"/>
                      </a:endParaRPr>
                    </a:p>
                  </a:txBody>
                  <a:tcPr marL="27432" marR="27432" marT="27432" marB="27432"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100" b="1">
                        <a:solidFill>
                          <a:schemeClr val="bg1"/>
                        </a:solidFill>
                      </a:endParaRPr>
                    </a:p>
                  </a:txBody>
                  <a:tcPr marL="27432" marR="27432" marT="27432" marB="27432"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8</a:t>
                      </a:r>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B8F5"/>
                    </a:solidFill>
                  </a:tcPr>
                </a:tc>
                <a:tc>
                  <a:txBody>
                    <a:bodyPr/>
                    <a:lstStyle/>
                    <a:p>
                      <a:pPr rtl="0"/>
                      <a:r>
                        <a:rPr lang="en-US" sz="900" u="none" noProof="0"/>
                        <a:t>People &amp; culture</a:t>
                      </a:r>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3239591"/>
                  </a:ext>
                </a:extLst>
              </a:tr>
              <a:tr h="456443">
                <a:tc>
                  <a:txBody>
                    <a:bodyPr/>
                    <a:lstStyle/>
                    <a:p>
                      <a:pPr algn="ctr" rtl="0">
                        <a:lnSpc>
                          <a:spcPct val="80000"/>
                        </a:lnSpc>
                      </a:pPr>
                      <a:endParaRPr lang="en-US" sz="1600" b="1" kern="1200">
                        <a:solidFill>
                          <a:srgbClr val="00B8F5"/>
                        </a:solidFill>
                        <a:latin typeface="+mj-lt"/>
                        <a:ea typeface="+mn-ea"/>
                        <a:cs typeface="+mn-cs"/>
                      </a:endParaRPr>
                    </a:p>
                  </a:txBody>
                  <a:tcPr marL="27432" marR="27432" marT="27432" marB="27432"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100" b="1">
                        <a:solidFill>
                          <a:schemeClr val="bg1"/>
                        </a:solidFill>
                      </a:endParaRPr>
                    </a:p>
                  </a:txBody>
                  <a:tcPr marL="27432" marR="27432" marT="27432" marB="27432"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9</a:t>
                      </a:r>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rtl="0"/>
                      <a:r>
                        <a:rPr lang="en-US" sz="900" u="none" noProof="0"/>
                        <a:t>Others</a:t>
                      </a:r>
                      <a:endParaRPr lang="en-US" sz="900" u="none" baseline="30000" noProof="0"/>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87717634"/>
                  </a:ext>
                </a:extLst>
              </a:tr>
            </a:tbl>
          </a:graphicData>
        </a:graphic>
      </p:graphicFrame>
      <p:graphicFrame>
        <p:nvGraphicFramePr>
          <p:cNvPr id="9" name="Table 8">
            <a:extLst>
              <a:ext uri="{FF2B5EF4-FFF2-40B4-BE49-F238E27FC236}">
                <a16:creationId xmlns:a16="http://schemas.microsoft.com/office/drawing/2014/main" id="{CD0C33B7-3C26-98E7-5B87-D5D54621C704}"/>
              </a:ext>
            </a:extLst>
          </p:cNvPr>
          <p:cNvGraphicFramePr>
            <a:graphicFrameLocks noGrp="1"/>
          </p:cNvGraphicFramePr>
          <p:nvPr userDrawn="1">
            <p:extLst>
              <p:ext uri="{D42A27DB-BD31-4B8C-83A1-F6EECF244321}">
                <p14:modId xmlns:p14="http://schemas.microsoft.com/office/powerpoint/2010/main" val="3612453331"/>
              </p:ext>
            </p:extLst>
          </p:nvPr>
        </p:nvGraphicFramePr>
        <p:xfrm>
          <a:off x="3386924" y="5914392"/>
          <a:ext cx="6536900" cy="214591"/>
        </p:xfrm>
        <a:graphic>
          <a:graphicData uri="http://schemas.openxmlformats.org/drawingml/2006/table">
            <a:tbl>
              <a:tblPr firstRow="1" bandRow="1">
                <a:tableStyleId>{5C22544A-7EE6-4342-B048-85BDC9FD1C3A}</a:tableStyleId>
              </a:tblPr>
              <a:tblGrid>
                <a:gridCol w="215907">
                  <a:extLst>
                    <a:ext uri="{9D8B030D-6E8A-4147-A177-3AD203B41FA5}">
                      <a16:colId xmlns:a16="http://schemas.microsoft.com/office/drawing/2014/main" val="3233999697"/>
                    </a:ext>
                  </a:extLst>
                </a:gridCol>
                <a:gridCol w="1091473">
                  <a:extLst>
                    <a:ext uri="{9D8B030D-6E8A-4147-A177-3AD203B41FA5}">
                      <a16:colId xmlns:a16="http://schemas.microsoft.com/office/drawing/2014/main" val="2143016076"/>
                    </a:ext>
                  </a:extLst>
                </a:gridCol>
                <a:gridCol w="194402">
                  <a:extLst>
                    <a:ext uri="{9D8B030D-6E8A-4147-A177-3AD203B41FA5}">
                      <a16:colId xmlns:a16="http://schemas.microsoft.com/office/drawing/2014/main" val="2114792195"/>
                    </a:ext>
                  </a:extLst>
                </a:gridCol>
                <a:gridCol w="1112978">
                  <a:extLst>
                    <a:ext uri="{9D8B030D-6E8A-4147-A177-3AD203B41FA5}">
                      <a16:colId xmlns:a16="http://schemas.microsoft.com/office/drawing/2014/main" val="3886028746"/>
                    </a:ext>
                  </a:extLst>
                </a:gridCol>
                <a:gridCol w="199091">
                  <a:extLst>
                    <a:ext uri="{9D8B030D-6E8A-4147-A177-3AD203B41FA5}">
                      <a16:colId xmlns:a16="http://schemas.microsoft.com/office/drawing/2014/main" val="705077766"/>
                    </a:ext>
                  </a:extLst>
                </a:gridCol>
                <a:gridCol w="1108289">
                  <a:extLst>
                    <a:ext uri="{9D8B030D-6E8A-4147-A177-3AD203B41FA5}">
                      <a16:colId xmlns:a16="http://schemas.microsoft.com/office/drawing/2014/main" val="984653105"/>
                    </a:ext>
                  </a:extLst>
                </a:gridCol>
                <a:gridCol w="184730">
                  <a:extLst>
                    <a:ext uri="{9D8B030D-6E8A-4147-A177-3AD203B41FA5}">
                      <a16:colId xmlns:a16="http://schemas.microsoft.com/office/drawing/2014/main" val="3648984132"/>
                    </a:ext>
                  </a:extLst>
                </a:gridCol>
                <a:gridCol w="1122650">
                  <a:extLst>
                    <a:ext uri="{9D8B030D-6E8A-4147-A177-3AD203B41FA5}">
                      <a16:colId xmlns:a16="http://schemas.microsoft.com/office/drawing/2014/main" val="1014865050"/>
                    </a:ext>
                  </a:extLst>
                </a:gridCol>
                <a:gridCol w="167987">
                  <a:extLst>
                    <a:ext uri="{9D8B030D-6E8A-4147-A177-3AD203B41FA5}">
                      <a16:colId xmlns:a16="http://schemas.microsoft.com/office/drawing/2014/main" val="1430583334"/>
                    </a:ext>
                  </a:extLst>
                </a:gridCol>
                <a:gridCol w="1139393">
                  <a:extLst>
                    <a:ext uri="{9D8B030D-6E8A-4147-A177-3AD203B41FA5}">
                      <a16:colId xmlns:a16="http://schemas.microsoft.com/office/drawing/2014/main" val="3065513466"/>
                    </a:ext>
                  </a:extLst>
                </a:gridCol>
              </a:tblGrid>
              <a:tr h="214591">
                <a:tc>
                  <a:txBody>
                    <a:bodyPr/>
                    <a:lstStyle/>
                    <a:p>
                      <a:endParaRPr lang="fi-FI" sz="700">
                        <a:solidFill>
                          <a:srgbClr val="0C233C"/>
                        </a:solidFill>
                      </a:endParaRP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i-FI" sz="700" b="0" u="none">
                          <a:solidFill>
                            <a:srgbClr val="0C233C"/>
                          </a:solidFill>
                        </a:rPr>
                        <a:t>Major concern</a:t>
                      </a: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fi-FI" sz="700" b="0">
                        <a:solidFill>
                          <a:srgbClr val="0C233C"/>
                        </a:solidFill>
                      </a:endParaRP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i-FI" sz="700" b="0" u="none">
                          <a:solidFill>
                            <a:srgbClr val="0C233C"/>
                          </a:solidFill>
                        </a:rPr>
                        <a:t>More significant concern</a:t>
                      </a: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fi-FI" sz="700" b="0">
                        <a:solidFill>
                          <a:srgbClr val="0C233C"/>
                        </a:solidFill>
                      </a:endParaRP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i-FI" sz="700" b="0" u="none">
                          <a:solidFill>
                            <a:srgbClr val="0C233C"/>
                          </a:solidFill>
                        </a:rPr>
                        <a:t>Some concern</a:t>
                      </a: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fi-FI" sz="700" b="0">
                        <a:solidFill>
                          <a:srgbClr val="0C233C"/>
                        </a:solidFill>
                      </a:endParaRP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i-FI" sz="700" b="0" u="none">
                          <a:solidFill>
                            <a:srgbClr val="0C233C"/>
                          </a:solidFill>
                        </a:rPr>
                        <a:t>Minor concern</a:t>
                      </a: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fi-FI" sz="700" b="0">
                        <a:solidFill>
                          <a:srgbClr val="0C233C"/>
                        </a:solidFill>
                      </a:endParaRP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i-FI" sz="700" b="0" u="none">
                          <a:solidFill>
                            <a:srgbClr val="0C233C"/>
                          </a:solidFill>
                        </a:rPr>
                        <a:t>No concern / opportunity</a:t>
                      </a: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448848"/>
                  </a:ext>
                </a:extLst>
              </a:tr>
            </a:tbl>
          </a:graphicData>
        </a:graphic>
      </p:graphicFrame>
      <p:grpSp>
        <p:nvGrpSpPr>
          <p:cNvPr id="10" name="Group 9">
            <a:extLst>
              <a:ext uri="{FF2B5EF4-FFF2-40B4-BE49-F238E27FC236}">
                <a16:creationId xmlns:a16="http://schemas.microsoft.com/office/drawing/2014/main" id="{9E42B3A8-3602-48C4-9296-5C0DDAC1BE2E}"/>
              </a:ext>
            </a:extLst>
          </p:cNvPr>
          <p:cNvGrpSpPr/>
          <p:nvPr userDrawn="1"/>
        </p:nvGrpSpPr>
        <p:grpSpPr>
          <a:xfrm>
            <a:off x="10181082" y="5876923"/>
            <a:ext cx="1028256" cy="252059"/>
            <a:chOff x="9822624" y="5876923"/>
            <a:chExt cx="1028256" cy="252059"/>
          </a:xfrm>
          <a:solidFill>
            <a:schemeClr val="accent4"/>
          </a:solidFill>
        </p:grpSpPr>
        <p:sp>
          <p:nvSpPr>
            <p:cNvPr id="11" name="Freeform 11">
              <a:extLst>
                <a:ext uri="{FF2B5EF4-FFF2-40B4-BE49-F238E27FC236}">
                  <a16:creationId xmlns:a16="http://schemas.microsoft.com/office/drawing/2014/main" id="{6FEDE22B-0806-B719-FBAF-A5379154F202}"/>
                </a:ext>
              </a:extLst>
            </p:cNvPr>
            <p:cNvSpPr>
              <a:spLocks/>
            </p:cNvSpPr>
            <p:nvPr/>
          </p:nvSpPr>
          <p:spPr bwMode="auto">
            <a:xfrm rot="10800000">
              <a:off x="9822624" y="5876923"/>
              <a:ext cx="1028256" cy="252059"/>
            </a:xfrm>
            <a:custGeom>
              <a:avLst/>
              <a:gdLst>
                <a:gd name="T0" fmla="*/ 83 w 85"/>
                <a:gd name="T1" fmla="*/ 8 h 15"/>
                <a:gd name="T2" fmla="*/ 75 w 85"/>
                <a:gd name="T3" fmla="*/ 0 h 15"/>
                <a:gd name="T4" fmla="*/ 42 w 85"/>
                <a:gd name="T5" fmla="*/ 0 h 15"/>
                <a:gd name="T6" fmla="*/ 42 w 85"/>
                <a:gd name="T7" fmla="*/ 0 h 15"/>
                <a:gd name="T8" fmla="*/ 9 w 85"/>
                <a:gd name="T9" fmla="*/ 0 h 15"/>
                <a:gd name="T10" fmla="*/ 2 w 85"/>
                <a:gd name="T11" fmla="*/ 8 h 15"/>
                <a:gd name="T12" fmla="*/ 0 w 85"/>
                <a:gd name="T13" fmla="*/ 15 h 15"/>
                <a:gd name="T14" fmla="*/ 42 w 85"/>
                <a:gd name="T15" fmla="*/ 15 h 15"/>
                <a:gd name="T16" fmla="*/ 42 w 85"/>
                <a:gd name="T17" fmla="*/ 15 h 15"/>
                <a:gd name="T18" fmla="*/ 85 w 85"/>
                <a:gd name="T19" fmla="*/ 15 h 15"/>
                <a:gd name="T20" fmla="*/ 83 w 85"/>
                <a:gd name="T21"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15">
                  <a:moveTo>
                    <a:pt x="83" y="8"/>
                  </a:moveTo>
                  <a:cubicBezTo>
                    <a:pt x="82" y="2"/>
                    <a:pt x="79" y="0"/>
                    <a:pt x="75" y="0"/>
                  </a:cubicBezTo>
                  <a:cubicBezTo>
                    <a:pt x="42" y="0"/>
                    <a:pt x="42" y="0"/>
                    <a:pt x="42" y="0"/>
                  </a:cubicBezTo>
                  <a:cubicBezTo>
                    <a:pt x="42" y="0"/>
                    <a:pt x="42" y="0"/>
                    <a:pt x="42" y="0"/>
                  </a:cubicBezTo>
                  <a:cubicBezTo>
                    <a:pt x="9" y="0"/>
                    <a:pt x="9" y="0"/>
                    <a:pt x="9" y="0"/>
                  </a:cubicBezTo>
                  <a:cubicBezTo>
                    <a:pt x="6" y="0"/>
                    <a:pt x="3" y="2"/>
                    <a:pt x="2" y="8"/>
                  </a:cubicBezTo>
                  <a:cubicBezTo>
                    <a:pt x="0" y="15"/>
                    <a:pt x="0" y="15"/>
                    <a:pt x="0" y="15"/>
                  </a:cubicBezTo>
                  <a:cubicBezTo>
                    <a:pt x="42" y="15"/>
                    <a:pt x="42" y="15"/>
                    <a:pt x="42" y="15"/>
                  </a:cubicBezTo>
                  <a:cubicBezTo>
                    <a:pt x="42" y="15"/>
                    <a:pt x="42" y="15"/>
                    <a:pt x="42" y="15"/>
                  </a:cubicBezTo>
                  <a:cubicBezTo>
                    <a:pt x="85" y="15"/>
                    <a:pt x="85" y="15"/>
                    <a:pt x="85" y="15"/>
                  </a:cubicBezTo>
                  <a:lnTo>
                    <a:pt x="83" y="8"/>
                  </a:lnTo>
                  <a:close/>
                </a:path>
              </a:pathLst>
            </a:custGeom>
            <a:solidFill>
              <a:schemeClr val="accent3"/>
            </a:solidFill>
            <a:ln>
              <a:noFill/>
            </a:ln>
            <a:effectLst/>
          </p:spPr>
          <p:txBody>
            <a:bodyPr vert="horz" wrap="square" lIns="121920" tIns="60960" rIns="121920" bIns="60960" numCol="1" anchor="t" anchorCtr="0" compatLnSpc="1">
              <a:prstTxWarp prst="textNoShape">
                <a:avLst/>
              </a:prstTxWarp>
            </a:bodyPr>
            <a:lstStyle/>
            <a:p>
              <a:endParaRPr lang="en-US" sz="2400"/>
            </a:p>
          </p:txBody>
        </p:sp>
        <p:sp>
          <p:nvSpPr>
            <p:cNvPr id="12" name="Rectangle 5">
              <a:extLst>
                <a:ext uri="{FF2B5EF4-FFF2-40B4-BE49-F238E27FC236}">
                  <a16:creationId xmlns:a16="http://schemas.microsoft.com/office/drawing/2014/main" id="{CE0F1DA0-3815-0EF8-FADB-C24684E16A78}"/>
                </a:ext>
              </a:extLst>
            </p:cNvPr>
            <p:cNvSpPr/>
            <p:nvPr/>
          </p:nvSpPr>
          <p:spPr>
            <a:xfrm>
              <a:off x="10078720" y="5903053"/>
              <a:ext cx="622300" cy="1998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lnSpc>
                  <a:spcPct val="80000"/>
                </a:lnSpc>
              </a:pPr>
              <a:r>
                <a:rPr lang="en-US" sz="700">
                  <a:solidFill>
                    <a:schemeClr val="bg1"/>
                  </a:solidFill>
                </a:rPr>
                <a:t>Discussion on following pages</a:t>
              </a:r>
            </a:p>
          </p:txBody>
        </p:sp>
        <p:grpSp>
          <p:nvGrpSpPr>
            <p:cNvPr id="13" name="Group 12">
              <a:extLst>
                <a:ext uri="{FF2B5EF4-FFF2-40B4-BE49-F238E27FC236}">
                  <a16:creationId xmlns:a16="http://schemas.microsoft.com/office/drawing/2014/main" id="{BC0D7484-FDB5-D2AB-FCE8-1F33A986ED4D}"/>
                </a:ext>
              </a:extLst>
            </p:cNvPr>
            <p:cNvGrpSpPr>
              <a:grpSpLocks noChangeAspect="1"/>
            </p:cNvGrpSpPr>
            <p:nvPr/>
          </p:nvGrpSpPr>
          <p:grpSpPr>
            <a:xfrm rot="20405095">
              <a:off x="9954197" y="5917043"/>
              <a:ext cx="77589" cy="157032"/>
              <a:chOff x="8548722" y="6379037"/>
              <a:chExt cx="128899" cy="260878"/>
            </a:xfrm>
            <a:grpFill/>
          </p:grpSpPr>
          <p:sp>
            <p:nvSpPr>
              <p:cNvPr id="14" name="Freeform 28">
                <a:extLst>
                  <a:ext uri="{FF2B5EF4-FFF2-40B4-BE49-F238E27FC236}">
                    <a16:creationId xmlns:a16="http://schemas.microsoft.com/office/drawing/2014/main" id="{6F03A761-0606-6D6E-64E9-320EDC4F57A2}"/>
                  </a:ext>
                </a:extLst>
              </p:cNvPr>
              <p:cNvSpPr>
                <a:spLocks/>
              </p:cNvSpPr>
              <p:nvPr/>
            </p:nvSpPr>
            <p:spPr bwMode="auto">
              <a:xfrm rot="1242224">
                <a:off x="8548722" y="6460344"/>
                <a:ext cx="94566" cy="179571"/>
              </a:xfrm>
              <a:custGeom>
                <a:avLst/>
                <a:gdLst>
                  <a:gd name="T0" fmla="*/ 151 w 192"/>
                  <a:gd name="T1" fmla="*/ 309 h 369"/>
                  <a:gd name="T2" fmla="*/ 151 w 192"/>
                  <a:gd name="T3" fmla="*/ 62 h 369"/>
                  <a:gd name="T4" fmla="*/ 151 w 192"/>
                  <a:gd name="T5" fmla="*/ 0 h 369"/>
                  <a:gd name="T6" fmla="*/ 0 w 192"/>
                  <a:gd name="T7" fmla="*/ 0 h 369"/>
                  <a:gd name="T8" fmla="*/ 0 w 192"/>
                  <a:gd name="T9" fmla="*/ 62 h 369"/>
                  <a:gd name="T10" fmla="*/ 40 w 192"/>
                  <a:gd name="T11" fmla="*/ 62 h 369"/>
                  <a:gd name="T12" fmla="*/ 40 w 192"/>
                  <a:gd name="T13" fmla="*/ 309 h 369"/>
                  <a:gd name="T14" fmla="*/ 0 w 192"/>
                  <a:gd name="T15" fmla="*/ 309 h 369"/>
                  <a:gd name="T16" fmla="*/ 0 w 192"/>
                  <a:gd name="T17" fmla="*/ 369 h 369"/>
                  <a:gd name="T18" fmla="*/ 192 w 192"/>
                  <a:gd name="T19" fmla="*/ 369 h 369"/>
                  <a:gd name="T20" fmla="*/ 192 w 192"/>
                  <a:gd name="T21" fmla="*/ 309 h 369"/>
                  <a:gd name="T22" fmla="*/ 151 w 192"/>
                  <a:gd name="T23" fmla="*/ 309 h 369"/>
                  <a:gd name="T24" fmla="*/ 151 w 192"/>
                  <a:gd name="T25" fmla="*/ 309 h 369"/>
                  <a:gd name="T26" fmla="*/ 151 w 192"/>
                  <a:gd name="T27" fmla="*/ 309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369">
                    <a:moveTo>
                      <a:pt x="151" y="309"/>
                    </a:moveTo>
                    <a:lnTo>
                      <a:pt x="151" y="62"/>
                    </a:lnTo>
                    <a:lnTo>
                      <a:pt x="151" y="0"/>
                    </a:lnTo>
                    <a:lnTo>
                      <a:pt x="0" y="0"/>
                    </a:lnTo>
                    <a:lnTo>
                      <a:pt x="0" y="62"/>
                    </a:lnTo>
                    <a:lnTo>
                      <a:pt x="40" y="62"/>
                    </a:lnTo>
                    <a:lnTo>
                      <a:pt x="40" y="309"/>
                    </a:lnTo>
                    <a:lnTo>
                      <a:pt x="0" y="309"/>
                    </a:lnTo>
                    <a:lnTo>
                      <a:pt x="0" y="369"/>
                    </a:lnTo>
                    <a:lnTo>
                      <a:pt x="192" y="369"/>
                    </a:lnTo>
                    <a:lnTo>
                      <a:pt x="192" y="309"/>
                    </a:lnTo>
                    <a:lnTo>
                      <a:pt x="151" y="309"/>
                    </a:lnTo>
                    <a:lnTo>
                      <a:pt x="151" y="309"/>
                    </a:lnTo>
                    <a:lnTo>
                      <a:pt x="151" y="309"/>
                    </a:lnTo>
                    <a:close/>
                  </a:path>
                </a:pathLst>
              </a:custGeom>
              <a:solidFill>
                <a:schemeClr val="accent3"/>
              </a:solidFill>
              <a:ln w="9525"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5" name="Oval 29">
                <a:extLst>
                  <a:ext uri="{FF2B5EF4-FFF2-40B4-BE49-F238E27FC236}">
                    <a16:creationId xmlns:a16="http://schemas.microsoft.com/office/drawing/2014/main" id="{2BD23FE1-214B-F478-BBE6-7791EDF91078}"/>
                  </a:ext>
                </a:extLst>
              </p:cNvPr>
              <p:cNvSpPr>
                <a:spLocks noChangeArrowheads="1"/>
              </p:cNvSpPr>
              <p:nvPr/>
            </p:nvSpPr>
            <p:spPr bwMode="auto">
              <a:xfrm rot="1242224">
                <a:off x="8604726" y="6379037"/>
                <a:ext cx="72895" cy="72510"/>
              </a:xfrm>
              <a:prstGeom prst="ellipse">
                <a:avLst/>
              </a:prstGeom>
              <a:solidFill>
                <a:schemeClr val="accent3"/>
              </a:solidFill>
              <a:ln w="9525"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grpSp>
      </p:grpSp>
      <p:sp>
        <p:nvSpPr>
          <p:cNvPr id="16" name="Rectangle 15">
            <a:extLst>
              <a:ext uri="{FF2B5EF4-FFF2-40B4-BE49-F238E27FC236}">
                <a16:creationId xmlns:a16="http://schemas.microsoft.com/office/drawing/2014/main" id="{B9A0BA73-B957-A67F-1E28-EFBD3BDC19EF}"/>
              </a:ext>
            </a:extLst>
          </p:cNvPr>
          <p:cNvSpPr/>
          <p:nvPr userDrawn="1"/>
        </p:nvSpPr>
        <p:spPr>
          <a:xfrm>
            <a:off x="3429786" y="5959457"/>
            <a:ext cx="108000" cy="108000"/>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17" name="Rectangle 16">
            <a:extLst>
              <a:ext uri="{FF2B5EF4-FFF2-40B4-BE49-F238E27FC236}">
                <a16:creationId xmlns:a16="http://schemas.microsoft.com/office/drawing/2014/main" id="{6FBAA7B5-083F-05DC-1B75-05DD3B2D099C}"/>
              </a:ext>
            </a:extLst>
          </p:cNvPr>
          <p:cNvSpPr/>
          <p:nvPr userDrawn="1"/>
        </p:nvSpPr>
        <p:spPr>
          <a:xfrm>
            <a:off x="6042000" y="5959457"/>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18" name="Rectangle 17">
            <a:extLst>
              <a:ext uri="{FF2B5EF4-FFF2-40B4-BE49-F238E27FC236}">
                <a16:creationId xmlns:a16="http://schemas.microsoft.com/office/drawing/2014/main" id="{4564A647-52C4-C773-2993-CDB8A359A2C5}"/>
              </a:ext>
            </a:extLst>
          </p:cNvPr>
          <p:cNvSpPr/>
          <p:nvPr userDrawn="1"/>
        </p:nvSpPr>
        <p:spPr>
          <a:xfrm>
            <a:off x="8651835" y="5959457"/>
            <a:ext cx="108000" cy="108000"/>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19" name="Rectangle 18">
            <a:extLst>
              <a:ext uri="{FF2B5EF4-FFF2-40B4-BE49-F238E27FC236}">
                <a16:creationId xmlns:a16="http://schemas.microsoft.com/office/drawing/2014/main" id="{2F58ACA2-67CF-52F9-039D-4FF4730F5509}"/>
              </a:ext>
            </a:extLst>
          </p:cNvPr>
          <p:cNvSpPr/>
          <p:nvPr userDrawn="1"/>
        </p:nvSpPr>
        <p:spPr>
          <a:xfrm>
            <a:off x="4734703" y="5959457"/>
            <a:ext cx="108000" cy="108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0" name="Rectangle 19">
            <a:extLst>
              <a:ext uri="{FF2B5EF4-FFF2-40B4-BE49-F238E27FC236}">
                <a16:creationId xmlns:a16="http://schemas.microsoft.com/office/drawing/2014/main" id="{F2287799-9B09-0884-C536-8BEC260E6910}"/>
              </a:ext>
            </a:extLst>
          </p:cNvPr>
          <p:cNvSpPr/>
          <p:nvPr userDrawn="1"/>
        </p:nvSpPr>
        <p:spPr>
          <a:xfrm>
            <a:off x="7344538" y="5959457"/>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2" name="Rectangle 21">
            <a:extLst>
              <a:ext uri="{FF2B5EF4-FFF2-40B4-BE49-F238E27FC236}">
                <a16:creationId xmlns:a16="http://schemas.microsoft.com/office/drawing/2014/main" id="{A9E3F067-2119-D9C2-3017-0A5B95CE92CD}"/>
              </a:ext>
            </a:extLst>
          </p:cNvPr>
          <p:cNvSpPr>
            <a:spLocks/>
          </p:cNvSpPr>
          <p:nvPr userDrawn="1"/>
        </p:nvSpPr>
        <p:spPr>
          <a:xfrm>
            <a:off x="4581925" y="1794252"/>
            <a:ext cx="108000" cy="108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3" name="Rectangle 22">
            <a:extLst>
              <a:ext uri="{FF2B5EF4-FFF2-40B4-BE49-F238E27FC236}">
                <a16:creationId xmlns:a16="http://schemas.microsoft.com/office/drawing/2014/main" id="{6C7D0E2B-B0B0-EA28-3B72-68021A10E9FA}"/>
              </a:ext>
            </a:extLst>
          </p:cNvPr>
          <p:cNvSpPr>
            <a:spLocks/>
          </p:cNvSpPr>
          <p:nvPr userDrawn="1"/>
        </p:nvSpPr>
        <p:spPr>
          <a:xfrm>
            <a:off x="5893589" y="1794252"/>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4" name="Rectangle 23">
            <a:extLst>
              <a:ext uri="{FF2B5EF4-FFF2-40B4-BE49-F238E27FC236}">
                <a16:creationId xmlns:a16="http://schemas.microsoft.com/office/drawing/2014/main" id="{6F2F1F24-6E0B-B182-4308-D8EB7ACFAF44}"/>
              </a:ext>
            </a:extLst>
          </p:cNvPr>
          <p:cNvSpPr>
            <a:spLocks/>
          </p:cNvSpPr>
          <p:nvPr userDrawn="1"/>
        </p:nvSpPr>
        <p:spPr>
          <a:xfrm>
            <a:off x="8497463" y="1794252"/>
            <a:ext cx="108000" cy="108000"/>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5" name="Rectangle 24">
            <a:extLst>
              <a:ext uri="{FF2B5EF4-FFF2-40B4-BE49-F238E27FC236}">
                <a16:creationId xmlns:a16="http://schemas.microsoft.com/office/drawing/2014/main" id="{DBB7FBC6-9C70-8021-20B7-23A272822869}"/>
              </a:ext>
            </a:extLst>
          </p:cNvPr>
          <p:cNvSpPr>
            <a:spLocks/>
          </p:cNvSpPr>
          <p:nvPr userDrawn="1"/>
        </p:nvSpPr>
        <p:spPr>
          <a:xfrm>
            <a:off x="11101338" y="1794252"/>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6" name="Rectangle 25">
            <a:extLst>
              <a:ext uri="{FF2B5EF4-FFF2-40B4-BE49-F238E27FC236}">
                <a16:creationId xmlns:a16="http://schemas.microsoft.com/office/drawing/2014/main" id="{AE3E43BA-2786-A893-82A3-C4B0B8284C1A}"/>
              </a:ext>
            </a:extLst>
          </p:cNvPr>
          <p:cNvSpPr>
            <a:spLocks/>
          </p:cNvSpPr>
          <p:nvPr userDrawn="1"/>
        </p:nvSpPr>
        <p:spPr>
          <a:xfrm>
            <a:off x="4581925" y="2706333"/>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7" name="Rectangle 26">
            <a:extLst>
              <a:ext uri="{FF2B5EF4-FFF2-40B4-BE49-F238E27FC236}">
                <a16:creationId xmlns:a16="http://schemas.microsoft.com/office/drawing/2014/main" id="{CE8F6991-75A1-F61B-6309-17CC536D27E6}"/>
              </a:ext>
            </a:extLst>
          </p:cNvPr>
          <p:cNvSpPr>
            <a:spLocks/>
          </p:cNvSpPr>
          <p:nvPr userDrawn="1"/>
        </p:nvSpPr>
        <p:spPr>
          <a:xfrm>
            <a:off x="5893589" y="2706333"/>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8" name="Rectangle 27">
            <a:extLst>
              <a:ext uri="{FF2B5EF4-FFF2-40B4-BE49-F238E27FC236}">
                <a16:creationId xmlns:a16="http://schemas.microsoft.com/office/drawing/2014/main" id="{8C6F38B4-4D43-DD90-0473-27811D275E5F}"/>
              </a:ext>
            </a:extLst>
          </p:cNvPr>
          <p:cNvSpPr>
            <a:spLocks/>
          </p:cNvSpPr>
          <p:nvPr userDrawn="1"/>
        </p:nvSpPr>
        <p:spPr>
          <a:xfrm>
            <a:off x="4581925" y="2275414"/>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9" name="Rectangle 28">
            <a:extLst>
              <a:ext uri="{FF2B5EF4-FFF2-40B4-BE49-F238E27FC236}">
                <a16:creationId xmlns:a16="http://schemas.microsoft.com/office/drawing/2014/main" id="{CD950C1B-0C58-EE1F-4278-F71770FB5B2D}"/>
              </a:ext>
            </a:extLst>
          </p:cNvPr>
          <p:cNvSpPr>
            <a:spLocks/>
          </p:cNvSpPr>
          <p:nvPr userDrawn="1"/>
        </p:nvSpPr>
        <p:spPr>
          <a:xfrm>
            <a:off x="5893589" y="2275414"/>
            <a:ext cx="108000" cy="108000"/>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0" name="Rectangle 29">
            <a:extLst>
              <a:ext uri="{FF2B5EF4-FFF2-40B4-BE49-F238E27FC236}">
                <a16:creationId xmlns:a16="http://schemas.microsoft.com/office/drawing/2014/main" id="{CDBF26E6-D40E-B81C-F5BE-552ED58F0E27}"/>
              </a:ext>
            </a:extLst>
          </p:cNvPr>
          <p:cNvSpPr>
            <a:spLocks/>
          </p:cNvSpPr>
          <p:nvPr userDrawn="1"/>
        </p:nvSpPr>
        <p:spPr>
          <a:xfrm>
            <a:off x="9796225" y="1794252"/>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1" name="Rectangle 30">
            <a:extLst>
              <a:ext uri="{FF2B5EF4-FFF2-40B4-BE49-F238E27FC236}">
                <a16:creationId xmlns:a16="http://schemas.microsoft.com/office/drawing/2014/main" id="{362D6FB7-5BEB-6287-E39C-61EF509F9B16}"/>
              </a:ext>
            </a:extLst>
          </p:cNvPr>
          <p:cNvSpPr>
            <a:spLocks/>
          </p:cNvSpPr>
          <p:nvPr userDrawn="1"/>
        </p:nvSpPr>
        <p:spPr>
          <a:xfrm>
            <a:off x="7192350" y="1794252"/>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2" name="Rectangle 31">
            <a:extLst>
              <a:ext uri="{FF2B5EF4-FFF2-40B4-BE49-F238E27FC236}">
                <a16:creationId xmlns:a16="http://schemas.microsoft.com/office/drawing/2014/main" id="{02E215A0-8D5A-DF88-9945-12F90BECC47C}"/>
              </a:ext>
            </a:extLst>
          </p:cNvPr>
          <p:cNvSpPr>
            <a:spLocks/>
          </p:cNvSpPr>
          <p:nvPr userDrawn="1"/>
        </p:nvSpPr>
        <p:spPr>
          <a:xfrm>
            <a:off x="4581925" y="3167331"/>
            <a:ext cx="108000" cy="108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3" name="Rectangle 32">
            <a:extLst>
              <a:ext uri="{FF2B5EF4-FFF2-40B4-BE49-F238E27FC236}">
                <a16:creationId xmlns:a16="http://schemas.microsoft.com/office/drawing/2014/main" id="{23FFE1C9-D0BA-4019-EF4B-E6D349BE2C1B}"/>
              </a:ext>
            </a:extLst>
          </p:cNvPr>
          <p:cNvSpPr>
            <a:spLocks/>
          </p:cNvSpPr>
          <p:nvPr userDrawn="1"/>
        </p:nvSpPr>
        <p:spPr>
          <a:xfrm>
            <a:off x="5893589" y="3157806"/>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4" name="Rectangle 33">
            <a:extLst>
              <a:ext uri="{FF2B5EF4-FFF2-40B4-BE49-F238E27FC236}">
                <a16:creationId xmlns:a16="http://schemas.microsoft.com/office/drawing/2014/main" id="{61C84467-4B34-FC41-35DE-D18D8F302A3E}"/>
              </a:ext>
            </a:extLst>
          </p:cNvPr>
          <p:cNvSpPr>
            <a:spLocks/>
          </p:cNvSpPr>
          <p:nvPr userDrawn="1"/>
        </p:nvSpPr>
        <p:spPr>
          <a:xfrm>
            <a:off x="7192350" y="3157806"/>
            <a:ext cx="108000" cy="108000"/>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5" name="Rectangle 34">
            <a:extLst>
              <a:ext uri="{FF2B5EF4-FFF2-40B4-BE49-F238E27FC236}">
                <a16:creationId xmlns:a16="http://schemas.microsoft.com/office/drawing/2014/main" id="{B3A48799-786D-928A-2913-BE83FAC797FA}"/>
              </a:ext>
            </a:extLst>
          </p:cNvPr>
          <p:cNvSpPr>
            <a:spLocks/>
          </p:cNvSpPr>
          <p:nvPr userDrawn="1"/>
        </p:nvSpPr>
        <p:spPr>
          <a:xfrm>
            <a:off x="9796225" y="3157806"/>
            <a:ext cx="108000" cy="108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6" name="Rectangle 35">
            <a:extLst>
              <a:ext uri="{FF2B5EF4-FFF2-40B4-BE49-F238E27FC236}">
                <a16:creationId xmlns:a16="http://schemas.microsoft.com/office/drawing/2014/main" id="{46910B17-F019-2B3A-46B1-17A406872ADC}"/>
              </a:ext>
            </a:extLst>
          </p:cNvPr>
          <p:cNvSpPr>
            <a:spLocks/>
          </p:cNvSpPr>
          <p:nvPr userDrawn="1"/>
        </p:nvSpPr>
        <p:spPr>
          <a:xfrm>
            <a:off x="8497463" y="3172807"/>
            <a:ext cx="108000" cy="108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7" name="Rectangle 36">
            <a:extLst>
              <a:ext uri="{FF2B5EF4-FFF2-40B4-BE49-F238E27FC236}">
                <a16:creationId xmlns:a16="http://schemas.microsoft.com/office/drawing/2014/main" id="{67CDE0C4-0A1B-F95D-052B-4AA97742FC5B}"/>
              </a:ext>
            </a:extLst>
          </p:cNvPr>
          <p:cNvSpPr>
            <a:spLocks/>
          </p:cNvSpPr>
          <p:nvPr userDrawn="1"/>
        </p:nvSpPr>
        <p:spPr>
          <a:xfrm>
            <a:off x="4581925" y="3628329"/>
            <a:ext cx="108000" cy="108000"/>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8" name="Rectangle 37">
            <a:extLst>
              <a:ext uri="{FF2B5EF4-FFF2-40B4-BE49-F238E27FC236}">
                <a16:creationId xmlns:a16="http://schemas.microsoft.com/office/drawing/2014/main" id="{F0F47358-4C2D-A7A9-801D-70C1AEB8A55E}"/>
              </a:ext>
            </a:extLst>
          </p:cNvPr>
          <p:cNvSpPr>
            <a:spLocks/>
          </p:cNvSpPr>
          <p:nvPr userDrawn="1"/>
        </p:nvSpPr>
        <p:spPr>
          <a:xfrm>
            <a:off x="5893589" y="3628329"/>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9" name="Rectangle 38">
            <a:extLst>
              <a:ext uri="{FF2B5EF4-FFF2-40B4-BE49-F238E27FC236}">
                <a16:creationId xmlns:a16="http://schemas.microsoft.com/office/drawing/2014/main" id="{BDA06CF9-ECDA-AC21-AC02-C8A8922AE360}"/>
              </a:ext>
            </a:extLst>
          </p:cNvPr>
          <p:cNvSpPr>
            <a:spLocks/>
          </p:cNvSpPr>
          <p:nvPr userDrawn="1"/>
        </p:nvSpPr>
        <p:spPr>
          <a:xfrm>
            <a:off x="4581925" y="4079802"/>
            <a:ext cx="108000" cy="108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0" name="Rectangle 39">
            <a:extLst>
              <a:ext uri="{FF2B5EF4-FFF2-40B4-BE49-F238E27FC236}">
                <a16:creationId xmlns:a16="http://schemas.microsoft.com/office/drawing/2014/main" id="{1BFD23BF-0E9B-4EAF-37F0-94183DAD3358}"/>
              </a:ext>
            </a:extLst>
          </p:cNvPr>
          <p:cNvSpPr>
            <a:spLocks/>
          </p:cNvSpPr>
          <p:nvPr userDrawn="1"/>
        </p:nvSpPr>
        <p:spPr>
          <a:xfrm>
            <a:off x="5893589" y="4537002"/>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1" name="Rectangle 40">
            <a:extLst>
              <a:ext uri="{FF2B5EF4-FFF2-40B4-BE49-F238E27FC236}">
                <a16:creationId xmlns:a16="http://schemas.microsoft.com/office/drawing/2014/main" id="{1C62B4D9-D86F-B60D-3602-179FDCEA5E91}"/>
              </a:ext>
            </a:extLst>
          </p:cNvPr>
          <p:cNvSpPr>
            <a:spLocks/>
          </p:cNvSpPr>
          <p:nvPr userDrawn="1"/>
        </p:nvSpPr>
        <p:spPr>
          <a:xfrm>
            <a:off x="7192350" y="4537002"/>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2" name="Rectangle 41">
            <a:extLst>
              <a:ext uri="{FF2B5EF4-FFF2-40B4-BE49-F238E27FC236}">
                <a16:creationId xmlns:a16="http://schemas.microsoft.com/office/drawing/2014/main" id="{31A69FBF-9F26-591E-73C8-FAACC463B569}"/>
              </a:ext>
            </a:extLst>
          </p:cNvPr>
          <p:cNvSpPr>
            <a:spLocks/>
          </p:cNvSpPr>
          <p:nvPr userDrawn="1"/>
        </p:nvSpPr>
        <p:spPr>
          <a:xfrm>
            <a:off x="4581925" y="4986920"/>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3" name="Rectangle 42">
            <a:extLst>
              <a:ext uri="{FF2B5EF4-FFF2-40B4-BE49-F238E27FC236}">
                <a16:creationId xmlns:a16="http://schemas.microsoft.com/office/drawing/2014/main" id="{AE216E23-0A0A-C28F-65F9-67E28837A394}"/>
              </a:ext>
            </a:extLst>
          </p:cNvPr>
          <p:cNvSpPr>
            <a:spLocks/>
          </p:cNvSpPr>
          <p:nvPr userDrawn="1"/>
        </p:nvSpPr>
        <p:spPr>
          <a:xfrm>
            <a:off x="4581925" y="4537002"/>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4" name="Rectangle 43">
            <a:extLst>
              <a:ext uri="{FF2B5EF4-FFF2-40B4-BE49-F238E27FC236}">
                <a16:creationId xmlns:a16="http://schemas.microsoft.com/office/drawing/2014/main" id="{1DECDC15-3B4A-B7D5-4964-3A60C145EC49}"/>
              </a:ext>
            </a:extLst>
          </p:cNvPr>
          <p:cNvSpPr>
            <a:spLocks/>
          </p:cNvSpPr>
          <p:nvPr userDrawn="1"/>
        </p:nvSpPr>
        <p:spPr>
          <a:xfrm>
            <a:off x="4581925" y="5454905"/>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5" name="Rectangle 44">
            <a:extLst>
              <a:ext uri="{FF2B5EF4-FFF2-40B4-BE49-F238E27FC236}">
                <a16:creationId xmlns:a16="http://schemas.microsoft.com/office/drawing/2014/main" id="{0259F011-5ED3-C7A4-A385-C27C927B65FA}"/>
              </a:ext>
            </a:extLst>
          </p:cNvPr>
          <p:cNvSpPr>
            <a:spLocks/>
          </p:cNvSpPr>
          <p:nvPr userDrawn="1"/>
        </p:nvSpPr>
        <p:spPr>
          <a:xfrm>
            <a:off x="5893589" y="5454905"/>
            <a:ext cx="108000" cy="108000"/>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6" name="Rectangle 45">
            <a:extLst>
              <a:ext uri="{FF2B5EF4-FFF2-40B4-BE49-F238E27FC236}">
                <a16:creationId xmlns:a16="http://schemas.microsoft.com/office/drawing/2014/main" id="{8F80C750-B986-AB68-49D0-2562C494A931}"/>
              </a:ext>
            </a:extLst>
          </p:cNvPr>
          <p:cNvSpPr>
            <a:spLocks/>
          </p:cNvSpPr>
          <p:nvPr userDrawn="1"/>
        </p:nvSpPr>
        <p:spPr>
          <a:xfrm>
            <a:off x="7192350" y="5454905"/>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7" name="Rectangle 46">
            <a:extLst>
              <a:ext uri="{FF2B5EF4-FFF2-40B4-BE49-F238E27FC236}">
                <a16:creationId xmlns:a16="http://schemas.microsoft.com/office/drawing/2014/main" id="{1D067FFD-D307-8047-5D96-8D10090A5929}"/>
              </a:ext>
            </a:extLst>
          </p:cNvPr>
          <p:cNvSpPr>
            <a:spLocks/>
          </p:cNvSpPr>
          <p:nvPr userDrawn="1"/>
        </p:nvSpPr>
        <p:spPr>
          <a:xfrm>
            <a:off x="8497463" y="5454905"/>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8" name="Rectangle 47">
            <a:extLst>
              <a:ext uri="{FF2B5EF4-FFF2-40B4-BE49-F238E27FC236}">
                <a16:creationId xmlns:a16="http://schemas.microsoft.com/office/drawing/2014/main" id="{F0664EDE-38C9-7540-1C02-2EECE7D02133}"/>
              </a:ext>
            </a:extLst>
          </p:cNvPr>
          <p:cNvSpPr>
            <a:spLocks/>
          </p:cNvSpPr>
          <p:nvPr userDrawn="1"/>
        </p:nvSpPr>
        <p:spPr>
          <a:xfrm>
            <a:off x="9796225" y="5454905"/>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9" name="Rectangle 48">
            <a:extLst>
              <a:ext uri="{FF2B5EF4-FFF2-40B4-BE49-F238E27FC236}">
                <a16:creationId xmlns:a16="http://schemas.microsoft.com/office/drawing/2014/main" id="{1B25F0A1-564F-A677-88DE-EEAA4CA870C8}"/>
              </a:ext>
            </a:extLst>
          </p:cNvPr>
          <p:cNvSpPr>
            <a:spLocks/>
          </p:cNvSpPr>
          <p:nvPr userDrawn="1"/>
        </p:nvSpPr>
        <p:spPr>
          <a:xfrm>
            <a:off x="11101338" y="5454905"/>
            <a:ext cx="108000" cy="108000"/>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 name="Rectangle 2">
            <a:extLst>
              <a:ext uri="{FF2B5EF4-FFF2-40B4-BE49-F238E27FC236}">
                <a16:creationId xmlns:a16="http://schemas.microsoft.com/office/drawing/2014/main" id="{B4D80A39-D00B-9049-451F-CF2B794A4527}"/>
              </a:ext>
            </a:extLst>
          </p:cNvPr>
          <p:cNvSpPr>
            <a:spLocks/>
          </p:cNvSpPr>
          <p:nvPr userDrawn="1"/>
        </p:nvSpPr>
        <p:spPr>
          <a:xfrm>
            <a:off x="982799" y="0"/>
            <a:ext cx="10224000" cy="1341438"/>
          </a:xfrm>
          <a:prstGeom prst="rect">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a:r>
              <a:rPr lang="fi-FI" sz="4000">
                <a:solidFill>
                  <a:schemeClr val="bg1"/>
                </a:solidFill>
                <a:latin typeface="+mj-lt"/>
              </a:rPr>
              <a:t>Example key finding overview slide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Instructions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DO NOT use this layout on any of the slides, this is for formatting and design reference ONLY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You may go into the slide master, copy the embedded table to your slide and tailor your key finding summary page</a:t>
            </a:r>
          </a:p>
        </p:txBody>
      </p:sp>
    </p:spTree>
    <p:extLst>
      <p:ext uri="{BB962C8B-B14F-4D97-AF65-F5344CB8AC3E}">
        <p14:creationId xmlns:p14="http://schemas.microsoft.com/office/powerpoint/2010/main" val="32914185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 Key findings_1 column">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E2CAE510-00AB-5414-0D6A-975B6C60A81C}"/>
              </a:ext>
            </a:extLst>
          </p:cNvPr>
          <p:cNvGraphicFramePr>
            <a:graphicFrameLocks noChangeAspect="1"/>
          </p:cNvGraphicFramePr>
          <p:nvPr userDrawn="1">
            <p:custDataLst>
              <p:tags r:id="rId1"/>
            </p:custDataLst>
            <p:extLst>
              <p:ext uri="{D42A27DB-BD31-4B8C-83A1-F6EECF244321}">
                <p14:modId xmlns:p14="http://schemas.microsoft.com/office/powerpoint/2010/main" val="5270642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11" name="think-cell data - do not delete" hidden="1">
                        <a:extLst>
                          <a:ext uri="{FF2B5EF4-FFF2-40B4-BE49-F238E27FC236}">
                            <a16:creationId xmlns:a16="http://schemas.microsoft.com/office/drawing/2014/main" id="{E2CAE510-00AB-5414-0D6A-975B6C60A81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6" name="Text Placeholder 11">
            <a:extLst>
              <a:ext uri="{FF2B5EF4-FFF2-40B4-BE49-F238E27FC236}">
                <a16:creationId xmlns:a16="http://schemas.microsoft.com/office/drawing/2014/main" id="{7F43AEEA-3F72-5AB4-98C1-90950442B279}"/>
              </a:ext>
            </a:extLst>
          </p:cNvPr>
          <p:cNvSpPr>
            <a:spLocks noGrp="1" noRot="1" noMove="1" noResize="1" noEditPoints="1" noAdjustHandles="1" noChangeArrowheads="1" noChangeShapeType="1"/>
          </p:cNvSpPr>
          <p:nvPr>
            <p:ph type="body" sz="quarter" idx="52" hasCustomPrompt="1"/>
          </p:nvPr>
        </p:nvSpPr>
        <p:spPr>
          <a:xfrm>
            <a:off x="10774799"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5" name="Content Placeholder 4">
            <a:extLst>
              <a:ext uri="{FF2B5EF4-FFF2-40B4-BE49-F238E27FC236}">
                <a16:creationId xmlns:a16="http://schemas.microsoft.com/office/drawing/2014/main" id="{162417AB-5339-B153-8B7F-333179B1F4B9}"/>
              </a:ext>
            </a:extLst>
          </p:cNvPr>
          <p:cNvSpPr>
            <a:spLocks noGrp="1" noRot="1" noMove="1" noResize="1" noEditPoints="1" noAdjustHandles="1" noChangeArrowheads="1" noChangeShapeType="1"/>
          </p:cNvSpPr>
          <p:nvPr>
            <p:ph sz="quarter" idx="54" hasCustomPrompt="1"/>
          </p:nvPr>
        </p:nvSpPr>
        <p:spPr>
          <a:xfrm>
            <a:off x="982800" y="1341438"/>
            <a:ext cx="10224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8" name="Content Placeholder 4">
            <a:extLst>
              <a:ext uri="{FF2B5EF4-FFF2-40B4-BE49-F238E27FC236}">
                <a16:creationId xmlns:a16="http://schemas.microsoft.com/office/drawing/2014/main" id="{F133CA25-13C6-449F-6257-0C32BB7E4172}"/>
              </a:ext>
            </a:extLst>
          </p:cNvPr>
          <p:cNvSpPr>
            <a:spLocks noGrp="1" noRot="1" noMove="1" noResize="1" noEditPoints="1" noAdjustHandles="1" noChangeArrowheads="1" noChangeShapeType="1"/>
          </p:cNvSpPr>
          <p:nvPr>
            <p:ph sz="quarter" idx="55" hasCustomPrompt="1"/>
          </p:nvPr>
        </p:nvSpPr>
        <p:spPr>
          <a:xfrm>
            <a:off x="982799" y="5194800"/>
            <a:ext cx="9792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3" name="Text Placeholder 4">
            <a:extLst>
              <a:ext uri="{FF2B5EF4-FFF2-40B4-BE49-F238E27FC236}">
                <a16:creationId xmlns:a16="http://schemas.microsoft.com/office/drawing/2014/main" id="{7E920EDB-4C18-4C35-DDE0-001646EE0CB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3" name="Text Placeholder 9">
            <a:extLst>
              <a:ext uri="{FF2B5EF4-FFF2-40B4-BE49-F238E27FC236}">
                <a16:creationId xmlns:a16="http://schemas.microsoft.com/office/drawing/2014/main" id="{366256AB-F7A0-9DF1-5591-74DC2291B301}"/>
              </a:ext>
            </a:extLst>
          </p:cNvPr>
          <p:cNvSpPr>
            <a:spLocks noGrp="1" noRot="1" noMove="1" noResize="1" noEditPoints="1" noAdjustHandles="1" noChangeArrowheads="1" noChangeShapeType="1"/>
          </p:cNvSpPr>
          <p:nvPr>
            <p:ph type="body" sz="quarter" idx="56"/>
          </p:nvPr>
        </p:nvSpPr>
        <p:spPr>
          <a:xfrm>
            <a:off x="982799" y="1557438"/>
            <a:ext cx="10224000" cy="36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Text Placeholder 27">
            <a:extLst>
              <a:ext uri="{FF2B5EF4-FFF2-40B4-BE49-F238E27FC236}">
                <a16:creationId xmlns:a16="http://schemas.microsoft.com/office/drawing/2014/main" id="{DC7AEDC2-3D1C-65A2-6E69-0D63959C04AE}"/>
              </a:ext>
            </a:extLst>
          </p:cNvPr>
          <p:cNvSpPr>
            <a:spLocks noGrp="1" noRot="1" noMove="1" noResize="1" noEditPoints="1" noAdjustHandles="1" noChangeArrowheads="1" noChangeShapeType="1"/>
          </p:cNvSpPr>
          <p:nvPr>
            <p:ph type="body" sz="quarter" idx="72" hasCustomPrompt="1"/>
          </p:nvPr>
        </p:nvSpPr>
        <p:spPr>
          <a:xfrm>
            <a:off x="1020200" y="1377438"/>
            <a:ext cx="144000" cy="144000"/>
          </a:xfrm>
          <a:solidFill>
            <a:srgbClr val="ED2124"/>
          </a:solidFill>
        </p:spPr>
        <p:txBody>
          <a:bodyPr/>
          <a:lstStyle>
            <a:lvl1pPr>
              <a:defRPr/>
            </a:lvl1pPr>
          </a:lstStyle>
          <a:p>
            <a:pPr lvl="0"/>
            <a:r>
              <a:rPr lang="fi-FI"/>
              <a:t> </a:t>
            </a:r>
          </a:p>
        </p:txBody>
      </p:sp>
      <p:sp>
        <p:nvSpPr>
          <p:cNvPr id="4" name="Rectangle: Rounded Corners 3">
            <a:extLst>
              <a:ext uri="{FF2B5EF4-FFF2-40B4-BE49-F238E27FC236}">
                <a16:creationId xmlns:a16="http://schemas.microsoft.com/office/drawing/2014/main" id="{E215CC71-C291-2E86-F076-DDBE85808F25}"/>
              </a:ext>
            </a:extLst>
          </p:cNvPr>
          <p:cNvSpPr>
            <a:spLocks noGrp="1" noRot="1" noMove="1" noResize="1" noEditPoints="1" noAdjustHandles="1" noChangeArrowheads="1" noChangeShapeType="1"/>
          </p:cNvSpPr>
          <p:nvPr userDrawn="1"/>
        </p:nvSpPr>
        <p:spPr>
          <a:xfrm>
            <a:off x="10540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Tree>
    <p:extLst>
      <p:ext uri="{BB962C8B-B14F-4D97-AF65-F5344CB8AC3E}">
        <p14:creationId xmlns:p14="http://schemas.microsoft.com/office/powerpoint/2010/main" val="3648988861"/>
      </p:ext>
    </p:extLst>
  </p:cSld>
  <p:clrMapOvr>
    <a:masterClrMapping/>
  </p:clrMapOvr>
  <p:extLst>
    <p:ext uri="{DCECCB84-F9BA-43D5-87BE-67443E8EF086}">
      <p15:sldGuideLst xmlns:p15="http://schemas.microsoft.com/office/powerpoint/2012/main">
        <p15:guide id="2" pos="756" userDrawn="1">
          <p15:clr>
            <a:srgbClr val="FBAE40"/>
          </p15:clr>
        </p15:guide>
        <p15:guide id="3" pos="68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Key findings_1 column half page">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42C8D9F-48E9-8698-5855-EEDCF215A75E}"/>
              </a:ext>
            </a:extLst>
          </p:cNvPr>
          <p:cNvGraphicFramePr>
            <a:graphicFrameLocks noChangeAspect="1"/>
          </p:cNvGraphicFramePr>
          <p:nvPr userDrawn="1">
            <p:custDataLst>
              <p:tags r:id="rId1"/>
            </p:custDataLst>
            <p:extLst>
              <p:ext uri="{D42A27DB-BD31-4B8C-83A1-F6EECF244321}">
                <p14:modId xmlns:p14="http://schemas.microsoft.com/office/powerpoint/2010/main" val="32840522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10" name="think-cell data - do not delete" hidden="1">
                        <a:extLst>
                          <a:ext uri="{FF2B5EF4-FFF2-40B4-BE49-F238E27FC236}">
                            <a16:creationId xmlns:a16="http://schemas.microsoft.com/office/drawing/2014/main" id="{842C8D9F-48E9-8698-5855-EEDCF215A75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6" name="Text Placeholder 11">
            <a:extLst>
              <a:ext uri="{FF2B5EF4-FFF2-40B4-BE49-F238E27FC236}">
                <a16:creationId xmlns:a16="http://schemas.microsoft.com/office/drawing/2014/main" id="{7F43AEEA-3F72-5AB4-98C1-90950442B279}"/>
              </a:ext>
            </a:extLst>
          </p:cNvPr>
          <p:cNvSpPr>
            <a:spLocks noGrp="1" noRot="1" noMove="1" noResize="1" noEditPoints="1" noAdjustHandles="1" noChangeArrowheads="1" noChangeShapeType="1"/>
          </p:cNvSpPr>
          <p:nvPr>
            <p:ph type="body" sz="quarter" idx="52" hasCustomPrompt="1"/>
          </p:nvPr>
        </p:nvSpPr>
        <p:spPr>
          <a:xfrm>
            <a:off x="5482800"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5" name="Content Placeholder 4">
            <a:extLst>
              <a:ext uri="{FF2B5EF4-FFF2-40B4-BE49-F238E27FC236}">
                <a16:creationId xmlns:a16="http://schemas.microsoft.com/office/drawing/2014/main" id="{162417AB-5339-B153-8B7F-333179B1F4B9}"/>
              </a:ext>
            </a:extLst>
          </p:cNvPr>
          <p:cNvSpPr>
            <a:spLocks noGrp="1" noRot="1" noMove="1" noResize="1" noEditPoints="1" noAdjustHandles="1" noChangeArrowheads="1" noChangeShapeType="1"/>
          </p:cNvSpPr>
          <p:nvPr>
            <p:ph sz="quarter" idx="54" hasCustomPrompt="1"/>
          </p:nvPr>
        </p:nvSpPr>
        <p:spPr>
          <a:xfrm>
            <a:off x="982800" y="1341438"/>
            <a:ext cx="4932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8" name="Content Placeholder 4">
            <a:extLst>
              <a:ext uri="{FF2B5EF4-FFF2-40B4-BE49-F238E27FC236}">
                <a16:creationId xmlns:a16="http://schemas.microsoft.com/office/drawing/2014/main" id="{F133CA25-13C6-449F-6257-0C32BB7E4172}"/>
              </a:ext>
            </a:extLst>
          </p:cNvPr>
          <p:cNvSpPr>
            <a:spLocks noGrp="1" noRot="1" noMove="1" noResize="1" noEditPoints="1" noAdjustHandles="1" noChangeArrowheads="1" noChangeShapeType="1"/>
          </p:cNvSpPr>
          <p:nvPr>
            <p:ph sz="quarter" idx="55" hasCustomPrompt="1"/>
          </p:nvPr>
        </p:nvSpPr>
        <p:spPr>
          <a:xfrm>
            <a:off x="982662" y="5194800"/>
            <a:ext cx="4500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3" name="Text Placeholder 4">
            <a:extLst>
              <a:ext uri="{FF2B5EF4-FFF2-40B4-BE49-F238E27FC236}">
                <a16:creationId xmlns:a16="http://schemas.microsoft.com/office/drawing/2014/main" id="{7E920EDB-4C18-4C35-DDE0-001646EE0CB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3" name="Text Placeholder 9">
            <a:extLst>
              <a:ext uri="{FF2B5EF4-FFF2-40B4-BE49-F238E27FC236}">
                <a16:creationId xmlns:a16="http://schemas.microsoft.com/office/drawing/2014/main" id="{3A9F96E5-2832-D2D0-7022-DFD8D90C20C7}"/>
              </a:ext>
            </a:extLst>
          </p:cNvPr>
          <p:cNvSpPr>
            <a:spLocks noGrp="1" noRot="1" noMove="1" noResize="1" noEditPoints="1" noAdjustHandles="1" noChangeArrowheads="1" noChangeShapeType="1"/>
          </p:cNvSpPr>
          <p:nvPr>
            <p:ph type="body" sz="quarter" idx="56"/>
          </p:nvPr>
        </p:nvSpPr>
        <p:spPr>
          <a:xfrm>
            <a:off x="982799" y="1557438"/>
            <a:ext cx="4932000" cy="36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Text Placeholder 27">
            <a:extLst>
              <a:ext uri="{FF2B5EF4-FFF2-40B4-BE49-F238E27FC236}">
                <a16:creationId xmlns:a16="http://schemas.microsoft.com/office/drawing/2014/main" id="{6F1B0365-14E5-3C3E-92D7-89A6FAD8D5E3}"/>
              </a:ext>
            </a:extLst>
          </p:cNvPr>
          <p:cNvSpPr>
            <a:spLocks noGrp="1" noRot="1" noMove="1" noResize="1" noEditPoints="1" noAdjustHandles="1" noChangeArrowheads="1" noChangeShapeType="1"/>
          </p:cNvSpPr>
          <p:nvPr>
            <p:ph type="body" sz="quarter" idx="72" hasCustomPrompt="1"/>
          </p:nvPr>
        </p:nvSpPr>
        <p:spPr>
          <a:xfrm>
            <a:off x="1020200" y="1377438"/>
            <a:ext cx="144000" cy="144000"/>
          </a:xfrm>
          <a:solidFill>
            <a:srgbClr val="ED2124"/>
          </a:solidFill>
        </p:spPr>
        <p:txBody>
          <a:bodyPr/>
          <a:lstStyle>
            <a:lvl1pPr>
              <a:defRPr/>
            </a:lvl1pPr>
          </a:lstStyle>
          <a:p>
            <a:pPr lvl="0"/>
            <a:r>
              <a:rPr lang="fi-FI"/>
              <a:t> </a:t>
            </a:r>
          </a:p>
        </p:txBody>
      </p:sp>
      <p:sp>
        <p:nvSpPr>
          <p:cNvPr id="4" name="Rectangle: Rounded Corners 3">
            <a:extLst>
              <a:ext uri="{FF2B5EF4-FFF2-40B4-BE49-F238E27FC236}">
                <a16:creationId xmlns:a16="http://schemas.microsoft.com/office/drawing/2014/main" id="{3A4CC353-10F5-A382-70BD-7BD51117CD83}"/>
              </a:ext>
            </a:extLst>
          </p:cNvPr>
          <p:cNvSpPr>
            <a:spLocks noGrp="1" noRot="1" noMove="1" noResize="1" noEditPoints="1" noAdjustHandles="1" noChangeArrowheads="1" noChangeShapeType="1"/>
          </p:cNvSpPr>
          <p:nvPr userDrawn="1"/>
        </p:nvSpPr>
        <p:spPr>
          <a:xfrm>
            <a:off x="5248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Tree>
    <p:extLst>
      <p:ext uri="{BB962C8B-B14F-4D97-AF65-F5344CB8AC3E}">
        <p14:creationId xmlns:p14="http://schemas.microsoft.com/office/powerpoint/2010/main" val="1528741826"/>
      </p:ext>
    </p:extLst>
  </p:cSld>
  <p:clrMapOvr>
    <a:masterClrMapping/>
  </p:clrMapOvr>
  <p:extLst>
    <p:ext uri="{DCECCB84-F9BA-43D5-87BE-67443E8EF086}">
      <p15:sldGuideLst xmlns:p15="http://schemas.microsoft.com/office/powerpoint/2012/main">
        <p15:guide id="1" pos="756" userDrawn="1">
          <p15:clr>
            <a:srgbClr val="FBAE40"/>
          </p15:clr>
        </p15:guide>
        <p15:guide id="2" pos="68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ey findings_2 columns">
    <p:spTree>
      <p:nvGrpSpPr>
        <p:cNvPr id="1" name=""/>
        <p:cNvGrpSpPr/>
        <p:nvPr/>
      </p:nvGrpSpPr>
      <p:grpSpPr>
        <a:xfrm>
          <a:off x="0" y="0"/>
          <a:ext cx="0" cy="0"/>
          <a:chOff x="0" y="0"/>
          <a:chExt cx="0" cy="0"/>
        </a:xfrm>
      </p:grpSpPr>
      <p:graphicFrame>
        <p:nvGraphicFramePr>
          <p:cNvPr id="26" name="think-cell data - do not delete" hidden="1">
            <a:extLst>
              <a:ext uri="{FF2B5EF4-FFF2-40B4-BE49-F238E27FC236}">
                <a16:creationId xmlns:a16="http://schemas.microsoft.com/office/drawing/2014/main" id="{12B5F3DC-27A1-0025-EAD0-EB1C99CFFEA6}"/>
              </a:ext>
            </a:extLst>
          </p:cNvPr>
          <p:cNvGraphicFramePr>
            <a:graphicFrameLocks noChangeAspect="1"/>
          </p:cNvGraphicFramePr>
          <p:nvPr userDrawn="1">
            <p:custDataLst>
              <p:tags r:id="rId1"/>
            </p:custDataLst>
            <p:extLst>
              <p:ext uri="{D42A27DB-BD31-4B8C-83A1-F6EECF244321}">
                <p14:modId xmlns:p14="http://schemas.microsoft.com/office/powerpoint/2010/main" val="13803851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6" name="think-cell data - do not delete" hidden="1">
                        <a:extLst>
                          <a:ext uri="{FF2B5EF4-FFF2-40B4-BE49-F238E27FC236}">
                            <a16:creationId xmlns:a16="http://schemas.microsoft.com/office/drawing/2014/main" id="{12B5F3DC-27A1-0025-EAD0-EB1C99CFFEA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13" name="Text Placeholder 4">
            <a:extLst>
              <a:ext uri="{FF2B5EF4-FFF2-40B4-BE49-F238E27FC236}">
                <a16:creationId xmlns:a16="http://schemas.microsoft.com/office/drawing/2014/main" id="{7E920EDB-4C18-4C35-DDE0-001646EE0CB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9" name="Text Placeholder 11">
            <a:extLst>
              <a:ext uri="{FF2B5EF4-FFF2-40B4-BE49-F238E27FC236}">
                <a16:creationId xmlns:a16="http://schemas.microsoft.com/office/drawing/2014/main" id="{CF08799E-21F0-C703-24D9-4C8BF90FC66A}"/>
              </a:ext>
            </a:extLst>
          </p:cNvPr>
          <p:cNvSpPr>
            <a:spLocks noGrp="1" noRot="1" noMove="1" noResize="1" noEditPoints="1" noAdjustHandles="1" noChangeArrowheads="1" noChangeShapeType="1"/>
          </p:cNvSpPr>
          <p:nvPr>
            <p:ph type="body" sz="quarter" idx="52" hasCustomPrompt="1"/>
          </p:nvPr>
        </p:nvSpPr>
        <p:spPr>
          <a:xfrm>
            <a:off x="5482800"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14" name="Content Placeholder 4">
            <a:extLst>
              <a:ext uri="{FF2B5EF4-FFF2-40B4-BE49-F238E27FC236}">
                <a16:creationId xmlns:a16="http://schemas.microsoft.com/office/drawing/2014/main" id="{E7B3B2CE-DBE9-DDFA-1AE5-572615BE3F39}"/>
              </a:ext>
            </a:extLst>
          </p:cNvPr>
          <p:cNvSpPr>
            <a:spLocks noGrp="1" noRot="1" noMove="1" noResize="1" noEditPoints="1" noAdjustHandles="1" noChangeArrowheads="1" noChangeShapeType="1"/>
          </p:cNvSpPr>
          <p:nvPr>
            <p:ph sz="quarter" idx="54" hasCustomPrompt="1"/>
          </p:nvPr>
        </p:nvSpPr>
        <p:spPr>
          <a:xfrm>
            <a:off x="982800" y="1341438"/>
            <a:ext cx="4932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17" name="Content Placeholder 4">
            <a:extLst>
              <a:ext uri="{FF2B5EF4-FFF2-40B4-BE49-F238E27FC236}">
                <a16:creationId xmlns:a16="http://schemas.microsoft.com/office/drawing/2014/main" id="{BE831028-1E39-2229-FB6F-1C4BA322E60E}"/>
              </a:ext>
            </a:extLst>
          </p:cNvPr>
          <p:cNvSpPr>
            <a:spLocks noGrp="1" noRot="1" noMove="1" noResize="1" noEditPoints="1" noAdjustHandles="1" noChangeArrowheads="1" noChangeShapeType="1"/>
          </p:cNvSpPr>
          <p:nvPr>
            <p:ph sz="quarter" idx="55" hasCustomPrompt="1"/>
          </p:nvPr>
        </p:nvSpPr>
        <p:spPr>
          <a:xfrm>
            <a:off x="982662" y="5194800"/>
            <a:ext cx="4500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8" name="Text Placeholder 9">
            <a:extLst>
              <a:ext uri="{FF2B5EF4-FFF2-40B4-BE49-F238E27FC236}">
                <a16:creationId xmlns:a16="http://schemas.microsoft.com/office/drawing/2014/main" id="{3E8F4685-4DFE-E9B8-144E-474AB3612667}"/>
              </a:ext>
            </a:extLst>
          </p:cNvPr>
          <p:cNvSpPr>
            <a:spLocks noGrp="1" noRot="1" noMove="1" noResize="1" noEditPoints="1" noAdjustHandles="1" noChangeArrowheads="1" noChangeShapeType="1"/>
          </p:cNvSpPr>
          <p:nvPr>
            <p:ph type="body" sz="quarter" idx="56"/>
          </p:nvPr>
        </p:nvSpPr>
        <p:spPr>
          <a:xfrm>
            <a:off x="982799" y="1557438"/>
            <a:ext cx="4932000" cy="36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19" name="Text Placeholder 27">
            <a:extLst>
              <a:ext uri="{FF2B5EF4-FFF2-40B4-BE49-F238E27FC236}">
                <a16:creationId xmlns:a16="http://schemas.microsoft.com/office/drawing/2014/main" id="{CAB7E7BD-3424-7A07-7AA4-9B097C295DB5}"/>
              </a:ext>
            </a:extLst>
          </p:cNvPr>
          <p:cNvSpPr>
            <a:spLocks noGrp="1" noRot="1" noMove="1" noResize="1" noEditPoints="1" noAdjustHandles="1" noChangeArrowheads="1" noChangeShapeType="1"/>
          </p:cNvSpPr>
          <p:nvPr>
            <p:ph type="body" sz="quarter" idx="72" hasCustomPrompt="1"/>
          </p:nvPr>
        </p:nvSpPr>
        <p:spPr>
          <a:xfrm>
            <a:off x="1020200" y="1377438"/>
            <a:ext cx="144000" cy="144000"/>
          </a:xfrm>
          <a:solidFill>
            <a:srgbClr val="ED2124"/>
          </a:solidFill>
        </p:spPr>
        <p:txBody>
          <a:bodyPr/>
          <a:lstStyle>
            <a:lvl1pPr>
              <a:defRPr/>
            </a:lvl1pPr>
          </a:lstStyle>
          <a:p>
            <a:pPr lvl="0"/>
            <a:r>
              <a:rPr lang="fi-FI"/>
              <a:t> </a:t>
            </a:r>
          </a:p>
        </p:txBody>
      </p:sp>
      <p:sp>
        <p:nvSpPr>
          <p:cNvPr id="20" name="Text Placeholder 11">
            <a:extLst>
              <a:ext uri="{FF2B5EF4-FFF2-40B4-BE49-F238E27FC236}">
                <a16:creationId xmlns:a16="http://schemas.microsoft.com/office/drawing/2014/main" id="{57E87493-E54A-7B4B-A9B4-69D6006E89FB}"/>
              </a:ext>
            </a:extLst>
          </p:cNvPr>
          <p:cNvSpPr>
            <a:spLocks noGrp="1" noRot="1" noMove="1" noResize="1" noEditPoints="1" noAdjustHandles="1" noChangeArrowheads="1" noChangeShapeType="1"/>
          </p:cNvSpPr>
          <p:nvPr>
            <p:ph type="body" sz="quarter" idx="73" hasCustomPrompt="1"/>
          </p:nvPr>
        </p:nvSpPr>
        <p:spPr>
          <a:xfrm>
            <a:off x="10774800"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21" name="Content Placeholder 4">
            <a:extLst>
              <a:ext uri="{FF2B5EF4-FFF2-40B4-BE49-F238E27FC236}">
                <a16:creationId xmlns:a16="http://schemas.microsoft.com/office/drawing/2014/main" id="{972B3526-AA02-E996-73E5-0A759A11481E}"/>
              </a:ext>
            </a:extLst>
          </p:cNvPr>
          <p:cNvSpPr>
            <a:spLocks noGrp="1" noRot="1" noMove="1" noResize="1" noEditPoints="1" noAdjustHandles="1" noChangeArrowheads="1" noChangeShapeType="1"/>
          </p:cNvSpPr>
          <p:nvPr>
            <p:ph sz="quarter" idx="74" hasCustomPrompt="1"/>
          </p:nvPr>
        </p:nvSpPr>
        <p:spPr>
          <a:xfrm>
            <a:off x="6274800" y="1341438"/>
            <a:ext cx="4932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22" name="Content Placeholder 4">
            <a:extLst>
              <a:ext uri="{FF2B5EF4-FFF2-40B4-BE49-F238E27FC236}">
                <a16:creationId xmlns:a16="http://schemas.microsoft.com/office/drawing/2014/main" id="{0062A6F1-C3E2-24FD-E623-3D4DD74C429C}"/>
              </a:ext>
            </a:extLst>
          </p:cNvPr>
          <p:cNvSpPr>
            <a:spLocks noGrp="1" noRot="1" noMove="1" noResize="1" noEditPoints="1" noAdjustHandles="1" noChangeArrowheads="1" noChangeShapeType="1"/>
          </p:cNvSpPr>
          <p:nvPr>
            <p:ph sz="quarter" idx="75" hasCustomPrompt="1"/>
          </p:nvPr>
        </p:nvSpPr>
        <p:spPr>
          <a:xfrm>
            <a:off x="6274800" y="5194800"/>
            <a:ext cx="4500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23" name="Text Placeholder 9">
            <a:extLst>
              <a:ext uri="{FF2B5EF4-FFF2-40B4-BE49-F238E27FC236}">
                <a16:creationId xmlns:a16="http://schemas.microsoft.com/office/drawing/2014/main" id="{85D08B05-CD14-ABD3-13EF-01905E426036}"/>
              </a:ext>
            </a:extLst>
          </p:cNvPr>
          <p:cNvSpPr>
            <a:spLocks noGrp="1" noRot="1" noMove="1" noResize="1" noEditPoints="1" noAdjustHandles="1" noChangeArrowheads="1" noChangeShapeType="1"/>
          </p:cNvSpPr>
          <p:nvPr>
            <p:ph type="body" sz="quarter" idx="76"/>
          </p:nvPr>
        </p:nvSpPr>
        <p:spPr>
          <a:xfrm>
            <a:off x="6277339" y="1557438"/>
            <a:ext cx="4932000" cy="36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24" name="Text Placeholder 27">
            <a:extLst>
              <a:ext uri="{FF2B5EF4-FFF2-40B4-BE49-F238E27FC236}">
                <a16:creationId xmlns:a16="http://schemas.microsoft.com/office/drawing/2014/main" id="{A753AF11-D368-F3A3-3119-73D60544E465}"/>
              </a:ext>
            </a:extLst>
          </p:cNvPr>
          <p:cNvSpPr>
            <a:spLocks noGrp="1" noRot="1" noMove="1" noResize="1" noEditPoints="1" noAdjustHandles="1" noChangeArrowheads="1" noChangeShapeType="1"/>
          </p:cNvSpPr>
          <p:nvPr>
            <p:ph type="body" sz="quarter" idx="77" hasCustomPrompt="1"/>
          </p:nvPr>
        </p:nvSpPr>
        <p:spPr>
          <a:xfrm>
            <a:off x="6310800" y="1377438"/>
            <a:ext cx="144000" cy="144000"/>
          </a:xfrm>
          <a:solidFill>
            <a:srgbClr val="ED2124"/>
          </a:solidFill>
        </p:spPr>
        <p:txBody>
          <a:bodyPr/>
          <a:lstStyle>
            <a:lvl1pPr>
              <a:defRPr/>
            </a:lvl1pPr>
          </a:lstStyle>
          <a:p>
            <a:pPr lvl="0"/>
            <a:r>
              <a:rPr lang="fi-FI"/>
              <a:t> </a:t>
            </a:r>
          </a:p>
        </p:txBody>
      </p:sp>
      <p:sp>
        <p:nvSpPr>
          <p:cNvPr id="3" name="Rectangle: Rounded Corners 2">
            <a:extLst>
              <a:ext uri="{FF2B5EF4-FFF2-40B4-BE49-F238E27FC236}">
                <a16:creationId xmlns:a16="http://schemas.microsoft.com/office/drawing/2014/main" id="{70D032F0-2290-09E6-1449-EAE9B37AB32D}"/>
              </a:ext>
            </a:extLst>
          </p:cNvPr>
          <p:cNvSpPr>
            <a:spLocks noGrp="1" noRot="1" noMove="1" noResize="1" noEditPoints="1" noAdjustHandles="1" noChangeArrowheads="1" noChangeShapeType="1"/>
          </p:cNvSpPr>
          <p:nvPr userDrawn="1"/>
        </p:nvSpPr>
        <p:spPr>
          <a:xfrm>
            <a:off x="5248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4" name="Rectangle: Rounded Corners 3">
            <a:extLst>
              <a:ext uri="{FF2B5EF4-FFF2-40B4-BE49-F238E27FC236}">
                <a16:creationId xmlns:a16="http://schemas.microsoft.com/office/drawing/2014/main" id="{30EE4DC6-6540-C35D-3E93-4952C8187777}"/>
              </a:ext>
            </a:extLst>
          </p:cNvPr>
          <p:cNvSpPr>
            <a:spLocks noGrp="1" noRot="1" noMove="1" noResize="1" noEditPoints="1" noAdjustHandles="1" noChangeArrowheads="1" noChangeShapeType="1"/>
          </p:cNvSpPr>
          <p:nvPr userDrawn="1"/>
        </p:nvSpPr>
        <p:spPr>
          <a:xfrm>
            <a:off x="10540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Tree>
    <p:extLst>
      <p:ext uri="{BB962C8B-B14F-4D97-AF65-F5344CB8AC3E}">
        <p14:creationId xmlns:p14="http://schemas.microsoft.com/office/powerpoint/2010/main" val="1519978234"/>
      </p:ext>
    </p:extLst>
  </p:cSld>
  <p:clrMapOvr>
    <a:masterClrMapping/>
  </p:clrMapOvr>
  <p:extLst>
    <p:ext uri="{DCECCB84-F9BA-43D5-87BE-67443E8EF086}">
      <p15:sldGuideLst xmlns:p15="http://schemas.microsoft.com/office/powerpoint/2012/main">
        <p15:guide id="1" pos="756"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Key findings_3 columns">
    <p:spTree>
      <p:nvGrpSpPr>
        <p:cNvPr id="1" name=""/>
        <p:cNvGrpSpPr/>
        <p:nvPr/>
      </p:nvGrpSpPr>
      <p:grpSpPr>
        <a:xfrm>
          <a:off x="0" y="0"/>
          <a:ext cx="0" cy="0"/>
          <a:chOff x="0" y="0"/>
          <a:chExt cx="0" cy="0"/>
        </a:xfrm>
      </p:grpSpPr>
      <p:graphicFrame>
        <p:nvGraphicFramePr>
          <p:cNvPr id="24" name="think-cell data - do not delete" hidden="1">
            <a:extLst>
              <a:ext uri="{FF2B5EF4-FFF2-40B4-BE49-F238E27FC236}">
                <a16:creationId xmlns:a16="http://schemas.microsoft.com/office/drawing/2014/main" id="{CEA2B5EE-3447-AE6A-6093-79728CA61A6E}"/>
              </a:ext>
            </a:extLst>
          </p:cNvPr>
          <p:cNvGraphicFramePr>
            <a:graphicFrameLocks noChangeAspect="1"/>
          </p:cNvGraphicFramePr>
          <p:nvPr userDrawn="1">
            <p:custDataLst>
              <p:tags r:id="rId1"/>
            </p:custDataLst>
            <p:extLst>
              <p:ext uri="{D42A27DB-BD31-4B8C-83A1-F6EECF244321}">
                <p14:modId xmlns:p14="http://schemas.microsoft.com/office/powerpoint/2010/main" val="25592735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4" name="think-cell data - do not delete" hidden="1">
                        <a:extLst>
                          <a:ext uri="{FF2B5EF4-FFF2-40B4-BE49-F238E27FC236}">
                            <a16:creationId xmlns:a16="http://schemas.microsoft.com/office/drawing/2014/main" id="{CEA2B5EE-3447-AE6A-6093-79728CA61A6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6" name="Text Placeholder 11">
            <a:extLst>
              <a:ext uri="{FF2B5EF4-FFF2-40B4-BE49-F238E27FC236}">
                <a16:creationId xmlns:a16="http://schemas.microsoft.com/office/drawing/2014/main" id="{7F43AEEA-3F72-5AB4-98C1-90950442B279}"/>
              </a:ext>
            </a:extLst>
          </p:cNvPr>
          <p:cNvSpPr>
            <a:spLocks noGrp="1" noRot="1" noMove="1" noResize="1" noEditPoints="1" noAdjustHandles="1" noChangeArrowheads="1" noChangeShapeType="1"/>
          </p:cNvSpPr>
          <p:nvPr>
            <p:ph type="body" sz="quarter" idx="52" hasCustomPrompt="1"/>
          </p:nvPr>
        </p:nvSpPr>
        <p:spPr>
          <a:xfrm>
            <a:off x="3898800"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5" name="Content Placeholder 4">
            <a:extLst>
              <a:ext uri="{FF2B5EF4-FFF2-40B4-BE49-F238E27FC236}">
                <a16:creationId xmlns:a16="http://schemas.microsoft.com/office/drawing/2014/main" id="{162417AB-5339-B153-8B7F-333179B1F4B9}"/>
              </a:ext>
            </a:extLst>
          </p:cNvPr>
          <p:cNvSpPr>
            <a:spLocks noGrp="1" noRot="1" noMove="1" noResize="1" noEditPoints="1" noAdjustHandles="1" noChangeArrowheads="1" noChangeShapeType="1"/>
          </p:cNvSpPr>
          <p:nvPr>
            <p:ph sz="quarter" idx="54" hasCustomPrompt="1"/>
          </p:nvPr>
        </p:nvSpPr>
        <p:spPr>
          <a:xfrm>
            <a:off x="982800" y="1341438"/>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8" name="Content Placeholder 4">
            <a:extLst>
              <a:ext uri="{FF2B5EF4-FFF2-40B4-BE49-F238E27FC236}">
                <a16:creationId xmlns:a16="http://schemas.microsoft.com/office/drawing/2014/main" id="{F133CA25-13C6-449F-6257-0C32BB7E4172}"/>
              </a:ext>
            </a:extLst>
          </p:cNvPr>
          <p:cNvSpPr>
            <a:spLocks noGrp="1" noRot="1" noMove="1" noResize="1" noEditPoints="1" noAdjustHandles="1" noChangeArrowheads="1" noChangeShapeType="1"/>
          </p:cNvSpPr>
          <p:nvPr>
            <p:ph sz="quarter" idx="55" hasCustomPrompt="1"/>
          </p:nvPr>
        </p:nvSpPr>
        <p:spPr>
          <a:xfrm>
            <a:off x="982799" y="5194800"/>
            <a:ext cx="2916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3" name="Text Placeholder 4">
            <a:extLst>
              <a:ext uri="{FF2B5EF4-FFF2-40B4-BE49-F238E27FC236}">
                <a16:creationId xmlns:a16="http://schemas.microsoft.com/office/drawing/2014/main" id="{7E920EDB-4C18-4C35-DDE0-001646EE0CB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3" name="Text Placeholder 11">
            <a:extLst>
              <a:ext uri="{FF2B5EF4-FFF2-40B4-BE49-F238E27FC236}">
                <a16:creationId xmlns:a16="http://schemas.microsoft.com/office/drawing/2014/main" id="{D59242B1-4A60-FB4D-F88C-C009896169C5}"/>
              </a:ext>
            </a:extLst>
          </p:cNvPr>
          <p:cNvSpPr>
            <a:spLocks noGrp="1" noRot="1" noMove="1" noResize="1" noEditPoints="1" noAdjustHandles="1" noChangeArrowheads="1" noChangeShapeType="1"/>
          </p:cNvSpPr>
          <p:nvPr>
            <p:ph type="body" sz="quarter" idx="56" hasCustomPrompt="1"/>
          </p:nvPr>
        </p:nvSpPr>
        <p:spPr>
          <a:xfrm>
            <a:off x="7336800"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4" name="Content Placeholder 4">
            <a:extLst>
              <a:ext uri="{FF2B5EF4-FFF2-40B4-BE49-F238E27FC236}">
                <a16:creationId xmlns:a16="http://schemas.microsoft.com/office/drawing/2014/main" id="{CBDF4234-4D15-6BAE-D0AB-49B6BAEF435D}"/>
              </a:ext>
            </a:extLst>
          </p:cNvPr>
          <p:cNvSpPr>
            <a:spLocks noGrp="1" noRot="1" noMove="1" noResize="1" noEditPoints="1" noAdjustHandles="1" noChangeArrowheads="1" noChangeShapeType="1"/>
          </p:cNvSpPr>
          <p:nvPr>
            <p:ph sz="quarter" idx="57" hasCustomPrompt="1"/>
          </p:nvPr>
        </p:nvSpPr>
        <p:spPr>
          <a:xfrm>
            <a:off x="4420800" y="1341438"/>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10" name="Content Placeholder 4">
            <a:extLst>
              <a:ext uri="{FF2B5EF4-FFF2-40B4-BE49-F238E27FC236}">
                <a16:creationId xmlns:a16="http://schemas.microsoft.com/office/drawing/2014/main" id="{054F7EAC-5958-B451-8639-F9C61ADB3F7A}"/>
              </a:ext>
            </a:extLst>
          </p:cNvPr>
          <p:cNvSpPr>
            <a:spLocks noGrp="1" noRot="1" noMove="1" noResize="1" noEditPoints="1" noAdjustHandles="1" noChangeArrowheads="1" noChangeShapeType="1"/>
          </p:cNvSpPr>
          <p:nvPr>
            <p:ph sz="quarter" idx="59" hasCustomPrompt="1"/>
          </p:nvPr>
        </p:nvSpPr>
        <p:spPr>
          <a:xfrm>
            <a:off x="4420800" y="5194800"/>
            <a:ext cx="2916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2" name="Text Placeholder 11">
            <a:extLst>
              <a:ext uri="{FF2B5EF4-FFF2-40B4-BE49-F238E27FC236}">
                <a16:creationId xmlns:a16="http://schemas.microsoft.com/office/drawing/2014/main" id="{F9D1D5B2-FD27-5183-424A-675BD32425BC}"/>
              </a:ext>
            </a:extLst>
          </p:cNvPr>
          <p:cNvSpPr>
            <a:spLocks noGrp="1" noRot="1" noMove="1" noResize="1" noEditPoints="1" noAdjustHandles="1" noChangeArrowheads="1" noChangeShapeType="1"/>
          </p:cNvSpPr>
          <p:nvPr>
            <p:ph type="body" sz="quarter" idx="60" hasCustomPrompt="1"/>
          </p:nvPr>
        </p:nvSpPr>
        <p:spPr>
          <a:xfrm>
            <a:off x="10774800"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15" name="Content Placeholder 4">
            <a:extLst>
              <a:ext uri="{FF2B5EF4-FFF2-40B4-BE49-F238E27FC236}">
                <a16:creationId xmlns:a16="http://schemas.microsoft.com/office/drawing/2014/main" id="{F3BFFD31-00B1-ED0B-AFD4-8647B355670B}"/>
              </a:ext>
            </a:extLst>
          </p:cNvPr>
          <p:cNvSpPr>
            <a:spLocks noGrp="1" noRot="1" noMove="1" noResize="1" noEditPoints="1" noAdjustHandles="1" noChangeArrowheads="1" noChangeShapeType="1"/>
          </p:cNvSpPr>
          <p:nvPr>
            <p:ph sz="quarter" idx="61" hasCustomPrompt="1"/>
          </p:nvPr>
        </p:nvSpPr>
        <p:spPr>
          <a:xfrm>
            <a:off x="7858800" y="1341438"/>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17" name="Content Placeholder 4">
            <a:extLst>
              <a:ext uri="{FF2B5EF4-FFF2-40B4-BE49-F238E27FC236}">
                <a16:creationId xmlns:a16="http://schemas.microsoft.com/office/drawing/2014/main" id="{9913D8F4-BE20-5514-AE38-B693E70AF2E4}"/>
              </a:ext>
            </a:extLst>
          </p:cNvPr>
          <p:cNvSpPr>
            <a:spLocks noGrp="1" noRot="1" noMove="1" noResize="1" noEditPoints="1" noAdjustHandles="1" noChangeArrowheads="1" noChangeShapeType="1"/>
          </p:cNvSpPr>
          <p:nvPr>
            <p:ph sz="quarter" idx="63" hasCustomPrompt="1"/>
          </p:nvPr>
        </p:nvSpPr>
        <p:spPr>
          <a:xfrm>
            <a:off x="7858799" y="5194800"/>
            <a:ext cx="2916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1" name="Text Placeholder 9">
            <a:extLst>
              <a:ext uri="{FF2B5EF4-FFF2-40B4-BE49-F238E27FC236}">
                <a16:creationId xmlns:a16="http://schemas.microsoft.com/office/drawing/2014/main" id="{69579D1F-F482-C4A1-F1BC-B9D829AEF685}"/>
              </a:ext>
            </a:extLst>
          </p:cNvPr>
          <p:cNvSpPr>
            <a:spLocks noGrp="1" noRot="1" noMove="1" noResize="1" noEditPoints="1" noAdjustHandles="1" noChangeArrowheads="1" noChangeShapeType="1"/>
          </p:cNvSpPr>
          <p:nvPr>
            <p:ph type="body" sz="quarter" idx="64"/>
          </p:nvPr>
        </p:nvSpPr>
        <p:spPr>
          <a:xfrm>
            <a:off x="982800" y="1557438"/>
            <a:ext cx="3348000" cy="36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18" name="Text Placeholder 9">
            <a:extLst>
              <a:ext uri="{FF2B5EF4-FFF2-40B4-BE49-F238E27FC236}">
                <a16:creationId xmlns:a16="http://schemas.microsoft.com/office/drawing/2014/main" id="{E9CDAC85-5149-996A-232E-CC74C319B7A9}"/>
              </a:ext>
            </a:extLst>
          </p:cNvPr>
          <p:cNvSpPr>
            <a:spLocks noGrp="1" noRot="1" noMove="1" noResize="1" noEditPoints="1" noAdjustHandles="1" noChangeArrowheads="1" noChangeShapeType="1"/>
          </p:cNvSpPr>
          <p:nvPr>
            <p:ph type="body" sz="quarter" idx="65"/>
          </p:nvPr>
        </p:nvSpPr>
        <p:spPr>
          <a:xfrm>
            <a:off x="4420800" y="1557438"/>
            <a:ext cx="3348000" cy="36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19" name="Text Placeholder 9">
            <a:extLst>
              <a:ext uri="{FF2B5EF4-FFF2-40B4-BE49-F238E27FC236}">
                <a16:creationId xmlns:a16="http://schemas.microsoft.com/office/drawing/2014/main" id="{69E78225-9420-5475-0CEE-C547C8D3E180}"/>
              </a:ext>
            </a:extLst>
          </p:cNvPr>
          <p:cNvSpPr>
            <a:spLocks noGrp="1" noRot="1" noMove="1" noResize="1" noEditPoints="1" noAdjustHandles="1" noChangeArrowheads="1" noChangeShapeType="1"/>
          </p:cNvSpPr>
          <p:nvPr>
            <p:ph type="body" sz="quarter" idx="66"/>
          </p:nvPr>
        </p:nvSpPr>
        <p:spPr>
          <a:xfrm>
            <a:off x="7858800" y="1557438"/>
            <a:ext cx="3348000" cy="36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20" name="Text Placeholder 27">
            <a:extLst>
              <a:ext uri="{FF2B5EF4-FFF2-40B4-BE49-F238E27FC236}">
                <a16:creationId xmlns:a16="http://schemas.microsoft.com/office/drawing/2014/main" id="{A3C3BB78-9B03-08D0-D93E-C664F9D4E30C}"/>
              </a:ext>
            </a:extLst>
          </p:cNvPr>
          <p:cNvSpPr>
            <a:spLocks noGrp="1" noRot="1" noMove="1" noResize="1" noEditPoints="1" noAdjustHandles="1" noChangeArrowheads="1" noChangeShapeType="1"/>
          </p:cNvSpPr>
          <p:nvPr>
            <p:ph type="body" sz="quarter" idx="72" hasCustomPrompt="1"/>
          </p:nvPr>
        </p:nvSpPr>
        <p:spPr>
          <a:xfrm>
            <a:off x="1020200" y="1377438"/>
            <a:ext cx="144000" cy="144000"/>
          </a:xfrm>
          <a:solidFill>
            <a:srgbClr val="ED2124"/>
          </a:solidFill>
        </p:spPr>
        <p:txBody>
          <a:bodyPr/>
          <a:lstStyle>
            <a:lvl1pPr>
              <a:defRPr/>
            </a:lvl1pPr>
          </a:lstStyle>
          <a:p>
            <a:pPr lvl="0"/>
            <a:r>
              <a:rPr lang="fi-FI"/>
              <a:t> </a:t>
            </a:r>
          </a:p>
        </p:txBody>
      </p:sp>
      <p:sp>
        <p:nvSpPr>
          <p:cNvPr id="21" name="Text Placeholder 27">
            <a:extLst>
              <a:ext uri="{FF2B5EF4-FFF2-40B4-BE49-F238E27FC236}">
                <a16:creationId xmlns:a16="http://schemas.microsoft.com/office/drawing/2014/main" id="{BE0ACF30-C22E-1585-6B9B-912D6A326BED}"/>
              </a:ext>
            </a:extLst>
          </p:cNvPr>
          <p:cNvSpPr>
            <a:spLocks noGrp="1" noRot="1" noMove="1" noResize="1" noEditPoints="1" noAdjustHandles="1" noChangeArrowheads="1" noChangeShapeType="1"/>
          </p:cNvSpPr>
          <p:nvPr>
            <p:ph type="body" sz="quarter" idx="73" hasCustomPrompt="1"/>
          </p:nvPr>
        </p:nvSpPr>
        <p:spPr>
          <a:xfrm>
            <a:off x="4456800" y="1377438"/>
            <a:ext cx="144000" cy="144000"/>
          </a:xfrm>
          <a:solidFill>
            <a:srgbClr val="ED2124"/>
          </a:solidFill>
        </p:spPr>
        <p:txBody>
          <a:bodyPr/>
          <a:lstStyle>
            <a:lvl1pPr>
              <a:defRPr/>
            </a:lvl1pPr>
          </a:lstStyle>
          <a:p>
            <a:pPr lvl="0"/>
            <a:r>
              <a:rPr lang="fi-FI"/>
              <a:t> </a:t>
            </a:r>
          </a:p>
        </p:txBody>
      </p:sp>
      <p:sp>
        <p:nvSpPr>
          <p:cNvPr id="22" name="Text Placeholder 27">
            <a:extLst>
              <a:ext uri="{FF2B5EF4-FFF2-40B4-BE49-F238E27FC236}">
                <a16:creationId xmlns:a16="http://schemas.microsoft.com/office/drawing/2014/main" id="{7031DA32-6FFF-00FE-A4E3-E51F60E8AC7B}"/>
              </a:ext>
            </a:extLst>
          </p:cNvPr>
          <p:cNvSpPr>
            <a:spLocks noGrp="1" noRot="1" noMove="1" noResize="1" noEditPoints="1" noAdjustHandles="1" noChangeArrowheads="1" noChangeShapeType="1"/>
          </p:cNvSpPr>
          <p:nvPr>
            <p:ph type="body" sz="quarter" idx="74" hasCustomPrompt="1"/>
          </p:nvPr>
        </p:nvSpPr>
        <p:spPr>
          <a:xfrm>
            <a:off x="7894800" y="1377438"/>
            <a:ext cx="144000" cy="144000"/>
          </a:xfrm>
          <a:solidFill>
            <a:srgbClr val="ED2124"/>
          </a:solidFill>
        </p:spPr>
        <p:txBody>
          <a:bodyPr/>
          <a:lstStyle>
            <a:lvl1pPr>
              <a:defRPr/>
            </a:lvl1pPr>
          </a:lstStyle>
          <a:p>
            <a:pPr lvl="0"/>
            <a:r>
              <a:rPr lang="fi-FI"/>
              <a:t> </a:t>
            </a:r>
          </a:p>
        </p:txBody>
      </p:sp>
      <p:sp>
        <p:nvSpPr>
          <p:cNvPr id="7" name="Rectangle: Rounded Corners 6">
            <a:extLst>
              <a:ext uri="{FF2B5EF4-FFF2-40B4-BE49-F238E27FC236}">
                <a16:creationId xmlns:a16="http://schemas.microsoft.com/office/drawing/2014/main" id="{79965A91-B92E-54A4-C27D-6A13DA6E8B85}"/>
              </a:ext>
            </a:extLst>
          </p:cNvPr>
          <p:cNvSpPr>
            <a:spLocks noGrp="1" noRot="1" noMove="1" noResize="1" noEditPoints="1" noAdjustHandles="1" noChangeArrowheads="1" noChangeShapeType="1"/>
          </p:cNvSpPr>
          <p:nvPr userDrawn="1"/>
        </p:nvSpPr>
        <p:spPr>
          <a:xfrm>
            <a:off x="3664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9" name="Rectangle: Rounded Corners 8">
            <a:extLst>
              <a:ext uri="{FF2B5EF4-FFF2-40B4-BE49-F238E27FC236}">
                <a16:creationId xmlns:a16="http://schemas.microsoft.com/office/drawing/2014/main" id="{797A8A38-F958-593F-7340-B0BDE7A0C08A}"/>
              </a:ext>
            </a:extLst>
          </p:cNvPr>
          <p:cNvSpPr>
            <a:spLocks noGrp="1" noRot="1" noMove="1" noResize="1" noEditPoints="1" noAdjustHandles="1" noChangeArrowheads="1" noChangeShapeType="1"/>
          </p:cNvSpPr>
          <p:nvPr userDrawn="1"/>
        </p:nvSpPr>
        <p:spPr>
          <a:xfrm>
            <a:off x="7102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14" name="Rectangle: Rounded Corners 13">
            <a:extLst>
              <a:ext uri="{FF2B5EF4-FFF2-40B4-BE49-F238E27FC236}">
                <a16:creationId xmlns:a16="http://schemas.microsoft.com/office/drawing/2014/main" id="{BE01C4DF-BEB3-D7EA-2AB8-F9C963223E54}"/>
              </a:ext>
            </a:extLst>
          </p:cNvPr>
          <p:cNvSpPr>
            <a:spLocks noGrp="1" noRot="1" noMove="1" noResize="1" noEditPoints="1" noAdjustHandles="1" noChangeArrowheads="1" noChangeShapeType="1"/>
          </p:cNvSpPr>
          <p:nvPr userDrawn="1"/>
        </p:nvSpPr>
        <p:spPr>
          <a:xfrm>
            <a:off x="10540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Tree>
    <p:extLst>
      <p:ext uri="{BB962C8B-B14F-4D97-AF65-F5344CB8AC3E}">
        <p14:creationId xmlns:p14="http://schemas.microsoft.com/office/powerpoint/2010/main" val="981254674"/>
      </p:ext>
    </p:extLst>
  </p:cSld>
  <p:clrMapOvr>
    <a:masterClrMapping/>
  </p:clrMapOvr>
  <p:extLst>
    <p:ext uri="{DCECCB84-F9BA-43D5-87BE-67443E8EF086}">
      <p15:sldGuideLst xmlns:p15="http://schemas.microsoft.com/office/powerpoint/2012/main">
        <p15:guide id="1" pos="756" userDrawn="1">
          <p15:clr>
            <a:srgbClr val="FBAE40"/>
          </p15:clr>
        </p15:guide>
        <p15:guide id="2" pos="2933" userDrawn="1">
          <p15:clr>
            <a:srgbClr val="FBAE40"/>
          </p15:clr>
        </p15:guide>
        <p15:guide id="3" pos="5087"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Key findings_4 blocks">
    <p:spTree>
      <p:nvGrpSpPr>
        <p:cNvPr id="1" name=""/>
        <p:cNvGrpSpPr/>
        <p:nvPr/>
      </p:nvGrpSpPr>
      <p:grpSpPr>
        <a:xfrm>
          <a:off x="0" y="0"/>
          <a:ext cx="0" cy="0"/>
          <a:chOff x="0" y="0"/>
          <a:chExt cx="0" cy="0"/>
        </a:xfrm>
      </p:grpSpPr>
      <p:graphicFrame>
        <p:nvGraphicFramePr>
          <p:cNvPr id="43" name="think-cell data - do not delete" hidden="1">
            <a:extLst>
              <a:ext uri="{FF2B5EF4-FFF2-40B4-BE49-F238E27FC236}">
                <a16:creationId xmlns:a16="http://schemas.microsoft.com/office/drawing/2014/main" id="{3045556F-4FBB-436E-B375-6C25C0341280}"/>
              </a:ext>
            </a:extLst>
          </p:cNvPr>
          <p:cNvGraphicFramePr>
            <a:graphicFrameLocks noChangeAspect="1"/>
          </p:cNvGraphicFramePr>
          <p:nvPr userDrawn="1">
            <p:custDataLst>
              <p:tags r:id="rId1"/>
            </p:custDataLst>
            <p:extLst>
              <p:ext uri="{D42A27DB-BD31-4B8C-83A1-F6EECF244321}">
                <p14:modId xmlns:p14="http://schemas.microsoft.com/office/powerpoint/2010/main" val="28015794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43" name="think-cell data - do not delete" hidden="1">
                        <a:extLst>
                          <a:ext uri="{FF2B5EF4-FFF2-40B4-BE49-F238E27FC236}">
                            <a16:creationId xmlns:a16="http://schemas.microsoft.com/office/drawing/2014/main" id="{3045556F-4FBB-436E-B375-6C25C034128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6" name="Text Placeholder 11">
            <a:extLst>
              <a:ext uri="{FF2B5EF4-FFF2-40B4-BE49-F238E27FC236}">
                <a16:creationId xmlns:a16="http://schemas.microsoft.com/office/drawing/2014/main" id="{7F43AEEA-3F72-5AB4-98C1-90950442B279}"/>
              </a:ext>
            </a:extLst>
          </p:cNvPr>
          <p:cNvSpPr>
            <a:spLocks noGrp="1" noRot="1" noMove="1" noResize="1" noEditPoints="1" noAdjustHandles="1" noChangeArrowheads="1" noChangeShapeType="1"/>
          </p:cNvSpPr>
          <p:nvPr>
            <p:ph type="body" sz="quarter" idx="52" hasCustomPrompt="1"/>
          </p:nvPr>
        </p:nvSpPr>
        <p:spPr>
          <a:xfrm>
            <a:off x="5482799" y="288947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5" name="Content Placeholder 4">
            <a:extLst>
              <a:ext uri="{FF2B5EF4-FFF2-40B4-BE49-F238E27FC236}">
                <a16:creationId xmlns:a16="http://schemas.microsoft.com/office/drawing/2014/main" id="{162417AB-5339-B153-8B7F-333179B1F4B9}"/>
              </a:ext>
            </a:extLst>
          </p:cNvPr>
          <p:cNvSpPr>
            <a:spLocks noGrp="1" noRot="1" noMove="1" noResize="1" noEditPoints="1" noAdjustHandles="1" noChangeArrowheads="1" noChangeShapeType="1"/>
          </p:cNvSpPr>
          <p:nvPr>
            <p:ph sz="quarter" idx="54" hasCustomPrompt="1"/>
          </p:nvPr>
        </p:nvSpPr>
        <p:spPr>
          <a:xfrm>
            <a:off x="982800" y="1341438"/>
            <a:ext cx="4932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8" name="Content Placeholder 4">
            <a:extLst>
              <a:ext uri="{FF2B5EF4-FFF2-40B4-BE49-F238E27FC236}">
                <a16:creationId xmlns:a16="http://schemas.microsoft.com/office/drawing/2014/main" id="{F133CA25-13C6-449F-6257-0C32BB7E4172}"/>
              </a:ext>
            </a:extLst>
          </p:cNvPr>
          <p:cNvSpPr>
            <a:spLocks noGrp="1" noRot="1" noMove="1" noResize="1" noEditPoints="1" noAdjustHandles="1" noChangeArrowheads="1" noChangeShapeType="1"/>
          </p:cNvSpPr>
          <p:nvPr>
            <p:ph sz="quarter" idx="55" hasCustomPrompt="1"/>
          </p:nvPr>
        </p:nvSpPr>
        <p:spPr>
          <a:xfrm>
            <a:off x="982798" y="2889470"/>
            <a:ext cx="4500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3" name="Text Placeholder 4">
            <a:extLst>
              <a:ext uri="{FF2B5EF4-FFF2-40B4-BE49-F238E27FC236}">
                <a16:creationId xmlns:a16="http://schemas.microsoft.com/office/drawing/2014/main" id="{7E920EDB-4C18-4C35-DDE0-001646EE0CB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3" name="Text Placeholder 11">
            <a:extLst>
              <a:ext uri="{FF2B5EF4-FFF2-40B4-BE49-F238E27FC236}">
                <a16:creationId xmlns:a16="http://schemas.microsoft.com/office/drawing/2014/main" id="{D59242B1-4A60-FB4D-F88C-C009896169C5}"/>
              </a:ext>
            </a:extLst>
          </p:cNvPr>
          <p:cNvSpPr>
            <a:spLocks noGrp="1" noRot="1" noMove="1" noResize="1" noEditPoints="1" noAdjustHandles="1" noChangeArrowheads="1" noChangeShapeType="1"/>
          </p:cNvSpPr>
          <p:nvPr>
            <p:ph type="body" sz="quarter" idx="56" hasCustomPrompt="1"/>
          </p:nvPr>
        </p:nvSpPr>
        <p:spPr>
          <a:xfrm>
            <a:off x="10774800" y="288947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4" name="Content Placeholder 4">
            <a:extLst>
              <a:ext uri="{FF2B5EF4-FFF2-40B4-BE49-F238E27FC236}">
                <a16:creationId xmlns:a16="http://schemas.microsoft.com/office/drawing/2014/main" id="{CBDF4234-4D15-6BAE-D0AB-49B6BAEF435D}"/>
              </a:ext>
            </a:extLst>
          </p:cNvPr>
          <p:cNvSpPr>
            <a:spLocks noGrp="1" noRot="1" noMove="1" noResize="1" noEditPoints="1" noAdjustHandles="1" noChangeArrowheads="1" noChangeShapeType="1"/>
          </p:cNvSpPr>
          <p:nvPr>
            <p:ph sz="quarter" idx="57" hasCustomPrompt="1"/>
          </p:nvPr>
        </p:nvSpPr>
        <p:spPr>
          <a:xfrm>
            <a:off x="6274800" y="1341438"/>
            <a:ext cx="4932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10" name="Content Placeholder 4">
            <a:extLst>
              <a:ext uri="{FF2B5EF4-FFF2-40B4-BE49-F238E27FC236}">
                <a16:creationId xmlns:a16="http://schemas.microsoft.com/office/drawing/2014/main" id="{054F7EAC-5958-B451-8639-F9C61ADB3F7A}"/>
              </a:ext>
            </a:extLst>
          </p:cNvPr>
          <p:cNvSpPr>
            <a:spLocks noGrp="1" noRot="1" noMove="1" noResize="1" noEditPoints="1" noAdjustHandles="1" noChangeArrowheads="1" noChangeShapeType="1"/>
          </p:cNvSpPr>
          <p:nvPr>
            <p:ph sz="quarter" idx="59" hasCustomPrompt="1"/>
          </p:nvPr>
        </p:nvSpPr>
        <p:spPr>
          <a:xfrm>
            <a:off x="6274798" y="2889470"/>
            <a:ext cx="4500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1" name="Text Placeholder 9">
            <a:extLst>
              <a:ext uri="{FF2B5EF4-FFF2-40B4-BE49-F238E27FC236}">
                <a16:creationId xmlns:a16="http://schemas.microsoft.com/office/drawing/2014/main" id="{C8E2CB1A-0B4C-AAEB-41A5-26171B3C9BE4}"/>
              </a:ext>
            </a:extLst>
          </p:cNvPr>
          <p:cNvSpPr>
            <a:spLocks noGrp="1" noRot="1" noMove="1" noResize="1" noEditPoints="1" noAdjustHandles="1" noChangeArrowheads="1" noChangeShapeType="1"/>
          </p:cNvSpPr>
          <p:nvPr>
            <p:ph type="body" sz="quarter" idx="68"/>
          </p:nvPr>
        </p:nvSpPr>
        <p:spPr>
          <a:xfrm>
            <a:off x="982799" y="1557439"/>
            <a:ext cx="4932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12" name="Text Placeholder 9">
            <a:extLst>
              <a:ext uri="{FF2B5EF4-FFF2-40B4-BE49-F238E27FC236}">
                <a16:creationId xmlns:a16="http://schemas.microsoft.com/office/drawing/2014/main" id="{DC298D24-5B7B-AA59-3FC0-A5AEC6060E4C}"/>
              </a:ext>
            </a:extLst>
          </p:cNvPr>
          <p:cNvSpPr>
            <a:spLocks noGrp="1" noRot="1" noMove="1" noResize="1" noEditPoints="1" noAdjustHandles="1" noChangeArrowheads="1" noChangeShapeType="1"/>
          </p:cNvSpPr>
          <p:nvPr>
            <p:ph type="body" sz="quarter" idx="69"/>
          </p:nvPr>
        </p:nvSpPr>
        <p:spPr>
          <a:xfrm>
            <a:off x="6274799" y="1557438"/>
            <a:ext cx="4932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28" name="Text Placeholder 27">
            <a:extLst>
              <a:ext uri="{FF2B5EF4-FFF2-40B4-BE49-F238E27FC236}">
                <a16:creationId xmlns:a16="http://schemas.microsoft.com/office/drawing/2014/main" id="{988FE33B-9E96-4FCD-8C72-C8AAF5769444}"/>
              </a:ext>
            </a:extLst>
          </p:cNvPr>
          <p:cNvSpPr>
            <a:spLocks noGrp="1" noRot="1" noMove="1" noResize="1" noEditPoints="1" noAdjustHandles="1" noChangeArrowheads="1" noChangeShapeType="1"/>
          </p:cNvSpPr>
          <p:nvPr>
            <p:ph type="body" sz="quarter" idx="72" hasCustomPrompt="1"/>
          </p:nvPr>
        </p:nvSpPr>
        <p:spPr>
          <a:xfrm>
            <a:off x="1020200" y="1377438"/>
            <a:ext cx="144000" cy="144000"/>
          </a:xfrm>
          <a:solidFill>
            <a:srgbClr val="ED2124"/>
          </a:solidFill>
        </p:spPr>
        <p:txBody>
          <a:bodyPr/>
          <a:lstStyle>
            <a:lvl1pPr>
              <a:defRPr/>
            </a:lvl1pPr>
          </a:lstStyle>
          <a:p>
            <a:pPr lvl="0"/>
            <a:r>
              <a:rPr lang="fi-FI"/>
              <a:t> </a:t>
            </a:r>
          </a:p>
        </p:txBody>
      </p:sp>
      <p:sp>
        <p:nvSpPr>
          <p:cNvPr id="29" name="Text Placeholder 27">
            <a:extLst>
              <a:ext uri="{FF2B5EF4-FFF2-40B4-BE49-F238E27FC236}">
                <a16:creationId xmlns:a16="http://schemas.microsoft.com/office/drawing/2014/main" id="{841D0B44-F933-69E5-DB42-AED6EF612AED}"/>
              </a:ext>
            </a:extLst>
          </p:cNvPr>
          <p:cNvSpPr>
            <a:spLocks noGrp="1" noRot="1" noMove="1" noResize="1" noEditPoints="1" noAdjustHandles="1" noChangeArrowheads="1" noChangeShapeType="1"/>
          </p:cNvSpPr>
          <p:nvPr>
            <p:ph type="body" sz="quarter" idx="73" hasCustomPrompt="1"/>
          </p:nvPr>
        </p:nvSpPr>
        <p:spPr>
          <a:xfrm>
            <a:off x="6310800" y="1377438"/>
            <a:ext cx="144000" cy="144000"/>
          </a:xfrm>
          <a:solidFill>
            <a:srgbClr val="ED2124"/>
          </a:solidFill>
        </p:spPr>
        <p:txBody>
          <a:bodyPr/>
          <a:lstStyle>
            <a:lvl1pPr>
              <a:defRPr/>
            </a:lvl1pPr>
          </a:lstStyle>
          <a:p>
            <a:pPr lvl="0"/>
            <a:r>
              <a:rPr lang="fi-FI"/>
              <a:t> </a:t>
            </a:r>
          </a:p>
        </p:txBody>
      </p:sp>
      <p:sp>
        <p:nvSpPr>
          <p:cNvPr id="32" name="Text Placeholder 11">
            <a:extLst>
              <a:ext uri="{FF2B5EF4-FFF2-40B4-BE49-F238E27FC236}">
                <a16:creationId xmlns:a16="http://schemas.microsoft.com/office/drawing/2014/main" id="{28164553-9A6F-6BD5-5680-EA35169AF4E4}"/>
              </a:ext>
            </a:extLst>
          </p:cNvPr>
          <p:cNvSpPr>
            <a:spLocks noGrp="1" noRot="1" noMove="1" noResize="1" noEditPoints="1" noAdjustHandles="1" noChangeArrowheads="1" noChangeShapeType="1"/>
          </p:cNvSpPr>
          <p:nvPr>
            <p:ph type="body" sz="quarter" idx="74" hasCustomPrompt="1"/>
          </p:nvPr>
        </p:nvSpPr>
        <p:spPr>
          <a:xfrm>
            <a:off x="5482799" y="519480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33" name="Content Placeholder 4">
            <a:extLst>
              <a:ext uri="{FF2B5EF4-FFF2-40B4-BE49-F238E27FC236}">
                <a16:creationId xmlns:a16="http://schemas.microsoft.com/office/drawing/2014/main" id="{F94728CA-646F-70B3-55BC-CFA6ACF84FB8}"/>
              </a:ext>
            </a:extLst>
          </p:cNvPr>
          <p:cNvSpPr>
            <a:spLocks noGrp="1" noRot="1" noMove="1" noResize="1" noEditPoints="1" noAdjustHandles="1" noChangeArrowheads="1" noChangeShapeType="1"/>
          </p:cNvSpPr>
          <p:nvPr>
            <p:ph sz="quarter" idx="75" hasCustomPrompt="1"/>
          </p:nvPr>
        </p:nvSpPr>
        <p:spPr>
          <a:xfrm>
            <a:off x="982800" y="3646768"/>
            <a:ext cx="4932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34" name="Content Placeholder 4">
            <a:extLst>
              <a:ext uri="{FF2B5EF4-FFF2-40B4-BE49-F238E27FC236}">
                <a16:creationId xmlns:a16="http://schemas.microsoft.com/office/drawing/2014/main" id="{5CC5C7AE-1B92-24BA-428B-84BA3D1ECF37}"/>
              </a:ext>
            </a:extLst>
          </p:cNvPr>
          <p:cNvSpPr>
            <a:spLocks noGrp="1" noRot="1" noMove="1" noResize="1" noEditPoints="1" noAdjustHandles="1" noChangeArrowheads="1" noChangeShapeType="1"/>
          </p:cNvSpPr>
          <p:nvPr>
            <p:ph sz="quarter" idx="76" hasCustomPrompt="1"/>
          </p:nvPr>
        </p:nvSpPr>
        <p:spPr>
          <a:xfrm>
            <a:off x="982798" y="5194800"/>
            <a:ext cx="4500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35" name="Text Placeholder 11">
            <a:extLst>
              <a:ext uri="{FF2B5EF4-FFF2-40B4-BE49-F238E27FC236}">
                <a16:creationId xmlns:a16="http://schemas.microsoft.com/office/drawing/2014/main" id="{25579114-3520-6509-C52C-79F929A23463}"/>
              </a:ext>
            </a:extLst>
          </p:cNvPr>
          <p:cNvSpPr>
            <a:spLocks noGrp="1" noRot="1" noMove="1" noResize="1" noEditPoints="1" noAdjustHandles="1" noChangeArrowheads="1" noChangeShapeType="1"/>
          </p:cNvSpPr>
          <p:nvPr>
            <p:ph type="body" sz="quarter" idx="77" hasCustomPrompt="1"/>
          </p:nvPr>
        </p:nvSpPr>
        <p:spPr>
          <a:xfrm>
            <a:off x="10774800"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36" name="Content Placeholder 4">
            <a:extLst>
              <a:ext uri="{FF2B5EF4-FFF2-40B4-BE49-F238E27FC236}">
                <a16:creationId xmlns:a16="http://schemas.microsoft.com/office/drawing/2014/main" id="{95E028B9-CC25-DFEA-23C9-C3D45C2FA3DE}"/>
              </a:ext>
            </a:extLst>
          </p:cNvPr>
          <p:cNvSpPr>
            <a:spLocks noGrp="1" noRot="1" noMove="1" noResize="1" noEditPoints="1" noAdjustHandles="1" noChangeArrowheads="1" noChangeShapeType="1"/>
          </p:cNvSpPr>
          <p:nvPr>
            <p:ph sz="quarter" idx="78" hasCustomPrompt="1"/>
          </p:nvPr>
        </p:nvSpPr>
        <p:spPr>
          <a:xfrm>
            <a:off x="6274800" y="3646768"/>
            <a:ext cx="4932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37" name="Content Placeholder 4">
            <a:extLst>
              <a:ext uri="{FF2B5EF4-FFF2-40B4-BE49-F238E27FC236}">
                <a16:creationId xmlns:a16="http://schemas.microsoft.com/office/drawing/2014/main" id="{8930995D-1E15-BDD1-755A-912FB02EA38D}"/>
              </a:ext>
            </a:extLst>
          </p:cNvPr>
          <p:cNvSpPr>
            <a:spLocks noGrp="1" noRot="1" noMove="1" noResize="1" noEditPoints="1" noAdjustHandles="1" noChangeArrowheads="1" noChangeShapeType="1"/>
          </p:cNvSpPr>
          <p:nvPr>
            <p:ph sz="quarter" idx="79" hasCustomPrompt="1"/>
          </p:nvPr>
        </p:nvSpPr>
        <p:spPr>
          <a:xfrm>
            <a:off x="6274798" y="5194800"/>
            <a:ext cx="4500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38" name="Text Placeholder 9">
            <a:extLst>
              <a:ext uri="{FF2B5EF4-FFF2-40B4-BE49-F238E27FC236}">
                <a16:creationId xmlns:a16="http://schemas.microsoft.com/office/drawing/2014/main" id="{7436910C-2791-4A72-D463-C999CC6D2BD7}"/>
              </a:ext>
            </a:extLst>
          </p:cNvPr>
          <p:cNvSpPr>
            <a:spLocks noGrp="1" noRot="1" noMove="1" noResize="1" noEditPoints="1" noAdjustHandles="1" noChangeArrowheads="1" noChangeShapeType="1"/>
          </p:cNvSpPr>
          <p:nvPr>
            <p:ph type="body" sz="quarter" idx="80"/>
          </p:nvPr>
        </p:nvSpPr>
        <p:spPr>
          <a:xfrm>
            <a:off x="982799" y="3862769"/>
            <a:ext cx="4932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9" name="Text Placeholder 9">
            <a:extLst>
              <a:ext uri="{FF2B5EF4-FFF2-40B4-BE49-F238E27FC236}">
                <a16:creationId xmlns:a16="http://schemas.microsoft.com/office/drawing/2014/main" id="{86A3A4C1-D34A-721E-4852-55C411C93357}"/>
              </a:ext>
            </a:extLst>
          </p:cNvPr>
          <p:cNvSpPr>
            <a:spLocks noGrp="1" noRot="1" noMove="1" noResize="1" noEditPoints="1" noAdjustHandles="1" noChangeArrowheads="1" noChangeShapeType="1"/>
          </p:cNvSpPr>
          <p:nvPr>
            <p:ph type="body" sz="quarter" idx="81"/>
          </p:nvPr>
        </p:nvSpPr>
        <p:spPr>
          <a:xfrm>
            <a:off x="6274799" y="3862768"/>
            <a:ext cx="4932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0" name="Text Placeholder 27">
            <a:extLst>
              <a:ext uri="{FF2B5EF4-FFF2-40B4-BE49-F238E27FC236}">
                <a16:creationId xmlns:a16="http://schemas.microsoft.com/office/drawing/2014/main" id="{1D81A833-0097-3218-4FC1-CD6020FF1621}"/>
              </a:ext>
            </a:extLst>
          </p:cNvPr>
          <p:cNvSpPr>
            <a:spLocks noGrp="1" noRot="1" noMove="1" noResize="1" noEditPoints="1" noAdjustHandles="1" noChangeArrowheads="1" noChangeShapeType="1"/>
          </p:cNvSpPr>
          <p:nvPr>
            <p:ph type="body" sz="quarter" idx="82" hasCustomPrompt="1"/>
          </p:nvPr>
        </p:nvSpPr>
        <p:spPr>
          <a:xfrm>
            <a:off x="1020200" y="3682768"/>
            <a:ext cx="144000" cy="144000"/>
          </a:xfrm>
          <a:solidFill>
            <a:srgbClr val="ED2124"/>
          </a:solidFill>
        </p:spPr>
        <p:txBody>
          <a:bodyPr/>
          <a:lstStyle>
            <a:lvl1pPr>
              <a:defRPr/>
            </a:lvl1pPr>
          </a:lstStyle>
          <a:p>
            <a:pPr lvl="0"/>
            <a:r>
              <a:rPr lang="fi-FI"/>
              <a:t> </a:t>
            </a:r>
          </a:p>
        </p:txBody>
      </p:sp>
      <p:sp>
        <p:nvSpPr>
          <p:cNvPr id="41" name="Text Placeholder 27">
            <a:extLst>
              <a:ext uri="{FF2B5EF4-FFF2-40B4-BE49-F238E27FC236}">
                <a16:creationId xmlns:a16="http://schemas.microsoft.com/office/drawing/2014/main" id="{B306F70E-FCDF-83B9-C725-DE54EC161B8B}"/>
              </a:ext>
            </a:extLst>
          </p:cNvPr>
          <p:cNvSpPr>
            <a:spLocks noGrp="1" noRot="1" noMove="1" noResize="1" noEditPoints="1" noAdjustHandles="1" noChangeArrowheads="1" noChangeShapeType="1"/>
          </p:cNvSpPr>
          <p:nvPr>
            <p:ph type="body" sz="quarter" idx="83" hasCustomPrompt="1"/>
          </p:nvPr>
        </p:nvSpPr>
        <p:spPr>
          <a:xfrm>
            <a:off x="6310800" y="3682768"/>
            <a:ext cx="144000" cy="144000"/>
          </a:xfrm>
          <a:solidFill>
            <a:srgbClr val="ED2124"/>
          </a:solidFill>
        </p:spPr>
        <p:txBody>
          <a:bodyPr/>
          <a:lstStyle>
            <a:lvl1pPr>
              <a:defRPr/>
            </a:lvl1pPr>
          </a:lstStyle>
          <a:p>
            <a:pPr lvl="0"/>
            <a:r>
              <a:rPr lang="fi-FI"/>
              <a:t> </a:t>
            </a:r>
          </a:p>
        </p:txBody>
      </p:sp>
      <p:sp>
        <p:nvSpPr>
          <p:cNvPr id="7" name="Rectangle: Rounded Corners 6">
            <a:extLst>
              <a:ext uri="{FF2B5EF4-FFF2-40B4-BE49-F238E27FC236}">
                <a16:creationId xmlns:a16="http://schemas.microsoft.com/office/drawing/2014/main" id="{DEA1888F-A69A-40DA-3CFF-0CDAECDE4051}"/>
              </a:ext>
            </a:extLst>
          </p:cNvPr>
          <p:cNvSpPr>
            <a:spLocks noGrp="1" noRot="1" noMove="1" noResize="1" noEditPoints="1" noAdjustHandles="1" noChangeArrowheads="1" noChangeShapeType="1"/>
          </p:cNvSpPr>
          <p:nvPr userDrawn="1"/>
        </p:nvSpPr>
        <p:spPr>
          <a:xfrm>
            <a:off x="5248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9" name="Rectangle: Rounded Corners 8">
            <a:extLst>
              <a:ext uri="{FF2B5EF4-FFF2-40B4-BE49-F238E27FC236}">
                <a16:creationId xmlns:a16="http://schemas.microsoft.com/office/drawing/2014/main" id="{A908D395-D013-ADB7-30BB-227F5B9AD52F}"/>
              </a:ext>
            </a:extLst>
          </p:cNvPr>
          <p:cNvSpPr>
            <a:spLocks noGrp="1" noRot="1" noMove="1" noResize="1" noEditPoints="1" noAdjustHandles="1" noChangeArrowheads="1" noChangeShapeType="1"/>
          </p:cNvSpPr>
          <p:nvPr userDrawn="1"/>
        </p:nvSpPr>
        <p:spPr>
          <a:xfrm>
            <a:off x="10540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14" name="Rectangle: Rounded Corners 13">
            <a:extLst>
              <a:ext uri="{FF2B5EF4-FFF2-40B4-BE49-F238E27FC236}">
                <a16:creationId xmlns:a16="http://schemas.microsoft.com/office/drawing/2014/main" id="{48687038-1BC7-B7E2-2104-39CFEEA79746}"/>
              </a:ext>
            </a:extLst>
          </p:cNvPr>
          <p:cNvSpPr>
            <a:spLocks noGrp="1" noRot="1" noMove="1" noResize="1" noEditPoints="1" noAdjustHandles="1" noChangeArrowheads="1" noChangeShapeType="1"/>
          </p:cNvSpPr>
          <p:nvPr userDrawn="1"/>
        </p:nvSpPr>
        <p:spPr>
          <a:xfrm>
            <a:off x="5248800" y="366476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15" name="Rectangle: Rounded Corners 14">
            <a:extLst>
              <a:ext uri="{FF2B5EF4-FFF2-40B4-BE49-F238E27FC236}">
                <a16:creationId xmlns:a16="http://schemas.microsoft.com/office/drawing/2014/main" id="{82488BA5-4DCB-9F21-596B-724FEEA8FF21}"/>
              </a:ext>
            </a:extLst>
          </p:cNvPr>
          <p:cNvSpPr>
            <a:spLocks noGrp="1" noRot="1" noMove="1" noResize="1" noEditPoints="1" noAdjustHandles="1" noChangeArrowheads="1" noChangeShapeType="1"/>
          </p:cNvSpPr>
          <p:nvPr userDrawn="1"/>
        </p:nvSpPr>
        <p:spPr>
          <a:xfrm>
            <a:off x="10540800" y="366476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Tree>
    <p:extLst>
      <p:ext uri="{BB962C8B-B14F-4D97-AF65-F5344CB8AC3E}">
        <p14:creationId xmlns:p14="http://schemas.microsoft.com/office/powerpoint/2010/main" val="35877663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ey findings_6 blocks">
    <p:spTree>
      <p:nvGrpSpPr>
        <p:cNvPr id="1" name=""/>
        <p:cNvGrpSpPr/>
        <p:nvPr/>
      </p:nvGrpSpPr>
      <p:grpSpPr>
        <a:xfrm>
          <a:off x="0" y="0"/>
          <a:ext cx="0" cy="0"/>
          <a:chOff x="0" y="0"/>
          <a:chExt cx="0" cy="0"/>
        </a:xfrm>
      </p:grpSpPr>
      <p:graphicFrame>
        <p:nvGraphicFramePr>
          <p:cNvPr id="42" name="think-cell data - do not delete" hidden="1">
            <a:extLst>
              <a:ext uri="{FF2B5EF4-FFF2-40B4-BE49-F238E27FC236}">
                <a16:creationId xmlns:a16="http://schemas.microsoft.com/office/drawing/2014/main" id="{D9DA3F00-EA4F-66F2-085F-2D8FCC1BB0BF}"/>
              </a:ext>
            </a:extLst>
          </p:cNvPr>
          <p:cNvGraphicFramePr>
            <a:graphicFrameLocks noChangeAspect="1"/>
          </p:cNvGraphicFramePr>
          <p:nvPr userDrawn="1">
            <p:custDataLst>
              <p:tags r:id="rId1"/>
            </p:custDataLst>
            <p:extLst>
              <p:ext uri="{D42A27DB-BD31-4B8C-83A1-F6EECF244321}">
                <p14:modId xmlns:p14="http://schemas.microsoft.com/office/powerpoint/2010/main" val="21200556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42" name="think-cell data - do not delete" hidden="1">
                        <a:extLst>
                          <a:ext uri="{FF2B5EF4-FFF2-40B4-BE49-F238E27FC236}">
                            <a16:creationId xmlns:a16="http://schemas.microsoft.com/office/drawing/2014/main" id="{D9DA3F00-EA4F-66F2-085F-2D8FCC1BB0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162417AB-5339-B153-8B7F-333179B1F4B9}"/>
              </a:ext>
            </a:extLst>
          </p:cNvPr>
          <p:cNvSpPr>
            <a:spLocks noGrp="1"/>
          </p:cNvSpPr>
          <p:nvPr>
            <p:ph sz="quarter" idx="54" hasCustomPrompt="1"/>
          </p:nvPr>
        </p:nvSpPr>
        <p:spPr>
          <a:xfrm>
            <a:off x="982800" y="1342800"/>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2" name="Title 1">
            <a:extLst>
              <a:ext uri="{FF2B5EF4-FFF2-40B4-BE49-F238E27FC236}">
                <a16:creationId xmlns:a16="http://schemas.microsoft.com/office/drawing/2014/main" id="{D5964EEC-6B68-417B-8B09-0C56952861AE}"/>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6" name="Text Placeholder 11">
            <a:extLst>
              <a:ext uri="{FF2B5EF4-FFF2-40B4-BE49-F238E27FC236}">
                <a16:creationId xmlns:a16="http://schemas.microsoft.com/office/drawing/2014/main" id="{7F43AEEA-3F72-5AB4-98C1-90950442B279}"/>
              </a:ext>
            </a:extLst>
          </p:cNvPr>
          <p:cNvSpPr>
            <a:spLocks noGrp="1" noRot="1" noMove="1" noResize="1" noEditPoints="1" noAdjustHandles="1" noChangeArrowheads="1" noChangeShapeType="1"/>
          </p:cNvSpPr>
          <p:nvPr>
            <p:ph type="body" sz="quarter" idx="52" hasCustomPrompt="1"/>
          </p:nvPr>
        </p:nvSpPr>
        <p:spPr>
          <a:xfrm>
            <a:off x="3898800" y="288947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8" name="Content Placeholder 4">
            <a:extLst>
              <a:ext uri="{FF2B5EF4-FFF2-40B4-BE49-F238E27FC236}">
                <a16:creationId xmlns:a16="http://schemas.microsoft.com/office/drawing/2014/main" id="{F133CA25-13C6-449F-6257-0C32BB7E4172}"/>
              </a:ext>
            </a:extLst>
          </p:cNvPr>
          <p:cNvSpPr>
            <a:spLocks noGrp="1" noRot="1" noMove="1" noResize="1" noEditPoints="1" noAdjustHandles="1" noChangeArrowheads="1" noChangeShapeType="1"/>
          </p:cNvSpPr>
          <p:nvPr>
            <p:ph sz="quarter" idx="55" hasCustomPrompt="1"/>
          </p:nvPr>
        </p:nvSpPr>
        <p:spPr>
          <a:xfrm>
            <a:off x="982798" y="288947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3" name="Text Placeholder 4">
            <a:extLst>
              <a:ext uri="{FF2B5EF4-FFF2-40B4-BE49-F238E27FC236}">
                <a16:creationId xmlns:a16="http://schemas.microsoft.com/office/drawing/2014/main" id="{7E920EDB-4C18-4C35-DDE0-001646EE0CB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3" name="Text Placeholder 11">
            <a:extLst>
              <a:ext uri="{FF2B5EF4-FFF2-40B4-BE49-F238E27FC236}">
                <a16:creationId xmlns:a16="http://schemas.microsoft.com/office/drawing/2014/main" id="{D59242B1-4A60-FB4D-F88C-C009896169C5}"/>
              </a:ext>
            </a:extLst>
          </p:cNvPr>
          <p:cNvSpPr>
            <a:spLocks noGrp="1" noRot="1" noMove="1" noResize="1" noEditPoints="1" noAdjustHandles="1" noChangeArrowheads="1" noChangeShapeType="1"/>
          </p:cNvSpPr>
          <p:nvPr>
            <p:ph type="body" sz="quarter" idx="56" hasCustomPrompt="1"/>
          </p:nvPr>
        </p:nvSpPr>
        <p:spPr>
          <a:xfrm>
            <a:off x="7341107" y="288947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4" name="Content Placeholder 4">
            <a:extLst>
              <a:ext uri="{FF2B5EF4-FFF2-40B4-BE49-F238E27FC236}">
                <a16:creationId xmlns:a16="http://schemas.microsoft.com/office/drawing/2014/main" id="{CBDF4234-4D15-6BAE-D0AB-49B6BAEF435D}"/>
              </a:ext>
            </a:extLst>
          </p:cNvPr>
          <p:cNvSpPr>
            <a:spLocks noGrp="1" noRot="1" noMove="1" noResize="1" noEditPoints="1" noAdjustHandles="1" noChangeArrowheads="1" noChangeShapeType="1"/>
          </p:cNvSpPr>
          <p:nvPr>
            <p:ph sz="quarter" idx="57" hasCustomPrompt="1"/>
          </p:nvPr>
        </p:nvSpPr>
        <p:spPr>
          <a:xfrm>
            <a:off x="4420800" y="1341438"/>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10" name="Content Placeholder 4">
            <a:extLst>
              <a:ext uri="{FF2B5EF4-FFF2-40B4-BE49-F238E27FC236}">
                <a16:creationId xmlns:a16="http://schemas.microsoft.com/office/drawing/2014/main" id="{054F7EAC-5958-B451-8639-F9C61ADB3F7A}"/>
              </a:ext>
            </a:extLst>
          </p:cNvPr>
          <p:cNvSpPr>
            <a:spLocks noGrp="1" noRot="1" noMove="1" noResize="1" noEditPoints="1" noAdjustHandles="1" noChangeArrowheads="1" noChangeShapeType="1"/>
          </p:cNvSpPr>
          <p:nvPr>
            <p:ph sz="quarter" idx="59" hasCustomPrompt="1"/>
          </p:nvPr>
        </p:nvSpPr>
        <p:spPr>
          <a:xfrm>
            <a:off x="4420800" y="288947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2" name="Text Placeholder 11">
            <a:extLst>
              <a:ext uri="{FF2B5EF4-FFF2-40B4-BE49-F238E27FC236}">
                <a16:creationId xmlns:a16="http://schemas.microsoft.com/office/drawing/2014/main" id="{F9D1D5B2-FD27-5183-424A-675BD32425BC}"/>
              </a:ext>
            </a:extLst>
          </p:cNvPr>
          <p:cNvSpPr>
            <a:spLocks noGrp="1" noRot="1" noMove="1" noResize="1" noEditPoints="1" noAdjustHandles="1" noChangeArrowheads="1" noChangeShapeType="1"/>
          </p:cNvSpPr>
          <p:nvPr>
            <p:ph type="body" sz="quarter" idx="60" hasCustomPrompt="1"/>
          </p:nvPr>
        </p:nvSpPr>
        <p:spPr>
          <a:xfrm>
            <a:off x="10774800" y="288947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15" name="Content Placeholder 4">
            <a:extLst>
              <a:ext uri="{FF2B5EF4-FFF2-40B4-BE49-F238E27FC236}">
                <a16:creationId xmlns:a16="http://schemas.microsoft.com/office/drawing/2014/main" id="{F3BFFD31-00B1-ED0B-AFD4-8647B355670B}"/>
              </a:ext>
            </a:extLst>
          </p:cNvPr>
          <p:cNvSpPr>
            <a:spLocks noGrp="1" noRot="1" noMove="1" noResize="1" noEditPoints="1" noAdjustHandles="1" noChangeArrowheads="1" noChangeShapeType="1"/>
          </p:cNvSpPr>
          <p:nvPr>
            <p:ph sz="quarter" idx="61" hasCustomPrompt="1"/>
          </p:nvPr>
        </p:nvSpPr>
        <p:spPr>
          <a:xfrm>
            <a:off x="7858800" y="1341438"/>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17" name="Content Placeholder 4">
            <a:extLst>
              <a:ext uri="{FF2B5EF4-FFF2-40B4-BE49-F238E27FC236}">
                <a16:creationId xmlns:a16="http://schemas.microsoft.com/office/drawing/2014/main" id="{9913D8F4-BE20-5514-AE38-B693E70AF2E4}"/>
              </a:ext>
            </a:extLst>
          </p:cNvPr>
          <p:cNvSpPr>
            <a:spLocks noGrp="1" noRot="1" noMove="1" noResize="1" noEditPoints="1" noAdjustHandles="1" noChangeArrowheads="1" noChangeShapeType="1"/>
          </p:cNvSpPr>
          <p:nvPr>
            <p:ph sz="quarter" idx="63" hasCustomPrompt="1"/>
          </p:nvPr>
        </p:nvSpPr>
        <p:spPr>
          <a:xfrm>
            <a:off x="7858800" y="288947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9" name="Text Placeholder 11">
            <a:extLst>
              <a:ext uri="{FF2B5EF4-FFF2-40B4-BE49-F238E27FC236}">
                <a16:creationId xmlns:a16="http://schemas.microsoft.com/office/drawing/2014/main" id="{37B28971-34BF-8E52-0DDC-B30D66021705}"/>
              </a:ext>
            </a:extLst>
          </p:cNvPr>
          <p:cNvSpPr>
            <a:spLocks noGrp="1" noRot="1" noMove="1" noResize="1" noEditPoints="1" noAdjustHandles="1" noChangeArrowheads="1" noChangeShapeType="1"/>
          </p:cNvSpPr>
          <p:nvPr>
            <p:ph type="body" sz="quarter" idx="64" hasCustomPrompt="1"/>
          </p:nvPr>
        </p:nvSpPr>
        <p:spPr>
          <a:xfrm>
            <a:off x="3898799" y="519480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20" name="Content Placeholder 4">
            <a:extLst>
              <a:ext uri="{FF2B5EF4-FFF2-40B4-BE49-F238E27FC236}">
                <a16:creationId xmlns:a16="http://schemas.microsoft.com/office/drawing/2014/main" id="{C7571025-A520-C289-F83F-FB02B5D6D8F6}"/>
              </a:ext>
            </a:extLst>
          </p:cNvPr>
          <p:cNvSpPr>
            <a:spLocks noGrp="1" noRot="1" noMove="1" noResize="1" noEditPoints="1" noAdjustHandles="1" noChangeArrowheads="1" noChangeShapeType="1"/>
          </p:cNvSpPr>
          <p:nvPr>
            <p:ph sz="quarter" idx="65" hasCustomPrompt="1"/>
          </p:nvPr>
        </p:nvSpPr>
        <p:spPr>
          <a:xfrm>
            <a:off x="982800" y="3646800"/>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22" name="Content Placeholder 4">
            <a:extLst>
              <a:ext uri="{FF2B5EF4-FFF2-40B4-BE49-F238E27FC236}">
                <a16:creationId xmlns:a16="http://schemas.microsoft.com/office/drawing/2014/main" id="{0157ED54-3573-9342-0A13-9F65DB3FAFEA}"/>
              </a:ext>
            </a:extLst>
          </p:cNvPr>
          <p:cNvSpPr>
            <a:spLocks noGrp="1" noRot="1" noMove="1" noResize="1" noEditPoints="1" noAdjustHandles="1" noChangeArrowheads="1" noChangeShapeType="1"/>
          </p:cNvSpPr>
          <p:nvPr>
            <p:ph sz="quarter" idx="67" hasCustomPrompt="1"/>
          </p:nvPr>
        </p:nvSpPr>
        <p:spPr>
          <a:xfrm>
            <a:off x="982798" y="519480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23" name="Text Placeholder 11">
            <a:extLst>
              <a:ext uri="{FF2B5EF4-FFF2-40B4-BE49-F238E27FC236}">
                <a16:creationId xmlns:a16="http://schemas.microsoft.com/office/drawing/2014/main" id="{7670816F-6362-F5A5-CA82-F313E2E2DF36}"/>
              </a:ext>
            </a:extLst>
          </p:cNvPr>
          <p:cNvSpPr>
            <a:spLocks noGrp="1" noRot="1" noMove="1" noResize="1" noEditPoints="1" noAdjustHandles="1" noChangeArrowheads="1" noChangeShapeType="1"/>
          </p:cNvSpPr>
          <p:nvPr>
            <p:ph type="body" sz="quarter" idx="68" hasCustomPrompt="1"/>
          </p:nvPr>
        </p:nvSpPr>
        <p:spPr>
          <a:xfrm>
            <a:off x="7341107" y="519480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24" name="Content Placeholder 4">
            <a:extLst>
              <a:ext uri="{FF2B5EF4-FFF2-40B4-BE49-F238E27FC236}">
                <a16:creationId xmlns:a16="http://schemas.microsoft.com/office/drawing/2014/main" id="{DFB54A36-20D2-8667-C643-8030A169FA2F}"/>
              </a:ext>
            </a:extLst>
          </p:cNvPr>
          <p:cNvSpPr>
            <a:spLocks noGrp="1" noRot="1" noMove="1" noResize="1" noEditPoints="1" noAdjustHandles="1" noChangeArrowheads="1" noChangeShapeType="1"/>
          </p:cNvSpPr>
          <p:nvPr>
            <p:ph sz="quarter" idx="69" hasCustomPrompt="1"/>
          </p:nvPr>
        </p:nvSpPr>
        <p:spPr>
          <a:xfrm>
            <a:off x="4420800" y="3646800"/>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26" name="Content Placeholder 4">
            <a:extLst>
              <a:ext uri="{FF2B5EF4-FFF2-40B4-BE49-F238E27FC236}">
                <a16:creationId xmlns:a16="http://schemas.microsoft.com/office/drawing/2014/main" id="{5D404C6F-695C-37B1-DB5B-83FF8F4E0C29}"/>
              </a:ext>
            </a:extLst>
          </p:cNvPr>
          <p:cNvSpPr>
            <a:spLocks noGrp="1" noRot="1" noMove="1" noResize="1" noEditPoints="1" noAdjustHandles="1" noChangeArrowheads="1" noChangeShapeType="1"/>
          </p:cNvSpPr>
          <p:nvPr>
            <p:ph sz="quarter" idx="71" hasCustomPrompt="1"/>
          </p:nvPr>
        </p:nvSpPr>
        <p:spPr>
          <a:xfrm>
            <a:off x="4420800" y="519480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27" name="Text Placeholder 11">
            <a:extLst>
              <a:ext uri="{FF2B5EF4-FFF2-40B4-BE49-F238E27FC236}">
                <a16:creationId xmlns:a16="http://schemas.microsoft.com/office/drawing/2014/main" id="{D676FCBC-5E14-313B-1A65-E4491BF7719F}"/>
              </a:ext>
            </a:extLst>
          </p:cNvPr>
          <p:cNvSpPr>
            <a:spLocks noGrp="1" noRot="1" noMove="1" noResize="1" noEditPoints="1" noAdjustHandles="1" noChangeArrowheads="1" noChangeShapeType="1"/>
          </p:cNvSpPr>
          <p:nvPr>
            <p:ph type="body" sz="quarter" idx="72" hasCustomPrompt="1"/>
          </p:nvPr>
        </p:nvSpPr>
        <p:spPr>
          <a:xfrm>
            <a:off x="10774800" y="519480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28" name="Content Placeholder 4">
            <a:extLst>
              <a:ext uri="{FF2B5EF4-FFF2-40B4-BE49-F238E27FC236}">
                <a16:creationId xmlns:a16="http://schemas.microsoft.com/office/drawing/2014/main" id="{76EE19D6-8B45-1FD3-3321-B0DB835213F1}"/>
              </a:ext>
            </a:extLst>
          </p:cNvPr>
          <p:cNvSpPr>
            <a:spLocks noGrp="1" noRot="1" noMove="1" noResize="1" noEditPoints="1" noAdjustHandles="1" noChangeArrowheads="1" noChangeShapeType="1"/>
          </p:cNvSpPr>
          <p:nvPr>
            <p:ph sz="quarter" idx="73" hasCustomPrompt="1"/>
          </p:nvPr>
        </p:nvSpPr>
        <p:spPr>
          <a:xfrm>
            <a:off x="7858800" y="3646800"/>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30" name="Content Placeholder 4">
            <a:extLst>
              <a:ext uri="{FF2B5EF4-FFF2-40B4-BE49-F238E27FC236}">
                <a16:creationId xmlns:a16="http://schemas.microsoft.com/office/drawing/2014/main" id="{84E8CBCE-70E4-ACC3-B32B-6E51F13748D8}"/>
              </a:ext>
            </a:extLst>
          </p:cNvPr>
          <p:cNvSpPr>
            <a:spLocks noGrp="1" noRot="1" noMove="1" noResize="1" noEditPoints="1" noAdjustHandles="1" noChangeArrowheads="1" noChangeShapeType="1"/>
          </p:cNvSpPr>
          <p:nvPr>
            <p:ph sz="quarter" idx="75" hasCustomPrompt="1"/>
          </p:nvPr>
        </p:nvSpPr>
        <p:spPr>
          <a:xfrm>
            <a:off x="7858800" y="519480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1" name="Text Placeholder 9">
            <a:extLst>
              <a:ext uri="{FF2B5EF4-FFF2-40B4-BE49-F238E27FC236}">
                <a16:creationId xmlns:a16="http://schemas.microsoft.com/office/drawing/2014/main" id="{490718DA-3279-ED11-1319-5E8DAE02F840}"/>
              </a:ext>
            </a:extLst>
          </p:cNvPr>
          <p:cNvSpPr>
            <a:spLocks noGrp="1" noRot="1" noMove="1" noResize="1" noEditPoints="1" noAdjustHandles="1" noChangeArrowheads="1" noChangeShapeType="1"/>
          </p:cNvSpPr>
          <p:nvPr>
            <p:ph type="body" sz="quarter" idx="76"/>
          </p:nvPr>
        </p:nvSpPr>
        <p:spPr>
          <a:xfrm>
            <a:off x="982800" y="1557439"/>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18" name="Text Placeholder 9">
            <a:extLst>
              <a:ext uri="{FF2B5EF4-FFF2-40B4-BE49-F238E27FC236}">
                <a16:creationId xmlns:a16="http://schemas.microsoft.com/office/drawing/2014/main" id="{1871FD84-E2F2-89FA-9A85-A0D2A352212A}"/>
              </a:ext>
            </a:extLst>
          </p:cNvPr>
          <p:cNvSpPr>
            <a:spLocks noGrp="1" noRot="1" noMove="1" noResize="1" noEditPoints="1" noAdjustHandles="1" noChangeArrowheads="1" noChangeShapeType="1"/>
          </p:cNvSpPr>
          <p:nvPr>
            <p:ph type="body" sz="quarter" idx="77"/>
          </p:nvPr>
        </p:nvSpPr>
        <p:spPr>
          <a:xfrm>
            <a:off x="4420800" y="1557438"/>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1" name="Text Placeholder 9">
            <a:extLst>
              <a:ext uri="{FF2B5EF4-FFF2-40B4-BE49-F238E27FC236}">
                <a16:creationId xmlns:a16="http://schemas.microsoft.com/office/drawing/2014/main" id="{1DB3A212-8F0C-80D2-D1B0-9FA48BA8890C}"/>
              </a:ext>
            </a:extLst>
          </p:cNvPr>
          <p:cNvSpPr>
            <a:spLocks noGrp="1" noRot="1" noMove="1" noResize="1" noEditPoints="1" noAdjustHandles="1" noChangeArrowheads="1" noChangeShapeType="1"/>
          </p:cNvSpPr>
          <p:nvPr>
            <p:ph type="body" sz="quarter" idx="78"/>
          </p:nvPr>
        </p:nvSpPr>
        <p:spPr>
          <a:xfrm>
            <a:off x="7858800" y="1557438"/>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2" name="Text Placeholder 9">
            <a:extLst>
              <a:ext uri="{FF2B5EF4-FFF2-40B4-BE49-F238E27FC236}">
                <a16:creationId xmlns:a16="http://schemas.microsoft.com/office/drawing/2014/main" id="{8ACACC7A-EF95-E512-BD39-44B0BC7B4C68}"/>
              </a:ext>
            </a:extLst>
          </p:cNvPr>
          <p:cNvSpPr>
            <a:spLocks noGrp="1" noRot="1" noMove="1" noResize="1" noEditPoints="1" noAdjustHandles="1" noChangeArrowheads="1" noChangeShapeType="1"/>
          </p:cNvSpPr>
          <p:nvPr>
            <p:ph type="body" sz="quarter" idx="79"/>
          </p:nvPr>
        </p:nvSpPr>
        <p:spPr>
          <a:xfrm>
            <a:off x="982799" y="3862800"/>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3" name="Text Placeholder 9">
            <a:extLst>
              <a:ext uri="{FF2B5EF4-FFF2-40B4-BE49-F238E27FC236}">
                <a16:creationId xmlns:a16="http://schemas.microsoft.com/office/drawing/2014/main" id="{05D8A156-372B-E629-4B4F-B8ECC10007D1}"/>
              </a:ext>
            </a:extLst>
          </p:cNvPr>
          <p:cNvSpPr>
            <a:spLocks noGrp="1" noRot="1" noMove="1" noResize="1" noEditPoints="1" noAdjustHandles="1" noChangeArrowheads="1" noChangeShapeType="1"/>
          </p:cNvSpPr>
          <p:nvPr>
            <p:ph type="body" sz="quarter" idx="80"/>
          </p:nvPr>
        </p:nvSpPr>
        <p:spPr>
          <a:xfrm>
            <a:off x="4420800" y="3862800"/>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4" name="Text Placeholder 9">
            <a:extLst>
              <a:ext uri="{FF2B5EF4-FFF2-40B4-BE49-F238E27FC236}">
                <a16:creationId xmlns:a16="http://schemas.microsoft.com/office/drawing/2014/main" id="{DABFBCCB-427D-3C26-07DD-E4F4D53E8598}"/>
              </a:ext>
            </a:extLst>
          </p:cNvPr>
          <p:cNvSpPr>
            <a:spLocks noGrp="1" noRot="1" noMove="1" noResize="1" noEditPoints="1" noAdjustHandles="1" noChangeArrowheads="1" noChangeShapeType="1"/>
          </p:cNvSpPr>
          <p:nvPr>
            <p:ph type="body" sz="quarter" idx="81"/>
          </p:nvPr>
        </p:nvSpPr>
        <p:spPr>
          <a:xfrm>
            <a:off x="7858800" y="3862800"/>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5" name="Text Placeholder 27">
            <a:extLst>
              <a:ext uri="{FF2B5EF4-FFF2-40B4-BE49-F238E27FC236}">
                <a16:creationId xmlns:a16="http://schemas.microsoft.com/office/drawing/2014/main" id="{1E5BF77F-9E3A-B877-B792-70419C90F238}"/>
              </a:ext>
            </a:extLst>
          </p:cNvPr>
          <p:cNvSpPr>
            <a:spLocks noGrp="1" noRot="1" noMove="1" noResize="1" noEditPoints="1" noAdjustHandles="1" noChangeArrowheads="1" noChangeShapeType="1"/>
          </p:cNvSpPr>
          <p:nvPr>
            <p:ph type="body" sz="quarter" idx="82" hasCustomPrompt="1"/>
          </p:nvPr>
        </p:nvSpPr>
        <p:spPr>
          <a:xfrm>
            <a:off x="1020200" y="1377438"/>
            <a:ext cx="144000" cy="144000"/>
          </a:xfrm>
          <a:solidFill>
            <a:srgbClr val="ED2124"/>
          </a:solidFill>
        </p:spPr>
        <p:txBody>
          <a:bodyPr/>
          <a:lstStyle>
            <a:lvl1pPr>
              <a:defRPr/>
            </a:lvl1pPr>
          </a:lstStyle>
          <a:p>
            <a:pPr lvl="0"/>
            <a:r>
              <a:rPr lang="fi-FI"/>
              <a:t> </a:t>
            </a:r>
          </a:p>
        </p:txBody>
      </p:sp>
      <p:sp>
        <p:nvSpPr>
          <p:cNvPr id="36" name="Text Placeholder 27">
            <a:extLst>
              <a:ext uri="{FF2B5EF4-FFF2-40B4-BE49-F238E27FC236}">
                <a16:creationId xmlns:a16="http://schemas.microsoft.com/office/drawing/2014/main" id="{6C1A47EA-D9E4-B927-7940-65EF15953B67}"/>
              </a:ext>
            </a:extLst>
          </p:cNvPr>
          <p:cNvSpPr>
            <a:spLocks noGrp="1" noRot="1" noMove="1" noResize="1" noEditPoints="1" noAdjustHandles="1" noChangeArrowheads="1" noChangeShapeType="1"/>
          </p:cNvSpPr>
          <p:nvPr>
            <p:ph type="body" sz="quarter" idx="83" hasCustomPrompt="1"/>
          </p:nvPr>
        </p:nvSpPr>
        <p:spPr>
          <a:xfrm>
            <a:off x="4456800" y="1377438"/>
            <a:ext cx="144000" cy="144000"/>
          </a:xfrm>
          <a:solidFill>
            <a:srgbClr val="ED2124"/>
          </a:solidFill>
        </p:spPr>
        <p:txBody>
          <a:bodyPr/>
          <a:lstStyle>
            <a:lvl1pPr>
              <a:defRPr/>
            </a:lvl1pPr>
          </a:lstStyle>
          <a:p>
            <a:pPr lvl="0"/>
            <a:r>
              <a:rPr lang="fi-FI"/>
              <a:t> </a:t>
            </a:r>
          </a:p>
        </p:txBody>
      </p:sp>
      <p:sp>
        <p:nvSpPr>
          <p:cNvPr id="37" name="Text Placeholder 27">
            <a:extLst>
              <a:ext uri="{FF2B5EF4-FFF2-40B4-BE49-F238E27FC236}">
                <a16:creationId xmlns:a16="http://schemas.microsoft.com/office/drawing/2014/main" id="{D20245B8-B129-16D4-8AC1-3AF521320CD0}"/>
              </a:ext>
            </a:extLst>
          </p:cNvPr>
          <p:cNvSpPr>
            <a:spLocks noGrp="1" noRot="1" noMove="1" noResize="1" noEditPoints="1" noAdjustHandles="1" noChangeArrowheads="1" noChangeShapeType="1"/>
          </p:cNvSpPr>
          <p:nvPr>
            <p:ph type="body" sz="quarter" idx="74" hasCustomPrompt="1"/>
          </p:nvPr>
        </p:nvSpPr>
        <p:spPr>
          <a:xfrm>
            <a:off x="7894800" y="1377438"/>
            <a:ext cx="144000" cy="144000"/>
          </a:xfrm>
          <a:solidFill>
            <a:srgbClr val="ED2124"/>
          </a:solidFill>
        </p:spPr>
        <p:txBody>
          <a:bodyPr/>
          <a:lstStyle>
            <a:lvl1pPr>
              <a:defRPr/>
            </a:lvl1pPr>
          </a:lstStyle>
          <a:p>
            <a:pPr lvl="0"/>
            <a:r>
              <a:rPr lang="fi-FI"/>
              <a:t> </a:t>
            </a:r>
          </a:p>
        </p:txBody>
      </p:sp>
      <p:sp>
        <p:nvSpPr>
          <p:cNvPr id="38" name="Text Placeholder 27">
            <a:extLst>
              <a:ext uri="{FF2B5EF4-FFF2-40B4-BE49-F238E27FC236}">
                <a16:creationId xmlns:a16="http://schemas.microsoft.com/office/drawing/2014/main" id="{F8222A61-9E0A-CA85-E944-DF87D6B5DEB9}"/>
              </a:ext>
            </a:extLst>
          </p:cNvPr>
          <p:cNvSpPr>
            <a:spLocks noGrp="1" noRot="1" noMove="1" noResize="1" noEditPoints="1" noAdjustHandles="1" noChangeArrowheads="1" noChangeShapeType="1"/>
          </p:cNvSpPr>
          <p:nvPr>
            <p:ph type="body" sz="quarter" idx="84" hasCustomPrompt="1"/>
          </p:nvPr>
        </p:nvSpPr>
        <p:spPr>
          <a:xfrm>
            <a:off x="1020200" y="3682800"/>
            <a:ext cx="144000" cy="144000"/>
          </a:xfrm>
          <a:solidFill>
            <a:srgbClr val="ED2124"/>
          </a:solidFill>
        </p:spPr>
        <p:txBody>
          <a:bodyPr/>
          <a:lstStyle>
            <a:lvl1pPr>
              <a:defRPr/>
            </a:lvl1pPr>
          </a:lstStyle>
          <a:p>
            <a:pPr lvl="0"/>
            <a:r>
              <a:rPr lang="fi-FI"/>
              <a:t> </a:t>
            </a:r>
          </a:p>
        </p:txBody>
      </p:sp>
      <p:sp>
        <p:nvSpPr>
          <p:cNvPr id="39" name="Text Placeholder 27">
            <a:extLst>
              <a:ext uri="{FF2B5EF4-FFF2-40B4-BE49-F238E27FC236}">
                <a16:creationId xmlns:a16="http://schemas.microsoft.com/office/drawing/2014/main" id="{BD265DD0-6EDB-5AD2-5042-1E92FB1323C2}"/>
              </a:ext>
            </a:extLst>
          </p:cNvPr>
          <p:cNvSpPr>
            <a:spLocks noGrp="1" noRot="1" noMove="1" noResize="1" noEditPoints="1" noAdjustHandles="1" noChangeArrowheads="1" noChangeShapeType="1"/>
          </p:cNvSpPr>
          <p:nvPr>
            <p:ph type="body" sz="quarter" idx="85" hasCustomPrompt="1"/>
          </p:nvPr>
        </p:nvSpPr>
        <p:spPr>
          <a:xfrm>
            <a:off x="4456800" y="3682800"/>
            <a:ext cx="144000" cy="144000"/>
          </a:xfrm>
          <a:solidFill>
            <a:srgbClr val="ED2124"/>
          </a:solidFill>
        </p:spPr>
        <p:txBody>
          <a:bodyPr/>
          <a:lstStyle>
            <a:lvl1pPr>
              <a:defRPr/>
            </a:lvl1pPr>
          </a:lstStyle>
          <a:p>
            <a:pPr lvl="0"/>
            <a:r>
              <a:rPr lang="fi-FI"/>
              <a:t> </a:t>
            </a:r>
          </a:p>
        </p:txBody>
      </p:sp>
      <p:sp>
        <p:nvSpPr>
          <p:cNvPr id="40" name="Text Placeholder 27">
            <a:extLst>
              <a:ext uri="{FF2B5EF4-FFF2-40B4-BE49-F238E27FC236}">
                <a16:creationId xmlns:a16="http://schemas.microsoft.com/office/drawing/2014/main" id="{7E3DA62B-84BF-D06E-06D5-84F2E65D6078}"/>
              </a:ext>
            </a:extLst>
          </p:cNvPr>
          <p:cNvSpPr>
            <a:spLocks noGrp="1" noRot="1" noMove="1" noResize="1" noEditPoints="1" noAdjustHandles="1" noChangeArrowheads="1" noChangeShapeType="1"/>
          </p:cNvSpPr>
          <p:nvPr>
            <p:ph type="body" sz="quarter" idx="86" hasCustomPrompt="1"/>
          </p:nvPr>
        </p:nvSpPr>
        <p:spPr>
          <a:xfrm>
            <a:off x="7894800" y="3682800"/>
            <a:ext cx="144000" cy="144000"/>
          </a:xfrm>
          <a:solidFill>
            <a:srgbClr val="ED2124"/>
          </a:solidFill>
        </p:spPr>
        <p:txBody>
          <a:bodyPr/>
          <a:lstStyle>
            <a:lvl1pPr>
              <a:defRPr/>
            </a:lvl1pPr>
          </a:lstStyle>
          <a:p>
            <a:pPr lvl="0"/>
            <a:r>
              <a:rPr lang="fi-FI"/>
              <a:t> </a:t>
            </a:r>
          </a:p>
        </p:txBody>
      </p:sp>
      <p:sp>
        <p:nvSpPr>
          <p:cNvPr id="9" name="Rectangle: Rounded Corners 8">
            <a:extLst>
              <a:ext uri="{FF2B5EF4-FFF2-40B4-BE49-F238E27FC236}">
                <a16:creationId xmlns:a16="http://schemas.microsoft.com/office/drawing/2014/main" id="{F5DDFC7F-66C3-3701-9C20-D3237B0BDE96}"/>
              </a:ext>
            </a:extLst>
          </p:cNvPr>
          <p:cNvSpPr>
            <a:spLocks noGrp="1" noRot="1" noMove="1" noResize="1" noEditPoints="1" noAdjustHandles="1" noChangeArrowheads="1" noChangeShapeType="1"/>
          </p:cNvSpPr>
          <p:nvPr userDrawn="1"/>
        </p:nvSpPr>
        <p:spPr>
          <a:xfrm>
            <a:off x="7102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R="0" lvl="0" indent="0" algn="ctr" fontAlgn="auto">
              <a:lnSpc>
                <a:spcPct val="100000"/>
              </a:lnSpc>
              <a:spcBef>
                <a:spcPts val="0"/>
              </a:spcBef>
              <a:spcAft>
                <a:spcPts val="0"/>
              </a:spcAft>
              <a:buClrTx/>
              <a:buSzTx/>
              <a:buFontTx/>
              <a:buNone/>
              <a:tabLst/>
            </a:pPr>
            <a:r>
              <a:rPr kumimoji="0" lang="en-US" sz="800" b="1" i="0" strike="noStrike" kern="0" cap="none" spc="0" normalizeH="0" baseline="0" noProof="0">
                <a:ln>
                  <a:noFill/>
                </a:ln>
                <a:solidFill>
                  <a:srgbClr val="0C233C"/>
                </a:solidFill>
                <a:effectLst/>
                <a:uLnTx/>
                <a:uFillTx/>
                <a:latin typeface="Arial"/>
              </a:rPr>
              <a:t>Read more</a:t>
            </a:r>
          </a:p>
        </p:txBody>
      </p:sp>
      <p:sp>
        <p:nvSpPr>
          <p:cNvPr id="14" name="Rectangle: Rounded Corners 13">
            <a:extLst>
              <a:ext uri="{FF2B5EF4-FFF2-40B4-BE49-F238E27FC236}">
                <a16:creationId xmlns:a16="http://schemas.microsoft.com/office/drawing/2014/main" id="{45373E15-3F5E-9F38-1A90-8F10FA0CEA1D}"/>
              </a:ext>
            </a:extLst>
          </p:cNvPr>
          <p:cNvSpPr>
            <a:spLocks noGrp="1" noRot="1" noMove="1" noResize="1" noEditPoints="1" noAdjustHandles="1" noChangeArrowheads="1" noChangeShapeType="1"/>
          </p:cNvSpPr>
          <p:nvPr userDrawn="1"/>
        </p:nvSpPr>
        <p:spPr>
          <a:xfrm>
            <a:off x="10540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16" name="Rectangle: Rounded Corners 15">
            <a:extLst>
              <a:ext uri="{FF2B5EF4-FFF2-40B4-BE49-F238E27FC236}">
                <a16:creationId xmlns:a16="http://schemas.microsoft.com/office/drawing/2014/main" id="{94BA44C6-93B8-73F5-598A-E6A4E3C0D7CD}"/>
              </a:ext>
            </a:extLst>
          </p:cNvPr>
          <p:cNvSpPr>
            <a:spLocks noGrp="1" noRot="1" noMove="1" noResize="1" noEditPoints="1" noAdjustHandles="1" noChangeArrowheads="1" noChangeShapeType="1"/>
          </p:cNvSpPr>
          <p:nvPr userDrawn="1"/>
        </p:nvSpPr>
        <p:spPr>
          <a:xfrm>
            <a:off x="3664800" y="3664800"/>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R="0" lvl="0" indent="0" algn="ctr" fontAlgn="auto">
              <a:lnSpc>
                <a:spcPct val="100000"/>
              </a:lnSpc>
              <a:spcBef>
                <a:spcPts val="0"/>
              </a:spcBef>
              <a:spcAft>
                <a:spcPts val="0"/>
              </a:spcAft>
              <a:buClrTx/>
              <a:buSzTx/>
              <a:buFontTx/>
              <a:buNone/>
              <a:tabLst/>
            </a:pPr>
            <a:r>
              <a:rPr kumimoji="0" lang="en-US" sz="800" b="1" i="0" strike="noStrike" kern="0" cap="none" spc="0" normalizeH="0" baseline="0" noProof="0">
                <a:ln>
                  <a:noFill/>
                </a:ln>
                <a:solidFill>
                  <a:srgbClr val="0C233C"/>
                </a:solidFill>
                <a:effectLst/>
                <a:uLnTx/>
                <a:uFillTx/>
                <a:latin typeface="Arial"/>
              </a:rPr>
              <a:t>Read more</a:t>
            </a:r>
          </a:p>
        </p:txBody>
      </p:sp>
      <p:sp>
        <p:nvSpPr>
          <p:cNvPr id="21" name="Rectangle: Rounded Corners 20">
            <a:extLst>
              <a:ext uri="{FF2B5EF4-FFF2-40B4-BE49-F238E27FC236}">
                <a16:creationId xmlns:a16="http://schemas.microsoft.com/office/drawing/2014/main" id="{9A32C01F-9565-325C-5F02-CE532746AA77}"/>
              </a:ext>
            </a:extLst>
          </p:cNvPr>
          <p:cNvSpPr>
            <a:spLocks noGrp="1" noRot="1" noMove="1" noResize="1" noEditPoints="1" noAdjustHandles="1" noChangeArrowheads="1" noChangeShapeType="1"/>
          </p:cNvSpPr>
          <p:nvPr userDrawn="1"/>
        </p:nvSpPr>
        <p:spPr>
          <a:xfrm>
            <a:off x="7102800" y="3664800"/>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25" name="Rectangle: Rounded Corners 24">
            <a:extLst>
              <a:ext uri="{FF2B5EF4-FFF2-40B4-BE49-F238E27FC236}">
                <a16:creationId xmlns:a16="http://schemas.microsoft.com/office/drawing/2014/main" id="{AA8A3FE9-7FE9-F06B-89EA-4E5175476071}"/>
              </a:ext>
            </a:extLst>
          </p:cNvPr>
          <p:cNvSpPr>
            <a:spLocks noGrp="1" noRot="1" noMove="1" noResize="1" noEditPoints="1" noAdjustHandles="1" noChangeArrowheads="1" noChangeShapeType="1"/>
          </p:cNvSpPr>
          <p:nvPr userDrawn="1"/>
        </p:nvSpPr>
        <p:spPr>
          <a:xfrm>
            <a:off x="10540800" y="3664800"/>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46" name="Rectangle: Rounded Corners 45">
            <a:extLst>
              <a:ext uri="{FF2B5EF4-FFF2-40B4-BE49-F238E27FC236}">
                <a16:creationId xmlns:a16="http://schemas.microsoft.com/office/drawing/2014/main" id="{B732952C-5B45-DB3A-84CC-E411A4E18334}"/>
              </a:ext>
            </a:extLst>
          </p:cNvPr>
          <p:cNvSpPr/>
          <p:nvPr userDrawn="1"/>
        </p:nvSpPr>
        <p:spPr>
          <a:xfrm>
            <a:off x="3664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R="0" lvl="0" indent="0" algn="ctr" fontAlgn="auto">
              <a:lnSpc>
                <a:spcPct val="100000"/>
              </a:lnSpc>
              <a:spcBef>
                <a:spcPts val="0"/>
              </a:spcBef>
              <a:spcAft>
                <a:spcPts val="0"/>
              </a:spcAft>
              <a:buClrTx/>
              <a:buSzTx/>
              <a:buFontTx/>
              <a:buNone/>
              <a:tabLst/>
            </a:pPr>
            <a:r>
              <a:rPr kumimoji="0" lang="en-US" sz="800" b="1" i="0" strike="noStrike" kern="0" cap="none" spc="0" normalizeH="0" baseline="0" noProof="0">
                <a:ln>
                  <a:noFill/>
                </a:ln>
                <a:solidFill>
                  <a:srgbClr val="0C233C"/>
                </a:solidFill>
                <a:effectLst/>
                <a:uLnTx/>
                <a:uFillTx/>
                <a:latin typeface="Arial"/>
              </a:rPr>
              <a:t>Read more</a:t>
            </a:r>
          </a:p>
        </p:txBody>
      </p:sp>
    </p:spTree>
    <p:extLst>
      <p:ext uri="{BB962C8B-B14F-4D97-AF65-F5344CB8AC3E}">
        <p14:creationId xmlns:p14="http://schemas.microsoft.com/office/powerpoint/2010/main" val="2408014319"/>
      </p:ext>
    </p:extLst>
  </p:cSld>
  <p:clrMapOvr>
    <a:masterClrMapping/>
  </p:clrMapOvr>
  <p:extLst>
    <p:ext uri="{DCECCB84-F9BA-43D5-87BE-67443E8EF086}">
      <p15:sldGuideLst xmlns:p15="http://schemas.microsoft.com/office/powerpoint/2012/main">
        <p15:guide id="1" pos="756" userDrawn="1">
          <p15:clr>
            <a:srgbClr val="FBAE40"/>
          </p15:clr>
        </p15:guide>
        <p15:guide id="2" pos="2729" userDrawn="1">
          <p15:clr>
            <a:srgbClr val="FBAE40"/>
          </p15:clr>
        </p15:guide>
        <p15:guide id="3" pos="2788" userDrawn="1">
          <p15:clr>
            <a:srgbClr val="FBAE40"/>
          </p15:clr>
        </p15:guide>
        <p15:guide id="4" pos="292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Key findings_6 blocks">
    <p:spTree>
      <p:nvGrpSpPr>
        <p:cNvPr id="1" name=""/>
        <p:cNvGrpSpPr/>
        <p:nvPr/>
      </p:nvGrpSpPr>
      <p:grpSpPr>
        <a:xfrm>
          <a:off x="0" y="0"/>
          <a:ext cx="0" cy="0"/>
          <a:chOff x="0" y="0"/>
          <a:chExt cx="0" cy="0"/>
        </a:xfrm>
      </p:grpSpPr>
      <p:graphicFrame>
        <p:nvGraphicFramePr>
          <p:cNvPr id="42" name="think-cell data - do not delete" hidden="1">
            <a:extLst>
              <a:ext uri="{FF2B5EF4-FFF2-40B4-BE49-F238E27FC236}">
                <a16:creationId xmlns:a16="http://schemas.microsoft.com/office/drawing/2014/main" id="{D9DA3F00-EA4F-66F2-085F-2D8FCC1BB0BF}"/>
              </a:ext>
            </a:extLst>
          </p:cNvPr>
          <p:cNvGraphicFramePr>
            <a:graphicFrameLocks noChangeAspect="1"/>
          </p:cNvGraphicFramePr>
          <p:nvPr userDrawn="1">
            <p:custDataLst>
              <p:tags r:id="rId1"/>
            </p:custDataLst>
            <p:extLst>
              <p:ext uri="{D42A27DB-BD31-4B8C-83A1-F6EECF244321}">
                <p14:modId xmlns:p14="http://schemas.microsoft.com/office/powerpoint/2010/main" val="1690548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42" name="think-cell data - do not delete" hidden="1">
                        <a:extLst>
                          <a:ext uri="{FF2B5EF4-FFF2-40B4-BE49-F238E27FC236}">
                            <a16:creationId xmlns:a16="http://schemas.microsoft.com/office/drawing/2014/main" id="{D9DA3F00-EA4F-66F2-085F-2D8FCC1BB0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7" name="Rectangle 46">
            <a:extLst>
              <a:ext uri="{FF2B5EF4-FFF2-40B4-BE49-F238E27FC236}">
                <a16:creationId xmlns:a16="http://schemas.microsoft.com/office/drawing/2014/main" id="{7FAD0EA7-D992-3337-D49F-B2D9E33E3D6F}"/>
              </a:ext>
            </a:extLst>
          </p:cNvPr>
          <p:cNvSpPr>
            <a:spLocks/>
          </p:cNvSpPr>
          <p:nvPr userDrawn="1"/>
        </p:nvSpPr>
        <p:spPr>
          <a:xfrm>
            <a:off x="4420800" y="1342800"/>
            <a:ext cx="3348000" cy="216000"/>
          </a:xfrm>
          <a:prstGeom prst="rect">
            <a:avLst/>
          </a:prstGeom>
          <a:solidFill>
            <a:srgbClr val="0C233C"/>
          </a:solidFill>
        </p:spPr>
        <p:txBody>
          <a:bodyPr vert="horz" lIns="252000" tIns="36000" rIns="36000" bIns="36000" rtlCol="0" anchor="ctr" anchorCtr="0">
            <a:noAutofit/>
          </a:bodyPr>
          <a:lstStyle/>
          <a:p>
            <a:pPr lvl="0" indent="0">
              <a:lnSpc>
                <a:spcPct val="100000"/>
              </a:lnSpc>
              <a:spcBef>
                <a:spcPts val="0"/>
              </a:spcBef>
              <a:spcAft>
                <a:spcPts val="600"/>
              </a:spcAft>
              <a:buFontTx/>
              <a:buNone/>
            </a:pPr>
            <a:endParaRPr lang="fi-FI" sz="900" b="1">
              <a:solidFill>
                <a:schemeClr val="bg1"/>
              </a:solidFill>
            </a:endParaRPr>
          </a:p>
        </p:txBody>
      </p:sp>
      <p:sp>
        <p:nvSpPr>
          <p:cNvPr id="5" name="Content Placeholder 4">
            <a:extLst>
              <a:ext uri="{FF2B5EF4-FFF2-40B4-BE49-F238E27FC236}">
                <a16:creationId xmlns:a16="http://schemas.microsoft.com/office/drawing/2014/main" id="{162417AB-5339-B153-8B7F-333179B1F4B9}"/>
              </a:ext>
            </a:extLst>
          </p:cNvPr>
          <p:cNvSpPr>
            <a:spLocks noGrp="1"/>
          </p:cNvSpPr>
          <p:nvPr>
            <p:ph sz="quarter" idx="54" hasCustomPrompt="1"/>
          </p:nvPr>
        </p:nvSpPr>
        <p:spPr>
          <a:xfrm>
            <a:off x="982800" y="1342800"/>
            <a:ext cx="3348000" cy="216000"/>
          </a:xfrm>
          <a:solidFill>
            <a:srgbClr val="0C233C"/>
          </a:solidFill>
        </p:spPr>
        <p:txBody>
          <a:bodyPr vert="horz" lIns="252000" tIns="36000" rIns="36000" bIns="36000" rtlCol="0" anchor="ctr" anchorCtr="0">
            <a:noAutofit/>
          </a:bodyPr>
          <a:lstStyle>
            <a:lvl1pPr>
              <a:defRPr lang="fi-FI" dirty="0">
                <a:solidFill>
                  <a:schemeClr val="bg1"/>
                </a:solidFill>
              </a:defRPr>
            </a:lvl1pPr>
          </a:lstStyle>
          <a:p>
            <a:pPr lvl="0"/>
            <a:r>
              <a:rPr lang="en-US"/>
              <a:t>Click to add title</a:t>
            </a:r>
            <a:endParaRPr lang="fi-FI"/>
          </a:p>
        </p:txBody>
      </p:sp>
      <p:sp>
        <p:nvSpPr>
          <p:cNvPr id="2" name="Title 1">
            <a:extLst>
              <a:ext uri="{FF2B5EF4-FFF2-40B4-BE49-F238E27FC236}">
                <a16:creationId xmlns:a16="http://schemas.microsoft.com/office/drawing/2014/main" id="{D5964EEC-6B68-417B-8B09-0C56952861AE}"/>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6" name="Text Placeholder 11">
            <a:extLst>
              <a:ext uri="{FF2B5EF4-FFF2-40B4-BE49-F238E27FC236}">
                <a16:creationId xmlns:a16="http://schemas.microsoft.com/office/drawing/2014/main" id="{7F43AEEA-3F72-5AB4-98C1-90950442B279}"/>
              </a:ext>
            </a:extLst>
          </p:cNvPr>
          <p:cNvSpPr>
            <a:spLocks noGrp="1" noRot="1" noMove="1" noResize="1" noEditPoints="1" noAdjustHandles="1" noChangeArrowheads="1" noChangeShapeType="1"/>
          </p:cNvSpPr>
          <p:nvPr>
            <p:ph type="body" sz="quarter" idx="52" hasCustomPrompt="1"/>
          </p:nvPr>
        </p:nvSpPr>
        <p:spPr>
          <a:xfrm>
            <a:off x="3898800" y="288947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8" name="Content Placeholder 4">
            <a:extLst>
              <a:ext uri="{FF2B5EF4-FFF2-40B4-BE49-F238E27FC236}">
                <a16:creationId xmlns:a16="http://schemas.microsoft.com/office/drawing/2014/main" id="{F133CA25-13C6-449F-6257-0C32BB7E4172}"/>
              </a:ext>
            </a:extLst>
          </p:cNvPr>
          <p:cNvSpPr>
            <a:spLocks noGrp="1" noRot="1" noMove="1" noResize="1" noEditPoints="1" noAdjustHandles="1" noChangeArrowheads="1" noChangeShapeType="1"/>
          </p:cNvSpPr>
          <p:nvPr>
            <p:ph sz="quarter" idx="55" hasCustomPrompt="1"/>
          </p:nvPr>
        </p:nvSpPr>
        <p:spPr>
          <a:xfrm>
            <a:off x="982798" y="288947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3" name="Text Placeholder 4">
            <a:extLst>
              <a:ext uri="{FF2B5EF4-FFF2-40B4-BE49-F238E27FC236}">
                <a16:creationId xmlns:a16="http://schemas.microsoft.com/office/drawing/2014/main" id="{7E920EDB-4C18-4C35-DDE0-001646EE0CB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3" name="Text Placeholder 11">
            <a:extLst>
              <a:ext uri="{FF2B5EF4-FFF2-40B4-BE49-F238E27FC236}">
                <a16:creationId xmlns:a16="http://schemas.microsoft.com/office/drawing/2014/main" id="{D59242B1-4A60-FB4D-F88C-C009896169C5}"/>
              </a:ext>
            </a:extLst>
          </p:cNvPr>
          <p:cNvSpPr>
            <a:spLocks noGrp="1" noRot="1" noMove="1" noResize="1" noEditPoints="1" noAdjustHandles="1" noChangeArrowheads="1" noChangeShapeType="1"/>
          </p:cNvSpPr>
          <p:nvPr>
            <p:ph type="body" sz="quarter" idx="56" hasCustomPrompt="1"/>
          </p:nvPr>
        </p:nvSpPr>
        <p:spPr>
          <a:xfrm>
            <a:off x="7341107" y="288947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10" name="Content Placeholder 4">
            <a:extLst>
              <a:ext uri="{FF2B5EF4-FFF2-40B4-BE49-F238E27FC236}">
                <a16:creationId xmlns:a16="http://schemas.microsoft.com/office/drawing/2014/main" id="{054F7EAC-5958-B451-8639-F9C61ADB3F7A}"/>
              </a:ext>
            </a:extLst>
          </p:cNvPr>
          <p:cNvSpPr>
            <a:spLocks noGrp="1" noRot="1" noMove="1" noResize="1" noEditPoints="1" noAdjustHandles="1" noChangeArrowheads="1" noChangeShapeType="1"/>
          </p:cNvSpPr>
          <p:nvPr>
            <p:ph sz="quarter" idx="59" hasCustomPrompt="1"/>
          </p:nvPr>
        </p:nvSpPr>
        <p:spPr>
          <a:xfrm>
            <a:off x="4420800" y="288947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2" name="Text Placeholder 11">
            <a:extLst>
              <a:ext uri="{FF2B5EF4-FFF2-40B4-BE49-F238E27FC236}">
                <a16:creationId xmlns:a16="http://schemas.microsoft.com/office/drawing/2014/main" id="{F9D1D5B2-FD27-5183-424A-675BD32425BC}"/>
              </a:ext>
            </a:extLst>
          </p:cNvPr>
          <p:cNvSpPr>
            <a:spLocks noGrp="1" noRot="1" noMove="1" noResize="1" noEditPoints="1" noAdjustHandles="1" noChangeArrowheads="1" noChangeShapeType="1"/>
          </p:cNvSpPr>
          <p:nvPr>
            <p:ph type="body" sz="quarter" idx="60" hasCustomPrompt="1"/>
          </p:nvPr>
        </p:nvSpPr>
        <p:spPr>
          <a:xfrm>
            <a:off x="10774800" y="288947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15" name="Content Placeholder 4">
            <a:extLst>
              <a:ext uri="{FF2B5EF4-FFF2-40B4-BE49-F238E27FC236}">
                <a16:creationId xmlns:a16="http://schemas.microsoft.com/office/drawing/2014/main" id="{F3BFFD31-00B1-ED0B-AFD4-8647B355670B}"/>
              </a:ext>
            </a:extLst>
          </p:cNvPr>
          <p:cNvSpPr>
            <a:spLocks noGrp="1" noRot="1" noMove="1" noResize="1" noEditPoints="1" noAdjustHandles="1" noChangeArrowheads="1" noChangeShapeType="1"/>
          </p:cNvSpPr>
          <p:nvPr>
            <p:ph sz="quarter" idx="61" hasCustomPrompt="1"/>
          </p:nvPr>
        </p:nvSpPr>
        <p:spPr>
          <a:xfrm>
            <a:off x="7858800" y="1341438"/>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17" name="Content Placeholder 4">
            <a:extLst>
              <a:ext uri="{FF2B5EF4-FFF2-40B4-BE49-F238E27FC236}">
                <a16:creationId xmlns:a16="http://schemas.microsoft.com/office/drawing/2014/main" id="{9913D8F4-BE20-5514-AE38-B693E70AF2E4}"/>
              </a:ext>
            </a:extLst>
          </p:cNvPr>
          <p:cNvSpPr>
            <a:spLocks noGrp="1" noRot="1" noMove="1" noResize="1" noEditPoints="1" noAdjustHandles="1" noChangeArrowheads="1" noChangeShapeType="1"/>
          </p:cNvSpPr>
          <p:nvPr>
            <p:ph sz="quarter" idx="63" hasCustomPrompt="1"/>
          </p:nvPr>
        </p:nvSpPr>
        <p:spPr>
          <a:xfrm>
            <a:off x="7858800" y="288947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9" name="Text Placeholder 11">
            <a:extLst>
              <a:ext uri="{FF2B5EF4-FFF2-40B4-BE49-F238E27FC236}">
                <a16:creationId xmlns:a16="http://schemas.microsoft.com/office/drawing/2014/main" id="{37B28971-34BF-8E52-0DDC-B30D66021705}"/>
              </a:ext>
            </a:extLst>
          </p:cNvPr>
          <p:cNvSpPr>
            <a:spLocks noGrp="1" noRot="1" noMove="1" noResize="1" noEditPoints="1" noAdjustHandles="1" noChangeArrowheads="1" noChangeShapeType="1"/>
          </p:cNvSpPr>
          <p:nvPr>
            <p:ph type="body" sz="quarter" idx="64" hasCustomPrompt="1"/>
          </p:nvPr>
        </p:nvSpPr>
        <p:spPr>
          <a:xfrm>
            <a:off x="3898799" y="519480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20" name="Content Placeholder 4">
            <a:extLst>
              <a:ext uri="{FF2B5EF4-FFF2-40B4-BE49-F238E27FC236}">
                <a16:creationId xmlns:a16="http://schemas.microsoft.com/office/drawing/2014/main" id="{C7571025-A520-C289-F83F-FB02B5D6D8F6}"/>
              </a:ext>
            </a:extLst>
          </p:cNvPr>
          <p:cNvSpPr>
            <a:spLocks noGrp="1" noRot="1" noMove="1" noResize="1" noEditPoints="1" noAdjustHandles="1" noChangeArrowheads="1" noChangeShapeType="1"/>
          </p:cNvSpPr>
          <p:nvPr>
            <p:ph sz="quarter" idx="65" hasCustomPrompt="1"/>
          </p:nvPr>
        </p:nvSpPr>
        <p:spPr>
          <a:xfrm>
            <a:off x="982800" y="3646800"/>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22" name="Content Placeholder 4">
            <a:extLst>
              <a:ext uri="{FF2B5EF4-FFF2-40B4-BE49-F238E27FC236}">
                <a16:creationId xmlns:a16="http://schemas.microsoft.com/office/drawing/2014/main" id="{0157ED54-3573-9342-0A13-9F65DB3FAFEA}"/>
              </a:ext>
            </a:extLst>
          </p:cNvPr>
          <p:cNvSpPr>
            <a:spLocks noGrp="1" noRot="1" noMove="1" noResize="1" noEditPoints="1" noAdjustHandles="1" noChangeArrowheads="1" noChangeShapeType="1"/>
          </p:cNvSpPr>
          <p:nvPr>
            <p:ph sz="quarter" idx="67" hasCustomPrompt="1"/>
          </p:nvPr>
        </p:nvSpPr>
        <p:spPr>
          <a:xfrm>
            <a:off x="982798" y="519480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23" name="Text Placeholder 11">
            <a:extLst>
              <a:ext uri="{FF2B5EF4-FFF2-40B4-BE49-F238E27FC236}">
                <a16:creationId xmlns:a16="http://schemas.microsoft.com/office/drawing/2014/main" id="{7670816F-6362-F5A5-CA82-F313E2E2DF36}"/>
              </a:ext>
            </a:extLst>
          </p:cNvPr>
          <p:cNvSpPr>
            <a:spLocks noGrp="1" noRot="1" noMove="1" noResize="1" noEditPoints="1" noAdjustHandles="1" noChangeArrowheads="1" noChangeShapeType="1"/>
          </p:cNvSpPr>
          <p:nvPr>
            <p:ph type="body" sz="quarter" idx="68" hasCustomPrompt="1"/>
          </p:nvPr>
        </p:nvSpPr>
        <p:spPr>
          <a:xfrm>
            <a:off x="7341107" y="519480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24" name="Content Placeholder 4">
            <a:extLst>
              <a:ext uri="{FF2B5EF4-FFF2-40B4-BE49-F238E27FC236}">
                <a16:creationId xmlns:a16="http://schemas.microsoft.com/office/drawing/2014/main" id="{DFB54A36-20D2-8667-C643-8030A169FA2F}"/>
              </a:ext>
            </a:extLst>
          </p:cNvPr>
          <p:cNvSpPr>
            <a:spLocks noGrp="1" noRot="1" noMove="1" noResize="1" noEditPoints="1" noAdjustHandles="1" noChangeArrowheads="1" noChangeShapeType="1"/>
          </p:cNvSpPr>
          <p:nvPr>
            <p:ph sz="quarter" idx="69" hasCustomPrompt="1"/>
          </p:nvPr>
        </p:nvSpPr>
        <p:spPr>
          <a:xfrm>
            <a:off x="4420800" y="3646800"/>
            <a:ext cx="3348000" cy="216000"/>
          </a:xfrm>
          <a:solidFill>
            <a:srgbClr val="0C233C"/>
          </a:solidFill>
        </p:spPr>
        <p:txBody>
          <a:bodyPr vert="horz" lIns="252000" tIns="36000" rIns="36000" bIns="36000" rtlCol="0" anchor="ctr" anchorCtr="0">
            <a:noAutofit/>
          </a:bodyPr>
          <a:lstStyle>
            <a:lvl1pPr>
              <a:defRPr lang="fi-FI">
                <a:solidFill>
                  <a:schemeClr val="bg1"/>
                </a:solidFill>
              </a:defRPr>
            </a:lvl1pPr>
          </a:lstStyle>
          <a:p>
            <a:pPr lvl="0"/>
            <a:r>
              <a:rPr lang="en-US"/>
              <a:t>Click to add title</a:t>
            </a:r>
            <a:endParaRPr lang="fi-FI"/>
          </a:p>
        </p:txBody>
      </p:sp>
      <p:sp>
        <p:nvSpPr>
          <p:cNvPr id="26" name="Content Placeholder 4">
            <a:extLst>
              <a:ext uri="{FF2B5EF4-FFF2-40B4-BE49-F238E27FC236}">
                <a16:creationId xmlns:a16="http://schemas.microsoft.com/office/drawing/2014/main" id="{5D404C6F-695C-37B1-DB5B-83FF8F4E0C29}"/>
              </a:ext>
            </a:extLst>
          </p:cNvPr>
          <p:cNvSpPr>
            <a:spLocks noGrp="1" noRot="1" noMove="1" noResize="1" noEditPoints="1" noAdjustHandles="1" noChangeArrowheads="1" noChangeShapeType="1"/>
          </p:cNvSpPr>
          <p:nvPr>
            <p:ph sz="quarter" idx="71" hasCustomPrompt="1"/>
          </p:nvPr>
        </p:nvSpPr>
        <p:spPr>
          <a:xfrm>
            <a:off x="4420800" y="519480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27" name="Text Placeholder 11">
            <a:extLst>
              <a:ext uri="{FF2B5EF4-FFF2-40B4-BE49-F238E27FC236}">
                <a16:creationId xmlns:a16="http://schemas.microsoft.com/office/drawing/2014/main" id="{D676FCBC-5E14-313B-1A65-E4491BF7719F}"/>
              </a:ext>
            </a:extLst>
          </p:cNvPr>
          <p:cNvSpPr>
            <a:spLocks noGrp="1" noRot="1" noMove="1" noResize="1" noEditPoints="1" noAdjustHandles="1" noChangeArrowheads="1" noChangeShapeType="1"/>
          </p:cNvSpPr>
          <p:nvPr>
            <p:ph type="body" sz="quarter" idx="72" hasCustomPrompt="1"/>
          </p:nvPr>
        </p:nvSpPr>
        <p:spPr>
          <a:xfrm>
            <a:off x="10774800" y="519480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28" name="Content Placeholder 4">
            <a:extLst>
              <a:ext uri="{FF2B5EF4-FFF2-40B4-BE49-F238E27FC236}">
                <a16:creationId xmlns:a16="http://schemas.microsoft.com/office/drawing/2014/main" id="{76EE19D6-8B45-1FD3-3321-B0DB835213F1}"/>
              </a:ext>
            </a:extLst>
          </p:cNvPr>
          <p:cNvSpPr>
            <a:spLocks noGrp="1" noRot="1" noMove="1" noResize="1" noEditPoints="1" noAdjustHandles="1" noChangeArrowheads="1" noChangeShapeType="1"/>
          </p:cNvSpPr>
          <p:nvPr>
            <p:ph sz="quarter" idx="73" hasCustomPrompt="1"/>
          </p:nvPr>
        </p:nvSpPr>
        <p:spPr>
          <a:xfrm>
            <a:off x="7858800" y="3646800"/>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30" name="Content Placeholder 4">
            <a:extLst>
              <a:ext uri="{FF2B5EF4-FFF2-40B4-BE49-F238E27FC236}">
                <a16:creationId xmlns:a16="http://schemas.microsoft.com/office/drawing/2014/main" id="{84E8CBCE-70E4-ACC3-B32B-6E51F13748D8}"/>
              </a:ext>
            </a:extLst>
          </p:cNvPr>
          <p:cNvSpPr>
            <a:spLocks noGrp="1" noRot="1" noMove="1" noResize="1" noEditPoints="1" noAdjustHandles="1" noChangeArrowheads="1" noChangeShapeType="1"/>
          </p:cNvSpPr>
          <p:nvPr>
            <p:ph sz="quarter" idx="75" hasCustomPrompt="1"/>
          </p:nvPr>
        </p:nvSpPr>
        <p:spPr>
          <a:xfrm>
            <a:off x="7858800" y="519480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31" name="Text Placeholder 9">
            <a:extLst>
              <a:ext uri="{FF2B5EF4-FFF2-40B4-BE49-F238E27FC236}">
                <a16:creationId xmlns:a16="http://schemas.microsoft.com/office/drawing/2014/main" id="{1DB3A212-8F0C-80D2-D1B0-9FA48BA8890C}"/>
              </a:ext>
            </a:extLst>
          </p:cNvPr>
          <p:cNvSpPr>
            <a:spLocks noGrp="1" noRot="1" noMove="1" noResize="1" noEditPoints="1" noAdjustHandles="1" noChangeArrowheads="1" noChangeShapeType="1"/>
          </p:cNvSpPr>
          <p:nvPr>
            <p:ph type="body" sz="quarter" idx="78"/>
          </p:nvPr>
        </p:nvSpPr>
        <p:spPr>
          <a:xfrm>
            <a:off x="7858800" y="1557438"/>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2" name="Text Placeholder 9">
            <a:extLst>
              <a:ext uri="{FF2B5EF4-FFF2-40B4-BE49-F238E27FC236}">
                <a16:creationId xmlns:a16="http://schemas.microsoft.com/office/drawing/2014/main" id="{8ACACC7A-EF95-E512-BD39-44B0BC7B4C68}"/>
              </a:ext>
            </a:extLst>
          </p:cNvPr>
          <p:cNvSpPr>
            <a:spLocks noGrp="1" noRot="1" noMove="1" noResize="1" noEditPoints="1" noAdjustHandles="1" noChangeArrowheads="1" noChangeShapeType="1"/>
          </p:cNvSpPr>
          <p:nvPr>
            <p:ph type="body" sz="quarter" idx="79"/>
          </p:nvPr>
        </p:nvSpPr>
        <p:spPr>
          <a:xfrm>
            <a:off x="982799" y="3862800"/>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3" name="Text Placeholder 9">
            <a:extLst>
              <a:ext uri="{FF2B5EF4-FFF2-40B4-BE49-F238E27FC236}">
                <a16:creationId xmlns:a16="http://schemas.microsoft.com/office/drawing/2014/main" id="{05D8A156-372B-E629-4B4F-B8ECC10007D1}"/>
              </a:ext>
            </a:extLst>
          </p:cNvPr>
          <p:cNvSpPr>
            <a:spLocks noGrp="1" noRot="1" noMove="1" noResize="1" noEditPoints="1" noAdjustHandles="1" noChangeArrowheads="1" noChangeShapeType="1"/>
          </p:cNvSpPr>
          <p:nvPr>
            <p:ph type="body" sz="quarter" idx="80"/>
          </p:nvPr>
        </p:nvSpPr>
        <p:spPr>
          <a:xfrm>
            <a:off x="4420800" y="3862800"/>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4" name="Text Placeholder 9">
            <a:extLst>
              <a:ext uri="{FF2B5EF4-FFF2-40B4-BE49-F238E27FC236}">
                <a16:creationId xmlns:a16="http://schemas.microsoft.com/office/drawing/2014/main" id="{DABFBCCB-427D-3C26-07DD-E4F4D53E8598}"/>
              </a:ext>
            </a:extLst>
          </p:cNvPr>
          <p:cNvSpPr>
            <a:spLocks noGrp="1" noRot="1" noMove="1" noResize="1" noEditPoints="1" noAdjustHandles="1" noChangeArrowheads="1" noChangeShapeType="1"/>
          </p:cNvSpPr>
          <p:nvPr>
            <p:ph type="body" sz="quarter" idx="81"/>
          </p:nvPr>
        </p:nvSpPr>
        <p:spPr>
          <a:xfrm>
            <a:off x="7858800" y="3862800"/>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5" name="Text Placeholder 27">
            <a:extLst>
              <a:ext uri="{FF2B5EF4-FFF2-40B4-BE49-F238E27FC236}">
                <a16:creationId xmlns:a16="http://schemas.microsoft.com/office/drawing/2014/main" id="{1E5BF77F-9E3A-B877-B792-70419C90F238}"/>
              </a:ext>
            </a:extLst>
          </p:cNvPr>
          <p:cNvSpPr>
            <a:spLocks noGrp="1" noRot="1" noMove="1" noResize="1" noEditPoints="1" noAdjustHandles="1" noChangeArrowheads="1" noChangeShapeType="1"/>
          </p:cNvSpPr>
          <p:nvPr>
            <p:ph type="body" sz="quarter" idx="82" hasCustomPrompt="1"/>
          </p:nvPr>
        </p:nvSpPr>
        <p:spPr>
          <a:xfrm>
            <a:off x="1020200" y="1377438"/>
            <a:ext cx="144000" cy="144000"/>
          </a:xfrm>
          <a:solidFill>
            <a:srgbClr val="ED2124"/>
          </a:solidFill>
        </p:spPr>
        <p:txBody>
          <a:bodyPr/>
          <a:lstStyle>
            <a:lvl1pPr>
              <a:defRPr/>
            </a:lvl1pPr>
          </a:lstStyle>
          <a:p>
            <a:pPr lvl="0"/>
            <a:r>
              <a:rPr lang="fi-FI"/>
              <a:t> </a:t>
            </a:r>
          </a:p>
        </p:txBody>
      </p:sp>
      <p:sp>
        <p:nvSpPr>
          <p:cNvPr id="36" name="Text Placeholder 27">
            <a:extLst>
              <a:ext uri="{FF2B5EF4-FFF2-40B4-BE49-F238E27FC236}">
                <a16:creationId xmlns:a16="http://schemas.microsoft.com/office/drawing/2014/main" id="{6C1A47EA-D9E4-B927-7940-65EF15953B67}"/>
              </a:ext>
            </a:extLst>
          </p:cNvPr>
          <p:cNvSpPr>
            <a:spLocks noGrp="1" noRot="1" noMove="1" noResize="1" noEditPoints="1" noAdjustHandles="1" noChangeArrowheads="1" noChangeShapeType="1"/>
          </p:cNvSpPr>
          <p:nvPr>
            <p:ph type="body" sz="quarter" idx="83" hasCustomPrompt="1"/>
          </p:nvPr>
        </p:nvSpPr>
        <p:spPr>
          <a:xfrm>
            <a:off x="4456800" y="1377438"/>
            <a:ext cx="144000" cy="144000"/>
          </a:xfrm>
          <a:solidFill>
            <a:srgbClr val="ED2124"/>
          </a:solidFill>
        </p:spPr>
        <p:txBody>
          <a:bodyPr/>
          <a:lstStyle>
            <a:lvl1pPr>
              <a:defRPr/>
            </a:lvl1pPr>
          </a:lstStyle>
          <a:p>
            <a:pPr lvl="0"/>
            <a:r>
              <a:rPr lang="fi-FI"/>
              <a:t> </a:t>
            </a:r>
          </a:p>
        </p:txBody>
      </p:sp>
      <p:sp>
        <p:nvSpPr>
          <p:cNvPr id="37" name="Text Placeholder 27">
            <a:extLst>
              <a:ext uri="{FF2B5EF4-FFF2-40B4-BE49-F238E27FC236}">
                <a16:creationId xmlns:a16="http://schemas.microsoft.com/office/drawing/2014/main" id="{D20245B8-B129-16D4-8AC1-3AF521320CD0}"/>
              </a:ext>
            </a:extLst>
          </p:cNvPr>
          <p:cNvSpPr>
            <a:spLocks noGrp="1" noRot="1" noMove="1" noResize="1" noEditPoints="1" noAdjustHandles="1" noChangeArrowheads="1" noChangeShapeType="1"/>
          </p:cNvSpPr>
          <p:nvPr>
            <p:ph type="body" sz="quarter" idx="74" hasCustomPrompt="1"/>
          </p:nvPr>
        </p:nvSpPr>
        <p:spPr>
          <a:xfrm>
            <a:off x="7894800" y="1377438"/>
            <a:ext cx="144000" cy="144000"/>
          </a:xfrm>
          <a:solidFill>
            <a:srgbClr val="ED2124"/>
          </a:solidFill>
        </p:spPr>
        <p:txBody>
          <a:bodyPr/>
          <a:lstStyle>
            <a:lvl1pPr>
              <a:defRPr/>
            </a:lvl1pPr>
          </a:lstStyle>
          <a:p>
            <a:pPr lvl="0"/>
            <a:r>
              <a:rPr lang="fi-FI"/>
              <a:t> </a:t>
            </a:r>
          </a:p>
        </p:txBody>
      </p:sp>
      <p:sp>
        <p:nvSpPr>
          <p:cNvPr id="38" name="Text Placeholder 27">
            <a:extLst>
              <a:ext uri="{FF2B5EF4-FFF2-40B4-BE49-F238E27FC236}">
                <a16:creationId xmlns:a16="http://schemas.microsoft.com/office/drawing/2014/main" id="{F8222A61-9E0A-CA85-E944-DF87D6B5DEB9}"/>
              </a:ext>
            </a:extLst>
          </p:cNvPr>
          <p:cNvSpPr>
            <a:spLocks noGrp="1" noRot="1" noMove="1" noResize="1" noEditPoints="1" noAdjustHandles="1" noChangeArrowheads="1" noChangeShapeType="1"/>
          </p:cNvSpPr>
          <p:nvPr>
            <p:ph type="body" sz="quarter" idx="84" hasCustomPrompt="1"/>
          </p:nvPr>
        </p:nvSpPr>
        <p:spPr>
          <a:xfrm>
            <a:off x="1020200" y="3682800"/>
            <a:ext cx="144000" cy="144000"/>
          </a:xfrm>
          <a:solidFill>
            <a:srgbClr val="ED2124"/>
          </a:solidFill>
        </p:spPr>
        <p:txBody>
          <a:bodyPr/>
          <a:lstStyle>
            <a:lvl1pPr>
              <a:defRPr/>
            </a:lvl1pPr>
          </a:lstStyle>
          <a:p>
            <a:pPr lvl="0"/>
            <a:r>
              <a:rPr lang="fi-FI"/>
              <a:t> </a:t>
            </a:r>
          </a:p>
        </p:txBody>
      </p:sp>
      <p:sp>
        <p:nvSpPr>
          <p:cNvPr id="39" name="Text Placeholder 27">
            <a:extLst>
              <a:ext uri="{FF2B5EF4-FFF2-40B4-BE49-F238E27FC236}">
                <a16:creationId xmlns:a16="http://schemas.microsoft.com/office/drawing/2014/main" id="{BD265DD0-6EDB-5AD2-5042-1E92FB1323C2}"/>
              </a:ext>
            </a:extLst>
          </p:cNvPr>
          <p:cNvSpPr>
            <a:spLocks noGrp="1" noRot="1" noMove="1" noResize="1" noEditPoints="1" noAdjustHandles="1" noChangeArrowheads="1" noChangeShapeType="1"/>
          </p:cNvSpPr>
          <p:nvPr>
            <p:ph type="body" sz="quarter" idx="85" hasCustomPrompt="1"/>
          </p:nvPr>
        </p:nvSpPr>
        <p:spPr>
          <a:xfrm>
            <a:off x="4456800" y="3682800"/>
            <a:ext cx="144000" cy="144000"/>
          </a:xfrm>
          <a:solidFill>
            <a:srgbClr val="ED2124"/>
          </a:solidFill>
        </p:spPr>
        <p:txBody>
          <a:bodyPr/>
          <a:lstStyle>
            <a:lvl1pPr>
              <a:defRPr/>
            </a:lvl1pPr>
          </a:lstStyle>
          <a:p>
            <a:pPr lvl="0"/>
            <a:r>
              <a:rPr lang="fi-FI"/>
              <a:t> </a:t>
            </a:r>
          </a:p>
        </p:txBody>
      </p:sp>
      <p:sp>
        <p:nvSpPr>
          <p:cNvPr id="40" name="Text Placeholder 27">
            <a:extLst>
              <a:ext uri="{FF2B5EF4-FFF2-40B4-BE49-F238E27FC236}">
                <a16:creationId xmlns:a16="http://schemas.microsoft.com/office/drawing/2014/main" id="{7E3DA62B-84BF-D06E-06D5-84F2E65D6078}"/>
              </a:ext>
            </a:extLst>
          </p:cNvPr>
          <p:cNvSpPr>
            <a:spLocks noGrp="1" noRot="1" noMove="1" noResize="1" noEditPoints="1" noAdjustHandles="1" noChangeArrowheads="1" noChangeShapeType="1"/>
          </p:cNvSpPr>
          <p:nvPr>
            <p:ph type="body" sz="quarter" idx="86" hasCustomPrompt="1"/>
          </p:nvPr>
        </p:nvSpPr>
        <p:spPr>
          <a:xfrm>
            <a:off x="7894800" y="3682800"/>
            <a:ext cx="144000" cy="144000"/>
          </a:xfrm>
          <a:solidFill>
            <a:srgbClr val="ED2124"/>
          </a:solidFill>
        </p:spPr>
        <p:txBody>
          <a:bodyPr/>
          <a:lstStyle>
            <a:lvl1pPr>
              <a:defRPr/>
            </a:lvl1pPr>
          </a:lstStyle>
          <a:p>
            <a:pPr lvl="0"/>
            <a:r>
              <a:rPr lang="fi-FI"/>
              <a:t> </a:t>
            </a:r>
          </a:p>
        </p:txBody>
      </p:sp>
      <p:sp>
        <p:nvSpPr>
          <p:cNvPr id="14" name="Rectangle: Rounded Corners 13">
            <a:extLst>
              <a:ext uri="{FF2B5EF4-FFF2-40B4-BE49-F238E27FC236}">
                <a16:creationId xmlns:a16="http://schemas.microsoft.com/office/drawing/2014/main" id="{45373E15-3F5E-9F38-1A90-8F10FA0CEA1D}"/>
              </a:ext>
            </a:extLst>
          </p:cNvPr>
          <p:cNvSpPr>
            <a:spLocks noGrp="1" noRot="1" noMove="1" noResize="1" noEditPoints="1" noAdjustHandles="1" noChangeArrowheads="1" noChangeShapeType="1"/>
          </p:cNvSpPr>
          <p:nvPr userDrawn="1"/>
        </p:nvSpPr>
        <p:spPr>
          <a:xfrm>
            <a:off x="10540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16" name="Rectangle: Rounded Corners 15">
            <a:extLst>
              <a:ext uri="{FF2B5EF4-FFF2-40B4-BE49-F238E27FC236}">
                <a16:creationId xmlns:a16="http://schemas.microsoft.com/office/drawing/2014/main" id="{94BA44C6-93B8-73F5-598A-E6A4E3C0D7CD}"/>
              </a:ext>
            </a:extLst>
          </p:cNvPr>
          <p:cNvSpPr>
            <a:spLocks noGrp="1" noRot="1" noMove="1" noResize="1" noEditPoints="1" noAdjustHandles="1" noChangeArrowheads="1" noChangeShapeType="1"/>
          </p:cNvSpPr>
          <p:nvPr userDrawn="1"/>
        </p:nvSpPr>
        <p:spPr>
          <a:xfrm>
            <a:off x="3664800" y="3664800"/>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R="0" lvl="0" indent="0" algn="ctr" fontAlgn="auto">
              <a:lnSpc>
                <a:spcPct val="100000"/>
              </a:lnSpc>
              <a:spcBef>
                <a:spcPts val="0"/>
              </a:spcBef>
              <a:spcAft>
                <a:spcPts val="0"/>
              </a:spcAft>
              <a:buClrTx/>
              <a:buSzTx/>
              <a:buFontTx/>
              <a:buNone/>
              <a:tabLst/>
            </a:pPr>
            <a:r>
              <a:rPr kumimoji="0" lang="en-US" sz="800" b="1" i="0" strike="noStrike" kern="0" cap="none" spc="0" normalizeH="0" baseline="0" noProof="0">
                <a:ln>
                  <a:noFill/>
                </a:ln>
                <a:solidFill>
                  <a:srgbClr val="0C233C"/>
                </a:solidFill>
                <a:effectLst/>
                <a:uLnTx/>
                <a:uFillTx/>
                <a:latin typeface="Arial"/>
              </a:rPr>
              <a:t>Read more</a:t>
            </a:r>
          </a:p>
        </p:txBody>
      </p:sp>
      <p:sp>
        <p:nvSpPr>
          <p:cNvPr id="21" name="Rectangle: Rounded Corners 20">
            <a:extLst>
              <a:ext uri="{FF2B5EF4-FFF2-40B4-BE49-F238E27FC236}">
                <a16:creationId xmlns:a16="http://schemas.microsoft.com/office/drawing/2014/main" id="{9A32C01F-9565-325C-5F02-CE532746AA77}"/>
              </a:ext>
            </a:extLst>
          </p:cNvPr>
          <p:cNvSpPr>
            <a:spLocks noGrp="1" noRot="1" noMove="1" noResize="1" noEditPoints="1" noAdjustHandles="1" noChangeArrowheads="1" noChangeShapeType="1"/>
          </p:cNvSpPr>
          <p:nvPr userDrawn="1"/>
        </p:nvSpPr>
        <p:spPr>
          <a:xfrm>
            <a:off x="7102800" y="3664800"/>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25" name="Rectangle: Rounded Corners 24">
            <a:extLst>
              <a:ext uri="{FF2B5EF4-FFF2-40B4-BE49-F238E27FC236}">
                <a16:creationId xmlns:a16="http://schemas.microsoft.com/office/drawing/2014/main" id="{AA8A3FE9-7FE9-F06B-89EA-4E5175476071}"/>
              </a:ext>
            </a:extLst>
          </p:cNvPr>
          <p:cNvSpPr>
            <a:spLocks noGrp="1" noRot="1" noMove="1" noResize="1" noEditPoints="1" noAdjustHandles="1" noChangeArrowheads="1" noChangeShapeType="1"/>
          </p:cNvSpPr>
          <p:nvPr userDrawn="1"/>
        </p:nvSpPr>
        <p:spPr>
          <a:xfrm>
            <a:off x="10540800" y="3664800"/>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41" name="Content Placeholder 40">
            <a:extLst>
              <a:ext uri="{FF2B5EF4-FFF2-40B4-BE49-F238E27FC236}">
                <a16:creationId xmlns:a16="http://schemas.microsoft.com/office/drawing/2014/main" id="{DE4FFFE2-64B1-652C-4B65-07DC50A09953}"/>
              </a:ext>
            </a:extLst>
          </p:cNvPr>
          <p:cNvSpPr>
            <a:spLocks noGrp="1"/>
          </p:cNvSpPr>
          <p:nvPr>
            <p:ph sz="quarter" idx="87" hasCustomPrompt="1"/>
          </p:nvPr>
        </p:nvSpPr>
        <p:spPr>
          <a:xfrm>
            <a:off x="3664800" y="1359438"/>
            <a:ext cx="648000" cy="180000"/>
          </a:xfrm>
          <a:solidFill>
            <a:srgbClr val="ACEAFF"/>
          </a:solidFill>
          <a:ln w="12700" cap="flat" cmpd="sng" algn="ctr">
            <a:noFill/>
            <a:prstDash val="solid"/>
            <a:miter lim="800000"/>
          </a:ln>
          <a:effectLst/>
        </p:spPr>
        <p:txBody>
          <a:bodyPr lIns="0" tIns="0" rIns="0" bIns="0" rtlCol="0" anchor="ctr"/>
          <a:lstStyle>
            <a:lvl1pPr algn="ctr">
              <a:defRPr kumimoji="0" lang="fi-FI" sz="800" i="0" strike="noStrike" kern="0" cap="none" spc="0" normalizeH="0" baseline="0" dirty="0">
                <a:ln>
                  <a:noFill/>
                </a:ln>
                <a:solidFill>
                  <a:srgbClr val="0C233C"/>
                </a:solidFill>
                <a:effectLst/>
                <a:uLnTx/>
                <a:uFillTx/>
                <a:latin typeface="Arial"/>
              </a:defRPr>
            </a:lvl1pPr>
          </a:lstStyle>
          <a:p>
            <a:pPr marR="0" lvl="0" algn="ctr" fontAlgn="auto">
              <a:spcAft>
                <a:spcPts val="0"/>
              </a:spcAft>
              <a:buClrTx/>
              <a:buSzTx/>
              <a:tabLst/>
            </a:pPr>
            <a:r>
              <a:rPr lang="en-US"/>
              <a:t>Read more</a:t>
            </a:r>
            <a:endParaRPr lang="fi-FI"/>
          </a:p>
        </p:txBody>
      </p:sp>
      <p:sp>
        <p:nvSpPr>
          <p:cNvPr id="44" name="Rectangle 43">
            <a:extLst>
              <a:ext uri="{FF2B5EF4-FFF2-40B4-BE49-F238E27FC236}">
                <a16:creationId xmlns:a16="http://schemas.microsoft.com/office/drawing/2014/main" id="{CE2BED51-7DB1-337B-A1F6-54E6BA254EB9}"/>
              </a:ext>
            </a:extLst>
          </p:cNvPr>
          <p:cNvSpPr/>
          <p:nvPr userDrawn="1"/>
        </p:nvSpPr>
        <p:spPr>
          <a:xfrm>
            <a:off x="55571" y="70727"/>
            <a:ext cx="927227" cy="409207"/>
          </a:xfrm>
          <a:prstGeom prst="rect">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fi-FI" sz="900">
                <a:solidFill>
                  <a:schemeClr val="bg1"/>
                </a:solidFill>
              </a:rPr>
              <a:t>JL Play</a:t>
            </a:r>
          </a:p>
        </p:txBody>
      </p:sp>
      <p:sp>
        <p:nvSpPr>
          <p:cNvPr id="45" name="Rectangle 44">
            <a:extLst>
              <a:ext uri="{FF2B5EF4-FFF2-40B4-BE49-F238E27FC236}">
                <a16:creationId xmlns:a16="http://schemas.microsoft.com/office/drawing/2014/main" id="{1E0562A2-C824-E840-E59E-1309B4BD687D}"/>
              </a:ext>
            </a:extLst>
          </p:cNvPr>
          <p:cNvSpPr/>
          <p:nvPr userDrawn="1"/>
        </p:nvSpPr>
        <p:spPr>
          <a:xfrm>
            <a:off x="1092200" y="1650726"/>
            <a:ext cx="3220600" cy="1158214"/>
          </a:xfrm>
          <a:prstGeom prst="rect">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t" anchorCtr="0" forceAA="0" compatLnSpc="1">
            <a:prstTxWarp prst="textNoShape">
              <a:avLst/>
            </a:prstTxWarp>
            <a:noAutofit/>
          </a:bodyPr>
          <a:lstStyle/>
          <a:p>
            <a:pPr algn="l"/>
            <a:r>
              <a:rPr lang="fi-FI" sz="900" b="1">
                <a:solidFill>
                  <a:schemeClr val="bg1"/>
                </a:solidFill>
              </a:rPr>
              <a:t>Read more button as a placeholder</a:t>
            </a:r>
          </a:p>
          <a:p>
            <a:pPr marL="171450" indent="-171450" algn="l">
              <a:buFont typeface="Arial" panose="020B0604020202020204" pitchFamily="34" charset="0"/>
              <a:buChar char="•"/>
            </a:pPr>
            <a:r>
              <a:rPr lang="fi-FI" sz="900">
                <a:solidFill>
                  <a:schemeClr val="bg1"/>
                </a:solidFill>
              </a:rPr>
              <a:t>Button is clickable and movable</a:t>
            </a:r>
          </a:p>
          <a:p>
            <a:pPr marL="171450" indent="-171450" algn="l">
              <a:buFont typeface="Arial" panose="020B0604020202020204" pitchFamily="34" charset="0"/>
              <a:buChar char="•"/>
            </a:pPr>
            <a:r>
              <a:rPr lang="fi-FI" sz="900">
                <a:solidFill>
                  <a:schemeClr val="bg1"/>
                </a:solidFill>
              </a:rPr>
              <a:t>Need to type ”Read more” again in the actual slide body</a:t>
            </a:r>
          </a:p>
          <a:p>
            <a:pPr marL="171450" indent="-171450" algn="l">
              <a:buFont typeface="Arial" panose="020B0604020202020204" pitchFamily="34" charset="0"/>
              <a:buChar char="•"/>
            </a:pPr>
            <a:r>
              <a:rPr lang="fi-FI" sz="900">
                <a:solidFill>
                  <a:schemeClr val="bg1"/>
                </a:solidFill>
              </a:rPr>
              <a:t>When added link the text would automatically turn underlined, which is not what we want</a:t>
            </a:r>
          </a:p>
        </p:txBody>
      </p:sp>
      <p:sp>
        <p:nvSpPr>
          <p:cNvPr id="50" name="Text Placeholder 49">
            <a:extLst>
              <a:ext uri="{FF2B5EF4-FFF2-40B4-BE49-F238E27FC236}">
                <a16:creationId xmlns:a16="http://schemas.microsoft.com/office/drawing/2014/main" id="{D238AC6D-F479-9B77-5AA6-38DD3BBA76E5}"/>
              </a:ext>
            </a:extLst>
          </p:cNvPr>
          <p:cNvSpPr>
            <a:spLocks noGrp="1"/>
          </p:cNvSpPr>
          <p:nvPr>
            <p:ph type="body" sz="quarter" idx="88" hasCustomPrompt="1"/>
          </p:nvPr>
        </p:nvSpPr>
        <p:spPr>
          <a:xfrm>
            <a:off x="4420800" y="1342799"/>
            <a:ext cx="2592000" cy="216000"/>
          </a:xfrm>
          <a:prstGeom prst="rect">
            <a:avLst/>
          </a:prstGeom>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bg1">
                    <a:lumMod val="100000"/>
                    <a:alpha val="0"/>
                  </a:schemeClr>
                </a:solidFill>
                <a:prstDash val="solid"/>
                <a:round/>
                <a:headEnd type="none" w="med" len="med"/>
                <a:tailEnd type="none" w="med" len="med"/>
              </a14:hiddenLine>
            </a:ext>
          </a:extLst>
        </p:spPr>
        <p:txBody>
          <a:bodyPr lIns="252000" tIns="36000" rIns="36000" bIns="36000"/>
          <a:lstStyle>
            <a:lvl1pPr>
              <a:defRPr>
                <a:solidFill>
                  <a:schemeClr val="bg1">
                    <a:lumMod val="100000"/>
                  </a:schemeClr>
                </a:solidFill>
              </a:defRPr>
            </a:lvl1pPr>
          </a:lstStyle>
          <a:p>
            <a:pPr lvl="0"/>
            <a:r>
              <a:rPr lang="en-US"/>
              <a:t>Click to add title</a:t>
            </a:r>
            <a:endParaRPr lang="fi-FI"/>
          </a:p>
        </p:txBody>
      </p:sp>
      <p:sp>
        <p:nvSpPr>
          <p:cNvPr id="51" name="Content Placeholder 40">
            <a:extLst>
              <a:ext uri="{FF2B5EF4-FFF2-40B4-BE49-F238E27FC236}">
                <a16:creationId xmlns:a16="http://schemas.microsoft.com/office/drawing/2014/main" id="{B08175EB-B08C-4DAE-5595-BEEFA24DFEDB}"/>
              </a:ext>
            </a:extLst>
          </p:cNvPr>
          <p:cNvSpPr>
            <a:spLocks noGrp="1"/>
          </p:cNvSpPr>
          <p:nvPr>
            <p:ph sz="quarter" idx="89" hasCustomPrompt="1"/>
          </p:nvPr>
        </p:nvSpPr>
        <p:spPr>
          <a:xfrm>
            <a:off x="7102800" y="1359438"/>
            <a:ext cx="648000" cy="180000"/>
          </a:xfrm>
          <a:solidFill>
            <a:srgbClr val="ACEAFF"/>
          </a:solidFill>
          <a:ln w="12700" cap="flat" cmpd="sng" algn="ctr">
            <a:noFill/>
            <a:prstDash val="solid"/>
            <a:miter lim="800000"/>
          </a:ln>
          <a:effectLst/>
        </p:spPr>
        <p:txBody>
          <a:bodyPr lIns="0" tIns="0" rIns="0" bIns="0" rtlCol="0" anchor="ctr"/>
          <a:lstStyle>
            <a:lvl1pPr algn="ctr">
              <a:defRPr kumimoji="0" lang="fi-FI" sz="800" i="0" strike="noStrike" kern="0" cap="none" spc="0" normalizeH="0" baseline="0" dirty="0">
                <a:ln>
                  <a:noFill/>
                </a:ln>
                <a:solidFill>
                  <a:srgbClr val="0C233C"/>
                </a:solidFill>
                <a:effectLst/>
                <a:uLnTx/>
                <a:uFillTx/>
                <a:latin typeface="Arial"/>
              </a:defRPr>
            </a:lvl1pPr>
          </a:lstStyle>
          <a:p>
            <a:pPr marR="0" lvl="0" algn="ctr" fontAlgn="auto">
              <a:spcAft>
                <a:spcPts val="0"/>
              </a:spcAft>
              <a:buClrTx/>
              <a:buSzTx/>
              <a:tabLst/>
            </a:pPr>
            <a:r>
              <a:rPr lang="en-US"/>
              <a:t>Read more</a:t>
            </a:r>
            <a:endParaRPr lang="fi-FI"/>
          </a:p>
        </p:txBody>
      </p:sp>
      <p:sp>
        <p:nvSpPr>
          <p:cNvPr id="52" name="Rectangle 51">
            <a:extLst>
              <a:ext uri="{FF2B5EF4-FFF2-40B4-BE49-F238E27FC236}">
                <a16:creationId xmlns:a16="http://schemas.microsoft.com/office/drawing/2014/main" id="{1779AA9C-520A-E4E3-31D9-ACDEA5E7A889}"/>
              </a:ext>
            </a:extLst>
          </p:cNvPr>
          <p:cNvSpPr/>
          <p:nvPr userDrawn="1"/>
        </p:nvSpPr>
        <p:spPr>
          <a:xfrm>
            <a:off x="4456800" y="1650726"/>
            <a:ext cx="3384000" cy="1158214"/>
          </a:xfrm>
          <a:prstGeom prst="rect">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t" anchorCtr="0" forceAA="0" compatLnSpc="1">
            <a:prstTxWarp prst="textNoShape">
              <a:avLst/>
            </a:prstTxWarp>
            <a:noAutofit/>
          </a:bodyPr>
          <a:lstStyle/>
          <a:p>
            <a:pPr marL="171450" indent="-171450" algn="l">
              <a:buFont typeface="Arial" panose="020B0604020202020204" pitchFamily="34" charset="0"/>
              <a:buChar char="•"/>
            </a:pPr>
            <a:r>
              <a:rPr lang="fi-FI" sz="900">
                <a:solidFill>
                  <a:schemeClr val="bg1"/>
                </a:solidFill>
              </a:rPr>
              <a:t>Dark Blue bar as embbed shape (Not placeholder)</a:t>
            </a:r>
          </a:p>
          <a:p>
            <a:pPr marL="171450" indent="-171450" algn="l">
              <a:buFont typeface="Arial" panose="020B0604020202020204" pitchFamily="34" charset="0"/>
              <a:buChar char="•"/>
            </a:pPr>
            <a:r>
              <a:rPr lang="fi-FI" sz="900">
                <a:solidFill>
                  <a:schemeClr val="bg1"/>
                </a:solidFill>
              </a:rPr>
              <a:t>Overlay a transparent textbox placeholder</a:t>
            </a:r>
          </a:p>
          <a:p>
            <a:pPr marL="360000" lvl="1" indent="-171450" algn="l">
              <a:buFont typeface="Arial" panose="020B0604020202020204" pitchFamily="34" charset="0"/>
              <a:buChar char="•"/>
            </a:pPr>
            <a:r>
              <a:rPr lang="fi-FI" sz="900">
                <a:solidFill>
                  <a:schemeClr val="bg1"/>
                </a:solidFill>
              </a:rPr>
              <a:t>More complexity for users and more likely to cause error</a:t>
            </a:r>
          </a:p>
          <a:p>
            <a:pPr marL="171450" indent="-171450" algn="l">
              <a:buFont typeface="Arial" panose="020B0604020202020204" pitchFamily="34" charset="0"/>
              <a:buChar char="•"/>
            </a:pPr>
            <a:r>
              <a:rPr lang="en-US" sz="900">
                <a:solidFill>
                  <a:schemeClr val="bg1"/>
                </a:solidFill>
              </a:rPr>
              <a:t>Read more button as a placeholder</a:t>
            </a:r>
          </a:p>
          <a:p>
            <a:pPr marL="360000" lvl="1" indent="-171450" algn="l">
              <a:buFont typeface="Arial" panose="020B0604020202020204" pitchFamily="34" charset="0"/>
              <a:buChar char="•"/>
            </a:pPr>
            <a:r>
              <a:rPr lang="en-US" sz="900">
                <a:solidFill>
                  <a:schemeClr val="bg1"/>
                </a:solidFill>
              </a:rPr>
              <a:t>Need to type ”Read more” again in the actual slide body</a:t>
            </a:r>
          </a:p>
          <a:p>
            <a:pPr marL="360000" lvl="1" indent="-171450" algn="l">
              <a:buFont typeface="Arial" panose="020B0604020202020204" pitchFamily="34" charset="0"/>
              <a:buChar char="•"/>
            </a:pPr>
            <a:r>
              <a:rPr lang="en-US" sz="900">
                <a:solidFill>
                  <a:schemeClr val="bg1"/>
                </a:solidFill>
              </a:rPr>
              <a:t>When added link the text would automatically turn underlined, which is not what we want</a:t>
            </a:r>
          </a:p>
          <a:p>
            <a:pPr marL="628650" lvl="1" indent="-171450" algn="l">
              <a:buFont typeface="Arial" panose="020B0604020202020204" pitchFamily="34" charset="0"/>
              <a:buChar char="•"/>
            </a:pPr>
            <a:endParaRPr lang="fi-FI" sz="900">
              <a:solidFill>
                <a:schemeClr val="bg1"/>
              </a:solidFill>
            </a:endParaRPr>
          </a:p>
        </p:txBody>
      </p:sp>
    </p:spTree>
    <p:extLst>
      <p:ext uri="{BB962C8B-B14F-4D97-AF65-F5344CB8AC3E}">
        <p14:creationId xmlns:p14="http://schemas.microsoft.com/office/powerpoint/2010/main" val="2879493833"/>
      </p:ext>
    </p:extLst>
  </p:cSld>
  <p:clrMapOvr>
    <a:masterClrMapping/>
  </p:clrMapOvr>
  <p:extLst>
    <p:ext uri="{DCECCB84-F9BA-43D5-87BE-67443E8EF086}">
      <p15:sldGuideLst xmlns:p15="http://schemas.microsoft.com/office/powerpoint/2012/main">
        <p15:guide id="1" pos="756" userDrawn="1">
          <p15:clr>
            <a:srgbClr val="FBAE40"/>
          </p15:clr>
        </p15:guide>
        <p15:guide id="2" pos="2729" userDrawn="1">
          <p15:clr>
            <a:srgbClr val="FBAE40"/>
          </p15:clr>
        </p15:guide>
        <p15:guide id="3" pos="2788" userDrawn="1">
          <p15:clr>
            <a:srgbClr val="FBAE40"/>
          </p15:clr>
        </p15:guide>
        <p15:guide id="4" pos="292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ransmittal Letter">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A793F08-2C7B-40D3-35C6-25D6F29794E6}"/>
              </a:ext>
            </a:extLst>
          </p:cNvPr>
          <p:cNvGraphicFramePr>
            <a:graphicFrameLocks noChangeAspect="1"/>
          </p:cNvGraphicFramePr>
          <p:nvPr userDrawn="1">
            <p:custDataLst>
              <p:tags r:id="rId1"/>
            </p:custDataLst>
            <p:extLst>
              <p:ext uri="{D42A27DB-BD31-4B8C-83A1-F6EECF244321}">
                <p14:modId xmlns:p14="http://schemas.microsoft.com/office/powerpoint/2010/main" val="22631816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3" name="think-cell data - do not delete" hidden="1">
                        <a:extLst>
                          <a:ext uri="{FF2B5EF4-FFF2-40B4-BE49-F238E27FC236}">
                            <a16:creationId xmlns:a16="http://schemas.microsoft.com/office/drawing/2014/main" id="{1A793F08-2C7B-40D3-35C6-25D6F29794E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8">
            <a:extLst>
              <a:ext uri="{FF2B5EF4-FFF2-40B4-BE49-F238E27FC236}">
                <a16:creationId xmlns:a16="http://schemas.microsoft.com/office/drawing/2014/main" id="{31982C8F-F894-18E8-C1F6-D7DD735064D8}"/>
              </a:ext>
            </a:extLst>
          </p:cNvPr>
          <p:cNvSpPr>
            <a:spLocks noGrp="1" noRot="1" noMove="1" noResize="1" noEditPoints="1" noAdjustHandles="1" noChangeArrowheads="1" noChangeShapeType="1"/>
          </p:cNvSpPr>
          <p:nvPr>
            <p:ph type="body" sz="quarter" idx="10"/>
          </p:nvPr>
        </p:nvSpPr>
        <p:spPr>
          <a:xfrm>
            <a:off x="982800" y="2350800"/>
            <a:ext cx="4932000" cy="3528000"/>
          </a:xfrm>
        </p:spPr>
        <p:txBody>
          <a:bodyPr lIns="0" tIns="0" rIns="0" bIns="0"/>
          <a:lstStyle>
            <a:lvl1pPr>
              <a:spcAft>
                <a:spcPts val="0"/>
              </a:spcAft>
              <a:defRPr baseline="0">
                <a:solidFill>
                  <a:schemeClr val="tx1">
                    <a:lumMod val="100000"/>
                  </a:schemeClr>
                </a:solidFill>
              </a:defRPr>
            </a:lvl1pPr>
          </a:lstStyle>
          <a:p>
            <a:pPr lvl="0">
              <a:spcAft>
                <a:spcPts val="300"/>
              </a:spcAft>
            </a:pPr>
            <a:r>
              <a:rPr lang="en-US" sz="900" b="0" spc="-20"/>
              <a:t>Click to edit Master text styles</a:t>
            </a:r>
          </a:p>
        </p:txBody>
      </p:sp>
      <p:sp>
        <p:nvSpPr>
          <p:cNvPr id="7" name="Text Placeholder 8">
            <a:extLst>
              <a:ext uri="{FF2B5EF4-FFF2-40B4-BE49-F238E27FC236}">
                <a16:creationId xmlns:a16="http://schemas.microsoft.com/office/drawing/2014/main" id="{D7C35597-7165-13B6-0352-B5CB9BA684E7}"/>
              </a:ext>
            </a:extLst>
          </p:cNvPr>
          <p:cNvSpPr>
            <a:spLocks noGrp="1" noRot="1" noMove="1" noResize="1" noEditPoints="1" noAdjustHandles="1" noChangeArrowheads="1" noChangeShapeType="1"/>
          </p:cNvSpPr>
          <p:nvPr>
            <p:ph type="body" sz="quarter" idx="11"/>
          </p:nvPr>
        </p:nvSpPr>
        <p:spPr>
          <a:xfrm>
            <a:off x="6274799" y="2350800"/>
            <a:ext cx="4932000" cy="3528000"/>
          </a:xfrm>
        </p:spPr>
        <p:txBody>
          <a:bodyPr lIns="0" tIns="0" rIns="0" bIns="0"/>
          <a:lstStyle>
            <a:lvl1pPr>
              <a:spcAft>
                <a:spcPts val="0"/>
              </a:spcAft>
              <a:defRPr>
                <a:solidFill>
                  <a:schemeClr val="tx1">
                    <a:lumMod val="100000"/>
                  </a:schemeClr>
                </a:solidFill>
              </a:defRPr>
            </a:lvl1pPr>
          </a:lstStyle>
          <a:p>
            <a:pPr lvl="0">
              <a:spcAft>
                <a:spcPts val="300"/>
              </a:spcAft>
            </a:pPr>
            <a:r>
              <a:rPr lang="en-US" sz="900" b="0" spc="-20"/>
              <a:t>Click to edit Master text styles</a:t>
            </a:r>
          </a:p>
        </p:txBody>
      </p:sp>
      <p:sp>
        <p:nvSpPr>
          <p:cNvPr id="11" name="TextBox 9">
            <a:extLst>
              <a:ext uri="{FF2B5EF4-FFF2-40B4-BE49-F238E27FC236}">
                <a16:creationId xmlns:a16="http://schemas.microsoft.com/office/drawing/2014/main" id="{7059F26B-D963-5E87-3515-08A057354AA2}"/>
              </a:ext>
            </a:extLst>
          </p:cNvPr>
          <p:cNvSpPr txBox="1">
            <a:spLocks noGrp="1" noRot="1" noMove="1" noResize="1" noEditPoints="1" noAdjustHandles="1" noChangeArrowheads="1" noChangeShapeType="1"/>
          </p:cNvSpPr>
          <p:nvPr userDrawn="1"/>
        </p:nvSpPr>
        <p:spPr>
          <a:xfrm>
            <a:off x="982799" y="442800"/>
            <a:ext cx="4932000" cy="720000"/>
          </a:xfrm>
          <a:prstGeom prst="rect">
            <a:avLst/>
          </a:prstGeom>
          <a:ln w="9525">
            <a:noFill/>
          </a:ln>
          <a:extLst>
            <a:ext uri="{91240B29-F687-4F45-9708-019B960494DF}">
              <a14:hiddenLine xmlns:a14="http://schemas.microsoft.com/office/drawing/2010/main" w="9525" cap="flat" cmpd="sng" algn="ctr">
                <a:solidFill>
                  <a:schemeClr val="tx1">
                    <a:lumMod val="100000"/>
                    <a:alpha val="0"/>
                  </a:schemeClr>
                </a:solidFill>
                <a:prstDash val="solid"/>
                <a:round/>
                <a:headEnd type="none" w="med" len="med"/>
                <a:tailEnd type="none" w="med" len="med"/>
              </a14:hiddenLine>
            </a:ext>
          </a:extLst>
        </p:spPr>
        <p:txBody>
          <a:bodyPr lIns="0" tIns="0" rIns="0" bIns="0"/>
          <a:lstStyle>
            <a:lvl1pPr marL="112713" indent="-112713" algn="l" defTabSz="914400" rtl="0" eaLnBrk="1" latinLnBrk="0" hangingPunct="1">
              <a:lnSpc>
                <a:spcPct val="100000"/>
              </a:lnSpc>
              <a:spcBef>
                <a:spcPts val="0"/>
              </a:spcBef>
              <a:spcAft>
                <a:spcPts val="600"/>
              </a:spcAft>
              <a:buFont typeface="Wingdings" panose="05000000000000000000" pitchFamily="2" charset="2"/>
              <a:buChar char="§"/>
              <a:defRPr lang="en-US" sz="1500" b="0" kern="1200" dirty="0" smtClean="0">
                <a:solidFill>
                  <a:schemeClr val="tx1"/>
                </a:solidFill>
                <a:latin typeface="+mn-lt"/>
                <a:ea typeface="+mn-ea"/>
                <a:cs typeface="+mn-cs"/>
              </a:defRPr>
            </a:lvl1pPr>
            <a:lvl2pPr marL="233363" indent="-120650" algn="l" defTabSz="914400" rtl="0" eaLnBrk="1" latinLnBrk="0" hangingPunct="1">
              <a:lnSpc>
                <a:spcPct val="100000"/>
              </a:lnSpc>
              <a:spcBef>
                <a:spcPts val="0"/>
              </a:spcBef>
              <a:spcAft>
                <a:spcPts val="600"/>
              </a:spcAft>
              <a:buFont typeface="Arial" panose="020B0604020202020204" pitchFamily="34" charset="0"/>
              <a:buChar char="­"/>
              <a:defRPr lang="en-US" sz="1500" b="0" kern="1200" dirty="0" smtClean="0">
                <a:solidFill>
                  <a:schemeClr val="tx1"/>
                </a:solidFill>
                <a:latin typeface="+mn-lt"/>
                <a:ea typeface="+mn-ea"/>
                <a:cs typeface="+mn-cs"/>
              </a:defRPr>
            </a:lvl2pPr>
            <a:lvl3pPr marL="344488" indent="-111125"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dirty="0" smtClean="0">
                <a:solidFill>
                  <a:schemeClr val="tx1"/>
                </a:solidFill>
                <a:latin typeface="+mn-lt"/>
                <a:ea typeface="+mn-ea"/>
                <a:cs typeface="+mn-cs"/>
              </a:defRPr>
            </a:lvl3pPr>
            <a:lvl4pPr marL="457200" indent="-112713" algn="l" defTabSz="914400" rtl="0" eaLnBrk="1" latinLnBrk="0" hangingPunct="1">
              <a:lnSpc>
                <a:spcPct val="100000"/>
              </a:lnSpc>
              <a:spcBef>
                <a:spcPts val="0"/>
              </a:spcBef>
              <a:spcAft>
                <a:spcPts val="600"/>
              </a:spcAft>
              <a:buClr>
                <a:schemeClr val="tx1"/>
              </a:buClr>
              <a:buFont typeface="Arial" panose="020B0604020202020204" pitchFamily="34" charset="0"/>
              <a:buChar char="­"/>
              <a:defRPr lang="en-US" sz="1500" b="0" kern="1200" dirty="0" smtClean="0">
                <a:solidFill>
                  <a:schemeClr val="tx1"/>
                </a:solidFill>
                <a:latin typeface="+mn-lt"/>
                <a:ea typeface="+mn-ea"/>
                <a:cs typeface="+mn-cs"/>
              </a:defRPr>
            </a:lvl4pPr>
            <a:lvl5pPr marL="569913" indent="-112713"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baseline="0" dirty="0" smtClean="0">
                <a:solidFill>
                  <a:schemeClr val="tx1"/>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0"/>
              </a:spcAft>
              <a:buNone/>
            </a:pPr>
            <a:r>
              <a:rPr lang="en-US" sz="900" b="1">
                <a:latin typeface="Arial" panose="020B0604020202020204" pitchFamily="34" charset="0"/>
              </a:rPr>
              <a:t>KPMG Advisory (Hong Kong) Limited</a:t>
            </a:r>
          </a:p>
          <a:p>
            <a:pPr marL="0" indent="0">
              <a:spcAft>
                <a:spcPts val="0"/>
              </a:spcAft>
              <a:buNone/>
            </a:pPr>
            <a:r>
              <a:rPr lang="en-US" sz="900">
                <a:latin typeface="Arial" panose="020B0604020202020204" pitchFamily="34" charset="0"/>
              </a:rPr>
              <a:t>8</a:t>
            </a:r>
            <a:r>
              <a:rPr lang="en-US" sz="900" baseline="30000">
                <a:latin typeface="Arial" panose="020B0604020202020204" pitchFamily="34" charset="0"/>
              </a:rPr>
              <a:t>th</a:t>
            </a:r>
            <a:r>
              <a:rPr lang="en-US" sz="900">
                <a:latin typeface="Arial" panose="020B0604020202020204" pitchFamily="34" charset="0"/>
              </a:rPr>
              <a:t> Floor, Prince’s Building</a:t>
            </a:r>
          </a:p>
          <a:p>
            <a:pPr marL="0" indent="0">
              <a:spcAft>
                <a:spcPts val="0"/>
              </a:spcAft>
              <a:buNone/>
            </a:pPr>
            <a:r>
              <a:rPr lang="en-US" sz="900">
                <a:latin typeface="Arial" panose="020B0604020202020204" pitchFamily="34" charset="0"/>
              </a:rPr>
              <a:t>10 </a:t>
            </a:r>
            <a:r>
              <a:rPr lang="en-US" sz="900" err="1">
                <a:latin typeface="Arial" panose="020B0604020202020204" pitchFamily="34" charset="0"/>
              </a:rPr>
              <a:t>Chater</a:t>
            </a:r>
            <a:r>
              <a:rPr lang="en-US" sz="900">
                <a:latin typeface="Arial" panose="020B0604020202020204" pitchFamily="34" charset="0"/>
              </a:rPr>
              <a:t> Road, Central</a:t>
            </a:r>
          </a:p>
          <a:p>
            <a:pPr marL="0" indent="0">
              <a:spcAft>
                <a:spcPts val="0"/>
              </a:spcAft>
              <a:buNone/>
            </a:pPr>
            <a:r>
              <a:rPr lang="en-US" sz="900">
                <a:latin typeface="Arial" panose="020B0604020202020204" pitchFamily="34" charset="0"/>
              </a:rPr>
              <a:t>Hong Kong</a:t>
            </a:r>
          </a:p>
          <a:p>
            <a:pPr marL="0" indent="0">
              <a:spcAft>
                <a:spcPts val="0"/>
              </a:spcAft>
              <a:buNone/>
            </a:pPr>
            <a:r>
              <a:rPr lang="en-US" sz="900" b="1">
                <a:latin typeface="Arial" panose="020B0604020202020204" pitchFamily="34" charset="0"/>
              </a:rPr>
              <a:t>Private and confidential</a:t>
            </a:r>
          </a:p>
        </p:txBody>
      </p:sp>
      <p:sp>
        <p:nvSpPr>
          <p:cNvPr id="12" name="TextBox 9">
            <a:extLst>
              <a:ext uri="{FF2B5EF4-FFF2-40B4-BE49-F238E27FC236}">
                <a16:creationId xmlns:a16="http://schemas.microsoft.com/office/drawing/2014/main" id="{FC59891B-288D-8C64-3165-BCFE78399B26}"/>
              </a:ext>
            </a:extLst>
          </p:cNvPr>
          <p:cNvSpPr txBox="1">
            <a:spLocks noGrp="1" noRot="1" noMove="1" noResize="1" noEditPoints="1" noAdjustHandles="1" noChangeArrowheads="1" noChangeShapeType="1"/>
          </p:cNvSpPr>
          <p:nvPr userDrawn="1"/>
        </p:nvSpPr>
        <p:spPr>
          <a:xfrm>
            <a:off x="6275388" y="261075"/>
            <a:ext cx="4931411" cy="720000"/>
          </a:xfrm>
          <a:prstGeom prst="rect">
            <a:avLst/>
          </a:prstGeom>
          <a:ln w="9525">
            <a:noFill/>
          </a:ln>
          <a:extLst>
            <a:ext uri="{91240B29-F687-4F45-9708-019B960494DF}">
              <a14:hiddenLine xmlns:a14="http://schemas.microsoft.com/office/drawing/2010/main" w="9525" cap="flat" cmpd="sng" algn="ctr">
                <a:solidFill>
                  <a:schemeClr val="tx1">
                    <a:lumMod val="100000"/>
                    <a:alpha val="0"/>
                  </a:schemeClr>
                </a:solidFill>
                <a:prstDash val="solid"/>
                <a:round/>
                <a:headEnd type="none" w="med" len="med"/>
                <a:tailEnd type="none" w="med" len="med"/>
              </a14:hiddenLine>
            </a:ext>
          </a:extLst>
        </p:spPr>
        <p:txBody>
          <a:bodyPr lIns="0" tIns="0" rIns="0" bIns="0" anchor="b"/>
          <a:lstStyle>
            <a:lvl1pPr marL="112713" indent="-112713" algn="l" defTabSz="914400" rtl="0" eaLnBrk="1" latinLnBrk="0" hangingPunct="1">
              <a:lnSpc>
                <a:spcPct val="100000"/>
              </a:lnSpc>
              <a:spcBef>
                <a:spcPts val="0"/>
              </a:spcBef>
              <a:spcAft>
                <a:spcPts val="600"/>
              </a:spcAft>
              <a:buFont typeface="Wingdings" panose="05000000000000000000" pitchFamily="2" charset="2"/>
              <a:buChar char="§"/>
              <a:defRPr lang="en-US" sz="1500" b="0" kern="1200" dirty="0" smtClean="0">
                <a:solidFill>
                  <a:schemeClr val="tx1"/>
                </a:solidFill>
                <a:latin typeface="+mn-lt"/>
                <a:ea typeface="+mn-ea"/>
                <a:cs typeface="+mn-cs"/>
              </a:defRPr>
            </a:lvl1pPr>
            <a:lvl2pPr marL="233363" indent="-120650" algn="l" defTabSz="914400" rtl="0" eaLnBrk="1" latinLnBrk="0" hangingPunct="1">
              <a:lnSpc>
                <a:spcPct val="100000"/>
              </a:lnSpc>
              <a:spcBef>
                <a:spcPts val="0"/>
              </a:spcBef>
              <a:spcAft>
                <a:spcPts val="600"/>
              </a:spcAft>
              <a:buFont typeface="Arial" panose="020B0604020202020204" pitchFamily="34" charset="0"/>
              <a:buChar char="­"/>
              <a:defRPr lang="en-US" sz="1500" b="0" kern="1200" dirty="0" smtClean="0">
                <a:solidFill>
                  <a:schemeClr val="tx1"/>
                </a:solidFill>
                <a:latin typeface="+mn-lt"/>
                <a:ea typeface="+mn-ea"/>
                <a:cs typeface="+mn-cs"/>
              </a:defRPr>
            </a:lvl2pPr>
            <a:lvl3pPr marL="344488" indent="-111125"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dirty="0" smtClean="0">
                <a:solidFill>
                  <a:schemeClr val="tx1"/>
                </a:solidFill>
                <a:latin typeface="+mn-lt"/>
                <a:ea typeface="+mn-ea"/>
                <a:cs typeface="+mn-cs"/>
              </a:defRPr>
            </a:lvl3pPr>
            <a:lvl4pPr marL="457200" indent="-112713" algn="l" defTabSz="914400" rtl="0" eaLnBrk="1" latinLnBrk="0" hangingPunct="1">
              <a:lnSpc>
                <a:spcPct val="100000"/>
              </a:lnSpc>
              <a:spcBef>
                <a:spcPts val="0"/>
              </a:spcBef>
              <a:spcAft>
                <a:spcPts val="600"/>
              </a:spcAft>
              <a:buClr>
                <a:schemeClr val="tx1"/>
              </a:buClr>
              <a:buFont typeface="Arial" panose="020B0604020202020204" pitchFamily="34" charset="0"/>
              <a:buChar char="­"/>
              <a:defRPr lang="en-US" sz="1500" b="0" kern="1200" dirty="0" smtClean="0">
                <a:solidFill>
                  <a:schemeClr val="tx1"/>
                </a:solidFill>
                <a:latin typeface="+mn-lt"/>
                <a:ea typeface="+mn-ea"/>
                <a:cs typeface="+mn-cs"/>
              </a:defRPr>
            </a:lvl4pPr>
            <a:lvl5pPr marL="569913" indent="-112713"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baseline="0" dirty="0" smtClean="0">
                <a:solidFill>
                  <a:schemeClr val="tx1"/>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Aft>
                <a:spcPts val="0"/>
              </a:spcAft>
              <a:buNone/>
            </a:pPr>
            <a:r>
              <a:rPr lang="en-US" sz="900">
                <a:latin typeface="Arial" panose="020B0604020202020204" pitchFamily="34" charset="0"/>
              </a:rPr>
              <a:t>Tel: +852 2522 6022</a:t>
            </a:r>
          </a:p>
          <a:p>
            <a:pPr marL="0" indent="0" algn="r">
              <a:spcAft>
                <a:spcPts val="0"/>
              </a:spcAft>
              <a:buNone/>
            </a:pPr>
            <a:r>
              <a:rPr lang="en-US" sz="900">
                <a:latin typeface="Arial" panose="020B0604020202020204" pitchFamily="34" charset="0"/>
              </a:rPr>
              <a:t>Fax: +852 2845 2588</a:t>
            </a:r>
            <a:endParaRPr lang="en-US" sz="900" b="1">
              <a:latin typeface="Arial" panose="020B0604020202020204" pitchFamily="34" charset="0"/>
            </a:endParaRPr>
          </a:p>
        </p:txBody>
      </p:sp>
      <p:sp>
        <p:nvSpPr>
          <p:cNvPr id="13" name="Text Placeholder 8">
            <a:extLst>
              <a:ext uri="{FF2B5EF4-FFF2-40B4-BE49-F238E27FC236}">
                <a16:creationId xmlns:a16="http://schemas.microsoft.com/office/drawing/2014/main" id="{FEF9094F-C43E-1BA4-E075-37EEAC09ED14}"/>
              </a:ext>
            </a:extLst>
          </p:cNvPr>
          <p:cNvSpPr>
            <a:spLocks noGrp="1" noRot="1" noMove="1" noResize="1" noEditPoints="1" noAdjustHandles="1" noChangeArrowheads="1" noChangeShapeType="1"/>
          </p:cNvSpPr>
          <p:nvPr>
            <p:ph type="body" sz="quarter" idx="14" hasCustomPrompt="1"/>
          </p:nvPr>
        </p:nvSpPr>
        <p:spPr>
          <a:xfrm>
            <a:off x="982800" y="1341437"/>
            <a:ext cx="4931999" cy="864000"/>
          </a:xfrm>
        </p:spPr>
        <p:txBody>
          <a:bodyPr lIns="0" tIns="0" rIns="0" bIns="0"/>
          <a:lstStyle>
            <a:lvl1pPr>
              <a:spcAft>
                <a:spcPts val="0"/>
              </a:spcAft>
              <a:defRPr sz="900">
                <a:solidFill>
                  <a:schemeClr val="tx1">
                    <a:lumMod val="100000"/>
                  </a:schemeClr>
                </a:solidFill>
              </a:defRPr>
            </a:lvl1pPr>
            <a:lvl2pPr>
              <a:spcAft>
                <a:spcPts val="0"/>
              </a:spcAft>
              <a:defRPr sz="900">
                <a:solidFill>
                  <a:schemeClr val="tx1">
                    <a:lumMod val="100000"/>
                  </a:schemeClr>
                </a:solidFill>
              </a:defRPr>
            </a:lvl2pPr>
            <a:lvl3pPr marL="0" indent="0">
              <a:spcAft>
                <a:spcPts val="0"/>
              </a:spcAft>
              <a:buNone/>
              <a:defRPr sz="900">
                <a:solidFill>
                  <a:schemeClr val="tx1">
                    <a:lumMod val="100000"/>
                  </a:schemeClr>
                </a:solidFill>
              </a:defRPr>
            </a:lvl3pPr>
            <a:lvl4pPr marL="180975" indent="0">
              <a:spcAft>
                <a:spcPts val="0"/>
              </a:spcAft>
              <a:buFont typeface="Arial" panose="020B0604020202020204" pitchFamily="34" charset="0"/>
              <a:buNone/>
              <a:defRPr sz="900">
                <a:solidFill>
                  <a:schemeClr val="tx1">
                    <a:lumMod val="100000"/>
                  </a:schemeClr>
                </a:solidFill>
              </a:defRPr>
            </a:lvl4pPr>
            <a:lvl5pPr>
              <a:spcAft>
                <a:spcPts val="0"/>
              </a:spcAft>
              <a:defRPr sz="900">
                <a:solidFill>
                  <a:schemeClr val="tx1">
                    <a:lumMod val="100000"/>
                  </a:schemeClr>
                </a:solidFill>
              </a:defRPr>
            </a:lvl5pPr>
          </a:lstStyle>
          <a:p>
            <a:pPr lvl="0"/>
            <a:r>
              <a:rPr lang="en-US"/>
              <a:t>[Client name, personnel, and address]</a:t>
            </a:r>
          </a:p>
          <a:p>
            <a:pPr lvl="1"/>
            <a:r>
              <a:rPr lang="en-US"/>
              <a:t>Attn: [Client personnel]</a:t>
            </a:r>
          </a:p>
          <a:p>
            <a:pPr lvl="2"/>
            <a:r>
              <a:rPr lang="en-US"/>
              <a:t>[Address line 1]</a:t>
            </a:r>
          </a:p>
          <a:p>
            <a:pPr lvl="2"/>
            <a:r>
              <a:rPr lang="en-US"/>
              <a:t>[Address line 2]</a:t>
            </a:r>
          </a:p>
        </p:txBody>
      </p:sp>
      <p:sp>
        <p:nvSpPr>
          <p:cNvPr id="14" name="Text Placeholder 8">
            <a:extLst>
              <a:ext uri="{FF2B5EF4-FFF2-40B4-BE49-F238E27FC236}">
                <a16:creationId xmlns:a16="http://schemas.microsoft.com/office/drawing/2014/main" id="{D7F342BF-C201-0E37-DA70-C8601CE15389}"/>
              </a:ext>
            </a:extLst>
          </p:cNvPr>
          <p:cNvSpPr>
            <a:spLocks noGrp="1" noRot="1" noMove="1" noResize="1" noEditPoints="1" noAdjustHandles="1" noChangeArrowheads="1" noChangeShapeType="1"/>
          </p:cNvSpPr>
          <p:nvPr>
            <p:ph type="body" sz="quarter" idx="15" hasCustomPrompt="1"/>
          </p:nvPr>
        </p:nvSpPr>
        <p:spPr>
          <a:xfrm>
            <a:off x="6274800" y="1341437"/>
            <a:ext cx="4931999" cy="864000"/>
          </a:xfrm>
        </p:spPr>
        <p:txBody>
          <a:bodyPr lIns="0" tIns="0" rIns="0" bIns="0"/>
          <a:lstStyle>
            <a:lvl1pPr algn="r">
              <a:spcAft>
                <a:spcPts val="0"/>
              </a:spcAft>
              <a:defRPr sz="900" b="0">
                <a:solidFill>
                  <a:schemeClr val="tx1">
                    <a:lumMod val="100000"/>
                  </a:schemeClr>
                </a:solidFill>
              </a:defRPr>
            </a:lvl1pPr>
            <a:lvl2pPr>
              <a:spcAft>
                <a:spcPts val="0"/>
              </a:spcAft>
              <a:defRPr sz="900">
                <a:solidFill>
                  <a:schemeClr val="tx1">
                    <a:lumMod val="100000"/>
                  </a:schemeClr>
                </a:solidFill>
              </a:defRPr>
            </a:lvl2pPr>
            <a:lvl3pPr marL="0" indent="0">
              <a:spcAft>
                <a:spcPts val="0"/>
              </a:spcAft>
              <a:buNone/>
              <a:defRPr sz="900">
                <a:solidFill>
                  <a:schemeClr val="tx1">
                    <a:lumMod val="100000"/>
                  </a:schemeClr>
                </a:solidFill>
              </a:defRPr>
            </a:lvl3pPr>
            <a:lvl4pPr marL="180975" indent="0">
              <a:spcAft>
                <a:spcPts val="0"/>
              </a:spcAft>
              <a:buFont typeface="Arial" panose="020B0604020202020204" pitchFamily="34" charset="0"/>
              <a:buNone/>
              <a:defRPr sz="900">
                <a:solidFill>
                  <a:schemeClr val="tx1">
                    <a:lumMod val="100000"/>
                  </a:schemeClr>
                </a:solidFill>
              </a:defRPr>
            </a:lvl4pPr>
            <a:lvl5pPr>
              <a:spcAft>
                <a:spcPts val="0"/>
              </a:spcAft>
              <a:defRPr sz="900">
                <a:solidFill>
                  <a:schemeClr val="tx1">
                    <a:lumMod val="100000"/>
                  </a:schemeClr>
                </a:solidFill>
              </a:defRPr>
            </a:lvl5pPr>
          </a:lstStyle>
          <a:p>
            <a:pPr lvl="0"/>
            <a:r>
              <a:rPr lang="en-US"/>
              <a:t>[Date]</a:t>
            </a:r>
          </a:p>
        </p:txBody>
      </p:sp>
    </p:spTree>
    <p:extLst>
      <p:ext uri="{BB962C8B-B14F-4D97-AF65-F5344CB8AC3E}">
        <p14:creationId xmlns:p14="http://schemas.microsoft.com/office/powerpoint/2010/main" val="33003405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R REFERENCE_Table formatt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B0F7B-EE73-EE05-623B-A8A7F64DBB4A}"/>
              </a:ext>
            </a:extLst>
          </p:cNvPr>
          <p:cNvSpPr>
            <a:spLocks noGrp="1"/>
          </p:cNvSpPr>
          <p:nvPr>
            <p:ph type="title"/>
          </p:nvPr>
        </p:nvSpPr>
        <p:spPr/>
        <p:txBody>
          <a:bodyPr/>
          <a:lstStyle/>
          <a:p>
            <a:r>
              <a:rPr lang="en-US"/>
              <a:t>Click to edit Master title style</a:t>
            </a:r>
            <a:endParaRPr lang="fi-FI"/>
          </a:p>
        </p:txBody>
      </p:sp>
      <p:sp>
        <p:nvSpPr>
          <p:cNvPr id="3" name="Rectangle 2">
            <a:extLst>
              <a:ext uri="{FF2B5EF4-FFF2-40B4-BE49-F238E27FC236}">
                <a16:creationId xmlns:a16="http://schemas.microsoft.com/office/drawing/2014/main" id="{883EC6B9-61FA-5C67-49B6-07118AF22C5D}"/>
              </a:ext>
            </a:extLst>
          </p:cNvPr>
          <p:cNvSpPr>
            <a:spLocks/>
          </p:cNvSpPr>
          <p:nvPr userDrawn="1"/>
        </p:nvSpPr>
        <p:spPr>
          <a:xfrm>
            <a:off x="984000" y="0"/>
            <a:ext cx="10224000" cy="1341440"/>
          </a:xfrm>
          <a:prstGeom prst="rect">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a:r>
              <a:rPr lang="fi-FI" sz="4000">
                <a:solidFill>
                  <a:schemeClr val="bg1"/>
                </a:solidFill>
                <a:latin typeface="+mj-lt"/>
              </a:rPr>
              <a:t>Table formatting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Instructions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DO NOT use this layout on any of the slides, this is for formatting and design reference ONLY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You may go into the slide master, copy the correctly formatted table and use them in your slide</a:t>
            </a:r>
          </a:p>
        </p:txBody>
      </p:sp>
      <p:graphicFrame>
        <p:nvGraphicFramePr>
          <p:cNvPr id="5" name="Table 4">
            <a:extLst>
              <a:ext uri="{FF2B5EF4-FFF2-40B4-BE49-F238E27FC236}">
                <a16:creationId xmlns:a16="http://schemas.microsoft.com/office/drawing/2014/main" id="{DCB45052-5CFD-9EF8-AAD8-AAE4A0760ECA}"/>
              </a:ext>
            </a:extLst>
          </p:cNvPr>
          <p:cNvGraphicFramePr>
            <a:graphicFrameLocks noGrp="1"/>
          </p:cNvGraphicFramePr>
          <p:nvPr userDrawn="1">
            <p:extLst>
              <p:ext uri="{D42A27DB-BD31-4B8C-83A1-F6EECF244321}">
                <p14:modId xmlns:p14="http://schemas.microsoft.com/office/powerpoint/2010/main" val="452499942"/>
              </p:ext>
            </p:extLst>
          </p:nvPr>
        </p:nvGraphicFramePr>
        <p:xfrm>
          <a:off x="4226816" y="3779023"/>
          <a:ext cx="2837168" cy="1342116"/>
        </p:xfrm>
        <a:graphic>
          <a:graphicData uri="http://schemas.openxmlformats.org/drawingml/2006/table">
            <a:tbl>
              <a:tblPr>
                <a:tableStyleId>{5C22544A-7EE6-4342-B048-85BDC9FD1C3A}</a:tableStyleId>
              </a:tblPr>
              <a:tblGrid>
                <a:gridCol w="517442">
                  <a:extLst>
                    <a:ext uri="{9D8B030D-6E8A-4147-A177-3AD203B41FA5}">
                      <a16:colId xmlns:a16="http://schemas.microsoft.com/office/drawing/2014/main" val="3800948967"/>
                    </a:ext>
                  </a:extLst>
                </a:gridCol>
                <a:gridCol w="386621">
                  <a:extLst>
                    <a:ext uri="{9D8B030D-6E8A-4147-A177-3AD203B41FA5}">
                      <a16:colId xmlns:a16="http://schemas.microsoft.com/office/drawing/2014/main" val="3833998129"/>
                    </a:ext>
                  </a:extLst>
                </a:gridCol>
                <a:gridCol w="386621">
                  <a:extLst>
                    <a:ext uri="{9D8B030D-6E8A-4147-A177-3AD203B41FA5}">
                      <a16:colId xmlns:a16="http://schemas.microsoft.com/office/drawing/2014/main" val="3880113062"/>
                    </a:ext>
                  </a:extLst>
                </a:gridCol>
                <a:gridCol w="386621">
                  <a:extLst>
                    <a:ext uri="{9D8B030D-6E8A-4147-A177-3AD203B41FA5}">
                      <a16:colId xmlns:a16="http://schemas.microsoft.com/office/drawing/2014/main" val="2604199122"/>
                    </a:ext>
                  </a:extLst>
                </a:gridCol>
                <a:gridCol w="386621">
                  <a:extLst>
                    <a:ext uri="{9D8B030D-6E8A-4147-A177-3AD203B41FA5}">
                      <a16:colId xmlns:a16="http://schemas.microsoft.com/office/drawing/2014/main" val="1691511191"/>
                    </a:ext>
                  </a:extLst>
                </a:gridCol>
                <a:gridCol w="386621">
                  <a:extLst>
                    <a:ext uri="{9D8B030D-6E8A-4147-A177-3AD203B41FA5}">
                      <a16:colId xmlns:a16="http://schemas.microsoft.com/office/drawing/2014/main" val="364705391"/>
                    </a:ext>
                  </a:extLst>
                </a:gridCol>
                <a:gridCol w="386621">
                  <a:extLst>
                    <a:ext uri="{9D8B030D-6E8A-4147-A177-3AD203B41FA5}">
                      <a16:colId xmlns:a16="http://schemas.microsoft.com/office/drawing/2014/main" val="449685310"/>
                    </a:ext>
                  </a:extLst>
                </a:gridCol>
              </a:tblGrid>
              <a:tr h="170955">
                <a:tc gridSpan="7">
                  <a:txBody>
                    <a:bodyPr/>
                    <a:lstStyle/>
                    <a:p>
                      <a:pPr algn="l" rtl="0" fontAlgn="ctr"/>
                      <a:r>
                        <a:rPr lang="en-GB" sz="800" b="1" u="none" strike="noStrike">
                          <a:solidFill>
                            <a:schemeClr val="bg1"/>
                          </a:solidFill>
                          <a:effectLst/>
                        </a:rPr>
                        <a:t>Example table with two layers of header</a:t>
                      </a:r>
                    </a:p>
                  </a:txBody>
                  <a:tcPr marL="36000" marR="36000" marT="36000" marB="36000" anchor="ctr">
                    <a:lnB w="6350" cap="flat" cmpd="sng" algn="ctr">
                      <a:noFill/>
                      <a:prstDash val="solid"/>
                      <a:round/>
                      <a:headEnd type="none" w="med" len="med"/>
                      <a:tailEnd type="none" w="med" len="med"/>
                    </a:lnB>
                    <a:solidFill>
                      <a:srgbClr val="0C233C"/>
                    </a:solidFill>
                  </a:tcPr>
                </a:tc>
                <a:tc hMerge="1">
                  <a:txBody>
                    <a:bodyPr/>
                    <a:lstStyle/>
                    <a:p>
                      <a:endParaRPr lang="fi-FI"/>
                    </a:p>
                  </a:txBody>
                  <a:tcPr/>
                </a:tc>
                <a:tc hMerge="1">
                  <a:txBody>
                    <a:bodyPr/>
                    <a:lstStyle/>
                    <a:p>
                      <a:endParaRPr lang="fi-FI"/>
                    </a:p>
                  </a:txBody>
                  <a:tcPr/>
                </a:tc>
                <a:tc hMerge="1">
                  <a:txBody>
                    <a:bodyPr/>
                    <a:lstStyle/>
                    <a:p>
                      <a:endParaRPr lang="fi-FI"/>
                    </a:p>
                  </a:txBody>
                  <a:tcPr/>
                </a:tc>
                <a:tc hMerge="1">
                  <a:txBody>
                    <a:bodyPr/>
                    <a:lstStyle/>
                    <a:p>
                      <a:endParaRPr lang="fi-FI"/>
                    </a:p>
                  </a:txBody>
                  <a:tcPr/>
                </a:tc>
                <a:tc hMerge="1">
                  <a:txBody>
                    <a:bodyPr/>
                    <a:lstStyle/>
                    <a:p>
                      <a:endParaRPr lang="fi-FI"/>
                    </a:p>
                  </a:txBody>
                  <a:tcPr/>
                </a:tc>
                <a:tc hMerge="1">
                  <a:txBody>
                    <a:bodyPr/>
                    <a:lstStyle/>
                    <a:p>
                      <a:endParaRPr lang="fi-FI"/>
                    </a:p>
                  </a:txBody>
                  <a:tcPr/>
                </a:tc>
                <a:extLst>
                  <a:ext uri="{0D108BD9-81ED-4DB2-BD59-A6C34878D82A}">
                    <a16:rowId xmlns:a16="http://schemas.microsoft.com/office/drawing/2014/main" val="4070391105"/>
                  </a:ext>
                </a:extLst>
              </a:tr>
              <a:tr h="170955">
                <a:tc>
                  <a:txBody>
                    <a:bodyPr/>
                    <a:lstStyle/>
                    <a:p>
                      <a:pPr algn="l" fontAlgn="ctr"/>
                      <a:r>
                        <a:rPr lang="en-GB" sz="800" b="1" u="none" strike="noStrike">
                          <a:solidFill>
                            <a:srgbClr val="0C233C"/>
                          </a:solidFill>
                          <a:effectLst/>
                        </a:rPr>
                        <a:t> </a:t>
                      </a:r>
                      <a:endParaRPr lang="en-GB" sz="800" b="1" i="0" u="none" strike="noStrike">
                        <a:solidFill>
                          <a:srgbClr val="0C233C"/>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ACEAFF"/>
                    </a:solidFill>
                  </a:tcPr>
                </a:tc>
                <a:tc gridSpan="3">
                  <a:txBody>
                    <a:bodyPr/>
                    <a:lstStyle/>
                    <a:p>
                      <a:pPr algn="ctr" rtl="0" fontAlgn="ctr"/>
                      <a:r>
                        <a:rPr lang="en-GB" sz="800" b="1" u="none" strike="noStrike">
                          <a:solidFill>
                            <a:srgbClr val="0C233C"/>
                          </a:solidFill>
                          <a:effectLst/>
                        </a:rPr>
                        <a:t> First layer header</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ACEAFF"/>
                    </a:solidFill>
                  </a:tcPr>
                </a:tc>
                <a:tc hMerge="1">
                  <a:txBody>
                    <a:bodyPr/>
                    <a:lstStyle/>
                    <a:p>
                      <a:endParaRPr lang="fi-FI"/>
                    </a:p>
                  </a:txBody>
                  <a:tcPr/>
                </a:tc>
                <a:tc hMerge="1">
                  <a:txBody>
                    <a:bodyPr/>
                    <a:lstStyle/>
                    <a:p>
                      <a:endParaRPr lang="fi-FI"/>
                    </a:p>
                  </a:txBody>
                  <a:tcPr/>
                </a:tc>
                <a:tc gridSpan="3">
                  <a:txBody>
                    <a:bodyPr/>
                    <a:lstStyle/>
                    <a:p>
                      <a:pPr algn="ctr" rtl="0" fontAlgn="ctr"/>
                      <a:r>
                        <a:rPr lang="en-GB" sz="800" b="1" u="none" strike="noStrike">
                          <a:solidFill>
                            <a:srgbClr val="0C233C"/>
                          </a:solidFill>
                          <a:effectLst/>
                        </a:rPr>
                        <a:t>  First layer header</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ACEAFF"/>
                    </a:solidFill>
                  </a:tcPr>
                </a:tc>
                <a:tc hMerge="1">
                  <a:txBody>
                    <a:bodyPr/>
                    <a:lstStyle/>
                    <a:p>
                      <a:endParaRPr lang="fi-FI"/>
                    </a:p>
                  </a:txBody>
                  <a:tcPr/>
                </a:tc>
                <a:tc hMerge="1">
                  <a:txBody>
                    <a:bodyPr/>
                    <a:lstStyle/>
                    <a:p>
                      <a:endParaRPr lang="fi-FI"/>
                    </a:p>
                  </a:txBody>
                  <a:tcPr/>
                </a:tc>
                <a:extLst>
                  <a:ext uri="{0D108BD9-81ED-4DB2-BD59-A6C34878D82A}">
                    <a16:rowId xmlns:a16="http://schemas.microsoft.com/office/drawing/2014/main" val="3959784623"/>
                  </a:ext>
                </a:extLst>
              </a:tr>
              <a:tr h="170955">
                <a:tc>
                  <a:txBody>
                    <a:bodyPr/>
                    <a:lstStyle/>
                    <a:p>
                      <a:pPr algn="ctr" rtl="0" fontAlgn="ctr"/>
                      <a:r>
                        <a:rPr lang="en-GB" sz="800" b="1" u="none" strike="noStrike">
                          <a:solidFill>
                            <a:srgbClr val="0C233C"/>
                          </a:solidFill>
                          <a:effectLst/>
                        </a:rPr>
                        <a:t>Item</a:t>
                      </a:r>
                      <a:endParaRPr lang="en-GB" sz="800" b="1" i="0" u="none" strike="noStrike">
                        <a:solidFill>
                          <a:srgbClr val="0C233C"/>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1</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2</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3</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1</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2</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3</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extLst>
                  <a:ext uri="{0D108BD9-81ED-4DB2-BD59-A6C34878D82A}">
                    <a16:rowId xmlns:a16="http://schemas.microsoft.com/office/drawing/2014/main" val="3309129632"/>
                  </a:ext>
                </a:extLst>
              </a:tr>
              <a:tr h="288000">
                <a:tc>
                  <a:txBody>
                    <a:bodyPr/>
                    <a:lstStyle/>
                    <a:p>
                      <a:pPr algn="l" rtl="0" fontAlgn="ctr"/>
                      <a:r>
                        <a:rPr lang="en-GB" sz="800" u="none" strike="noStrike">
                          <a:effectLst/>
                        </a:rPr>
                        <a:t>Item 1</a:t>
                      </a:r>
                      <a:endParaRPr lang="en-GB" sz="800" b="0" i="0" u="none" strike="noStrike" baseline="30000">
                        <a:solidFill>
                          <a:srgbClr val="000000"/>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1438628217"/>
                  </a:ext>
                </a:extLst>
              </a:tr>
              <a:tr h="278436">
                <a:tc>
                  <a:txBody>
                    <a:bodyPr/>
                    <a:lstStyle/>
                    <a:p>
                      <a:pPr algn="l" rtl="0" fontAlgn="ctr"/>
                      <a:r>
                        <a:rPr lang="en-GB" sz="800" u="none" strike="noStrike">
                          <a:effectLst/>
                        </a:rPr>
                        <a:t>Item 2</a:t>
                      </a:r>
                      <a:endParaRPr lang="en-GB" sz="800" b="0" i="0" u="none" strike="noStrike" baseline="30000">
                        <a:solidFill>
                          <a:srgbClr val="000000"/>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extLst>
                  <a:ext uri="{0D108BD9-81ED-4DB2-BD59-A6C34878D82A}">
                    <a16:rowId xmlns:a16="http://schemas.microsoft.com/office/drawing/2014/main" val="4175157744"/>
                  </a:ext>
                </a:extLst>
              </a:tr>
              <a:tr h="170955">
                <a:tc>
                  <a:txBody>
                    <a:bodyPr/>
                    <a:lstStyle/>
                    <a:p>
                      <a:pPr algn="l" fontAlgn="ctr"/>
                      <a:r>
                        <a:rPr lang="en-GB" sz="800" b="1" u="none" strike="noStrike">
                          <a:solidFill>
                            <a:schemeClr val="tx1"/>
                          </a:solidFill>
                          <a:effectLst/>
                        </a:rPr>
                        <a:t>Total</a:t>
                      </a:r>
                      <a:endParaRPr lang="en-GB" sz="800" b="1" i="0" u="none" strike="noStrike">
                        <a:solidFill>
                          <a:schemeClr val="tx1"/>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20 </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40</a:t>
                      </a:r>
                      <a:endParaRPr lang="en-GB" sz="800" b="1" i="0" u="none" strike="noStrike">
                        <a:solidFill>
                          <a:schemeClr val="tx1"/>
                        </a:solidFill>
                        <a:effectLst/>
                        <a:latin typeface="Arial" panose="020B0604020202020204" pitchFamily="34" charset="0"/>
                      </a:endParaRPr>
                    </a:p>
                  </a:txBody>
                  <a:tcPr marL="36000" marR="36000" marT="36000" marB="36000" anchor="ct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60</a:t>
                      </a:r>
                      <a:endParaRPr lang="en-GB" sz="800" b="1" i="0" u="none" strike="noStrike">
                        <a:solidFill>
                          <a:schemeClr val="tx1"/>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20</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40</a:t>
                      </a:r>
                      <a:endParaRPr lang="en-GB" sz="800" b="1" i="0" u="none" strike="noStrike">
                        <a:solidFill>
                          <a:schemeClr val="tx1"/>
                        </a:solidFill>
                        <a:effectLst/>
                        <a:latin typeface="Arial" panose="020B0604020202020204" pitchFamily="34" charset="0"/>
                      </a:endParaRPr>
                    </a:p>
                  </a:txBody>
                  <a:tcPr marL="36000" marR="36000" marT="36000" marB="36000" anchor="ct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60</a:t>
                      </a:r>
                      <a:endParaRPr lang="en-GB" sz="800" b="1" i="0" u="none" strike="noStrike">
                        <a:solidFill>
                          <a:schemeClr val="tx1"/>
                        </a:solidFill>
                        <a:effectLst/>
                        <a:latin typeface="Arial" panose="020B0604020202020204" pitchFamily="34" charset="0"/>
                      </a:endParaRPr>
                    </a:p>
                  </a:txBody>
                  <a:tcPr marL="36000" marR="36000" marT="36000" marB="36000" anchor="ctr">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extLst>
                  <a:ext uri="{0D108BD9-81ED-4DB2-BD59-A6C34878D82A}">
                    <a16:rowId xmlns:a16="http://schemas.microsoft.com/office/drawing/2014/main" val="1440300035"/>
                  </a:ext>
                </a:extLst>
              </a:tr>
            </a:tbl>
          </a:graphicData>
        </a:graphic>
      </p:graphicFrame>
      <p:sp>
        <p:nvSpPr>
          <p:cNvPr id="6" name="Rectangle 5">
            <a:extLst>
              <a:ext uri="{FF2B5EF4-FFF2-40B4-BE49-F238E27FC236}">
                <a16:creationId xmlns:a16="http://schemas.microsoft.com/office/drawing/2014/main" id="{E4929B59-1CBE-77F9-D4F8-370A8E0B4D5C}"/>
              </a:ext>
            </a:extLst>
          </p:cNvPr>
          <p:cNvSpPr>
            <a:spLocks/>
          </p:cNvSpPr>
          <p:nvPr userDrawn="1"/>
        </p:nvSpPr>
        <p:spPr>
          <a:xfrm>
            <a:off x="985338" y="1341440"/>
            <a:ext cx="10224000" cy="981462"/>
          </a:xfrm>
          <a:prstGeom prst="rect">
            <a:avLst/>
          </a:prstGeom>
          <a:noFill/>
          <a:ln>
            <a:noFill/>
          </a:ln>
          <a:extLst>
            <a:ext uri="{909E8E84-426E-40DD-AFC4-6F175D3DCCD1}">
              <a14:hiddenFill xmlns:a14="http://schemas.microsoft.com/office/drawing/2010/main">
                <a:solidFill>
                  <a:schemeClr val="accent6">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6">
                    <a:lumMod val="100000"/>
                  </a:schemeClr>
                </a:solidFill>
                <a:effectLst/>
                <a:uLnTx/>
                <a:uFillTx/>
                <a:latin typeface="Arial"/>
                <a:ea typeface="+mn-ea"/>
                <a:cs typeface="+mn-cs"/>
              </a:rPr>
              <a:t>General rules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Text box margin: 0.1cm on all sides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Font size: 8</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Table title format: Dark Blue (RGB: 12, 35, 60) fill; White bolded text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Table header format: Light Blue (RGB:  172, 234, 255) fill; Dark Blue bolded text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Table content format: Transparent fill; Black text</a:t>
            </a:r>
          </a:p>
        </p:txBody>
      </p:sp>
      <p:graphicFrame>
        <p:nvGraphicFramePr>
          <p:cNvPr id="7" name="Table 6">
            <a:extLst>
              <a:ext uri="{FF2B5EF4-FFF2-40B4-BE49-F238E27FC236}">
                <a16:creationId xmlns:a16="http://schemas.microsoft.com/office/drawing/2014/main" id="{4B819AFE-C6AB-F422-8F38-6C11D5210FB6}"/>
              </a:ext>
            </a:extLst>
          </p:cNvPr>
          <p:cNvGraphicFramePr>
            <a:graphicFrameLocks noGrp="1"/>
          </p:cNvGraphicFramePr>
          <p:nvPr userDrawn="1">
            <p:extLst>
              <p:ext uri="{D42A27DB-BD31-4B8C-83A1-F6EECF244321}">
                <p14:modId xmlns:p14="http://schemas.microsoft.com/office/powerpoint/2010/main" val="2349087589"/>
              </p:ext>
            </p:extLst>
          </p:nvPr>
        </p:nvGraphicFramePr>
        <p:xfrm>
          <a:off x="8579127" y="1832171"/>
          <a:ext cx="2638595" cy="2346893"/>
        </p:xfrm>
        <a:graphic>
          <a:graphicData uri="http://schemas.openxmlformats.org/drawingml/2006/table">
            <a:tbl>
              <a:tblPr>
                <a:tableStyleId>{5C22544A-7EE6-4342-B048-85BDC9FD1C3A}</a:tableStyleId>
              </a:tblPr>
              <a:tblGrid>
                <a:gridCol w="598170">
                  <a:extLst>
                    <a:ext uri="{9D8B030D-6E8A-4147-A177-3AD203B41FA5}">
                      <a16:colId xmlns:a16="http://schemas.microsoft.com/office/drawing/2014/main" val="2042155792"/>
                    </a:ext>
                  </a:extLst>
                </a:gridCol>
                <a:gridCol w="554875">
                  <a:extLst>
                    <a:ext uri="{9D8B030D-6E8A-4147-A177-3AD203B41FA5}">
                      <a16:colId xmlns:a16="http://schemas.microsoft.com/office/drawing/2014/main" val="2001324490"/>
                    </a:ext>
                  </a:extLst>
                </a:gridCol>
                <a:gridCol w="596402">
                  <a:extLst>
                    <a:ext uri="{9D8B030D-6E8A-4147-A177-3AD203B41FA5}">
                      <a16:colId xmlns:a16="http://schemas.microsoft.com/office/drawing/2014/main" val="4192175078"/>
                    </a:ext>
                  </a:extLst>
                </a:gridCol>
                <a:gridCol w="444574">
                  <a:extLst>
                    <a:ext uri="{9D8B030D-6E8A-4147-A177-3AD203B41FA5}">
                      <a16:colId xmlns:a16="http://schemas.microsoft.com/office/drawing/2014/main" val="90391585"/>
                    </a:ext>
                  </a:extLst>
                </a:gridCol>
                <a:gridCol w="444574">
                  <a:extLst>
                    <a:ext uri="{9D8B030D-6E8A-4147-A177-3AD203B41FA5}">
                      <a16:colId xmlns:a16="http://schemas.microsoft.com/office/drawing/2014/main" val="357565647"/>
                    </a:ext>
                  </a:extLst>
                </a:gridCol>
              </a:tblGrid>
              <a:tr h="266093">
                <a:tc gridSpan="5">
                  <a:txBody>
                    <a:bodyPr/>
                    <a:lstStyle/>
                    <a:p>
                      <a:pPr algn="l" fontAlgn="b"/>
                      <a:r>
                        <a:rPr lang="en-GB" sz="800" b="1" i="0" u="none" strike="noStrike">
                          <a:solidFill>
                            <a:schemeClr val="bg1">
                              <a:lumMod val="100000"/>
                            </a:schemeClr>
                          </a:solidFill>
                          <a:effectLst/>
                          <a:latin typeface="+mn-lt"/>
                        </a:rPr>
                        <a:t>Table with multiple category of data</a:t>
                      </a:r>
                    </a:p>
                  </a:txBody>
                  <a:tcPr marL="36000" marR="36000" marT="36000" marB="36000" anchor="ctr">
                    <a:lnB w="6350" cap="flat" cmpd="sng" algn="ctr">
                      <a:solidFill>
                        <a:srgbClr val="0C233C"/>
                      </a:solidFill>
                      <a:prstDash val="solid"/>
                      <a:round/>
                      <a:headEnd type="none" w="med" len="med"/>
                      <a:tailEnd type="none" w="med" len="med"/>
                    </a:lnB>
                    <a:solidFill>
                      <a:srgbClr val="0C233C"/>
                    </a:solidFill>
                  </a:tcPr>
                </a:tc>
                <a:tc hMerge="1">
                  <a:txBody>
                    <a:bodyPr/>
                    <a:lstStyle/>
                    <a:p>
                      <a:endParaRPr lang="fi-FI"/>
                    </a:p>
                  </a:txBody>
                  <a:tcPr/>
                </a:tc>
                <a:tc hMerge="1">
                  <a:txBody>
                    <a:bodyPr/>
                    <a:lstStyle/>
                    <a:p>
                      <a:pPr algn="ctr" fontAlgn="b"/>
                      <a:endParaRPr lang="en-GB" sz="800" b="1" i="0" u="none" strike="noStrike">
                        <a:solidFill>
                          <a:schemeClr val="accent3">
                            <a:lumMod val="100000"/>
                          </a:schemeClr>
                        </a:solidFill>
                        <a:effectLst/>
                        <a:latin typeface="+mn-lt"/>
                      </a:endParaRPr>
                    </a:p>
                  </a:txBody>
                  <a:tcPr marL="18000" marR="18000" marT="18000" marB="18000" anchor="ctr">
                    <a:solidFill>
                      <a:srgbClr val="ACEAFF"/>
                    </a:solidFill>
                  </a:tcPr>
                </a:tc>
                <a:tc hMerge="1">
                  <a:txBody>
                    <a:bodyPr/>
                    <a:lstStyle/>
                    <a:p>
                      <a:pPr algn="ctr" fontAlgn="b"/>
                      <a:endParaRPr lang="en-GB" sz="800" b="1" i="0" u="none" strike="noStrike">
                        <a:solidFill>
                          <a:schemeClr val="accent3">
                            <a:lumMod val="100000"/>
                          </a:schemeClr>
                        </a:solidFill>
                        <a:effectLst/>
                        <a:latin typeface="+mn-lt"/>
                      </a:endParaRPr>
                    </a:p>
                  </a:txBody>
                  <a:tcPr marL="18000" marR="18000" marT="18000" marB="18000" anchor="ctr">
                    <a:solidFill>
                      <a:srgbClr val="ACEAFF"/>
                    </a:solidFill>
                  </a:tcPr>
                </a:tc>
                <a:tc hMerge="1">
                  <a:txBody>
                    <a:bodyPr/>
                    <a:lstStyle/>
                    <a:p>
                      <a:pPr algn="ctr" fontAlgn="b"/>
                      <a:endParaRPr lang="en-GB" sz="800" b="1" i="0" u="none" strike="noStrike">
                        <a:solidFill>
                          <a:schemeClr val="accent3">
                            <a:lumMod val="100000"/>
                          </a:schemeClr>
                        </a:solidFill>
                        <a:effectLst/>
                        <a:latin typeface="+mn-lt"/>
                      </a:endParaRPr>
                    </a:p>
                  </a:txBody>
                  <a:tcPr marL="18000" marR="18000" marT="18000" marB="18000" anchor="ctr">
                    <a:solidFill>
                      <a:srgbClr val="ACEAFF"/>
                    </a:solidFill>
                  </a:tcPr>
                </a:tc>
                <a:extLst>
                  <a:ext uri="{0D108BD9-81ED-4DB2-BD59-A6C34878D82A}">
                    <a16:rowId xmlns:a16="http://schemas.microsoft.com/office/drawing/2014/main" val="3992539094"/>
                  </a:ext>
                </a:extLst>
              </a:tr>
              <a:tr h="401760">
                <a:tc gridSpan="2">
                  <a:txBody>
                    <a:bodyPr/>
                    <a:lstStyle/>
                    <a:p>
                      <a:pPr algn="ctr" fontAlgn="b"/>
                      <a:r>
                        <a:rPr lang="en-GB" sz="800" b="1" u="none" strike="noStrike">
                          <a:solidFill>
                            <a:schemeClr val="accent3">
                              <a:lumMod val="100000"/>
                            </a:schemeClr>
                          </a:solidFill>
                          <a:effectLst/>
                          <a:latin typeface="+mn-lt"/>
                        </a:rPr>
                        <a:t>Data type</a:t>
                      </a:r>
                      <a:endParaRPr lang="en-GB" sz="800" b="1" i="0" u="none" strike="noStrike">
                        <a:solidFill>
                          <a:schemeClr val="accent3">
                            <a:lumMod val="100000"/>
                          </a:schemeClr>
                        </a:solidFill>
                        <a:effectLst/>
                        <a:latin typeface="+mn-lt"/>
                      </a:endParaRPr>
                    </a:p>
                  </a:txBody>
                  <a:tcPr marL="36000" marR="36000" marT="36000" marB="36000" anchor="ctr">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hMerge="1">
                  <a:txBody>
                    <a:bodyPr/>
                    <a:lstStyle/>
                    <a:p>
                      <a:endParaRPr lang="fi-FI"/>
                    </a:p>
                  </a:txBody>
                  <a:tcPr/>
                </a:tc>
                <a:tc>
                  <a:txBody>
                    <a:bodyPr/>
                    <a:lstStyle/>
                    <a:p>
                      <a:pPr algn="ctr" fontAlgn="b"/>
                      <a:r>
                        <a:rPr lang="en-GB" sz="800" b="1" u="none" strike="noStrike">
                          <a:solidFill>
                            <a:schemeClr val="accent3">
                              <a:lumMod val="100000"/>
                            </a:schemeClr>
                          </a:solidFill>
                          <a:effectLst/>
                          <a:latin typeface="+mn-lt"/>
                        </a:rPr>
                        <a:t>KPI 1</a:t>
                      </a:r>
                      <a:endParaRPr lang="en-GB" sz="800" b="1" i="0" u="none" strike="noStrike">
                        <a:solidFill>
                          <a:schemeClr val="accent3">
                            <a:lumMod val="100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fontAlgn="b"/>
                      <a:r>
                        <a:rPr lang="en-GB" sz="800" b="1" u="none" strike="noStrike">
                          <a:solidFill>
                            <a:schemeClr val="accent3">
                              <a:lumMod val="100000"/>
                            </a:schemeClr>
                          </a:solidFill>
                          <a:effectLst/>
                          <a:latin typeface="+mn-lt"/>
                        </a:rPr>
                        <a:t>KPI 2</a:t>
                      </a:r>
                      <a:endParaRPr lang="en-GB" sz="800" b="1" i="0" u="none" strike="noStrike">
                        <a:solidFill>
                          <a:schemeClr val="accent3">
                            <a:lumMod val="100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fontAlgn="b"/>
                      <a:r>
                        <a:rPr lang="en-GB" sz="800" b="1" u="none" strike="noStrike">
                          <a:solidFill>
                            <a:schemeClr val="accent3">
                              <a:lumMod val="100000"/>
                            </a:schemeClr>
                          </a:solidFill>
                          <a:effectLst/>
                          <a:latin typeface="+mn-lt"/>
                        </a:rPr>
                        <a:t>KPI 3</a:t>
                      </a:r>
                      <a:endParaRPr lang="en-GB" sz="800" b="1" i="0" u="none" strike="noStrike">
                        <a:solidFill>
                          <a:schemeClr val="accent3">
                            <a:lumMod val="100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extLst>
                  <a:ext uri="{0D108BD9-81ED-4DB2-BD59-A6C34878D82A}">
                    <a16:rowId xmlns:a16="http://schemas.microsoft.com/office/drawing/2014/main" val="1975260463"/>
                  </a:ext>
                </a:extLst>
              </a:tr>
              <a:tr h="279840">
                <a:tc rowSpan="3">
                  <a:txBody>
                    <a:bodyPr/>
                    <a:lstStyle/>
                    <a:p>
                      <a:pPr algn="l" fontAlgn="b"/>
                      <a:r>
                        <a:rPr lang="en-GB" sz="800" b="0" i="0" u="none" strike="noStrike">
                          <a:solidFill>
                            <a:schemeClr val="tx1">
                              <a:lumMod val="100000"/>
                            </a:schemeClr>
                          </a:solidFill>
                          <a:effectLst/>
                          <a:latin typeface="+mn-lt"/>
                        </a:rPr>
                        <a:t>Level 1</a:t>
                      </a:r>
                    </a:p>
                  </a:txBody>
                  <a:tcPr marL="36000" marR="36000" marT="36000" marB="36000" anchor="ctr">
                    <a:lnR w="6350" cap="flat" cmpd="sng" algn="ctr">
                      <a:solidFill>
                        <a:schemeClr val="tx1"/>
                      </a:solidFill>
                      <a:prstDash val="solid"/>
                      <a:round/>
                      <a:headEnd type="none" w="med" len="med"/>
                      <a:tailEnd type="none" w="med" len="med"/>
                    </a:lnR>
                    <a:lnT w="6350" cap="flat" cmpd="sng" algn="ctr">
                      <a:solidFill>
                        <a:srgbClr val="0C233C"/>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b"/>
                      <a:r>
                        <a:rPr lang="en-GB" sz="800" u="none" strike="noStrike">
                          <a:solidFill>
                            <a:schemeClr val="tx1">
                              <a:lumMod val="100000"/>
                            </a:schemeClr>
                          </a:solidFill>
                          <a:effectLst/>
                          <a:latin typeface="+mn-lt"/>
                        </a:rPr>
                        <a:t>Level 1.1</a:t>
                      </a:r>
                      <a:endParaRPr lang="en-GB" sz="800" b="0" i="0" u="none" strike="noStrike">
                        <a:solidFill>
                          <a:schemeClr val="tx1">
                            <a:lumMod val="100000"/>
                          </a:schemeClr>
                        </a:solidFill>
                        <a:effectLst/>
                        <a:latin typeface="+mn-lt"/>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0755725"/>
                  </a:ext>
                </a:extLst>
              </a:tr>
              <a:tr h="279840">
                <a:tc vMerge="1">
                  <a:txBody>
                    <a:bodyPr/>
                    <a:lstStyle/>
                    <a:p>
                      <a:pPr algn="l" fontAlgn="b"/>
                      <a:endParaRPr lang="en-US" sz="900" b="0" i="0" u="none" strike="noStrike">
                        <a:solidFill>
                          <a:schemeClr val="tx1">
                            <a:lumMod val="100000"/>
                          </a:schemeClr>
                        </a:solidFill>
                        <a:effectLst/>
                        <a:latin typeface="+mn-lt"/>
                      </a:endParaRPr>
                    </a:p>
                  </a:txBody>
                  <a:tcPr marL="18000" marR="18000" marT="18000" marB="18000" anchor="ctr"/>
                </a:tc>
                <a:tc>
                  <a:txBody>
                    <a:bodyPr/>
                    <a:lstStyle/>
                    <a:p>
                      <a:pPr algn="ctr" fontAlgn="b"/>
                      <a:r>
                        <a:rPr lang="en-GB" sz="800" u="none" strike="noStrike">
                          <a:solidFill>
                            <a:schemeClr val="tx1">
                              <a:lumMod val="100000"/>
                            </a:schemeClr>
                          </a:solidFill>
                          <a:effectLst/>
                          <a:latin typeface="+mn-lt"/>
                        </a:rPr>
                        <a:t>Level 1,2</a:t>
                      </a:r>
                      <a:endParaRPr lang="en-GB" sz="800" b="0" i="0" u="none" strike="noStrike">
                        <a:solidFill>
                          <a:schemeClr val="tx1">
                            <a:lumMod val="100000"/>
                          </a:schemeClr>
                        </a:solidFill>
                        <a:effectLst/>
                        <a:latin typeface="+mn-lt"/>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428712"/>
                  </a:ext>
                </a:extLst>
              </a:tr>
              <a:tr h="279840">
                <a:tc vMerge="1">
                  <a:txBody>
                    <a:bodyPr/>
                    <a:lstStyle/>
                    <a:p>
                      <a:pPr algn="l" fontAlgn="b"/>
                      <a:endParaRPr lang="en-US" sz="800" b="0" i="0" u="none" strike="noStrike">
                        <a:solidFill>
                          <a:schemeClr val="tx1">
                            <a:lumMod val="100000"/>
                          </a:schemeClr>
                        </a:solidFill>
                        <a:effectLst/>
                        <a:latin typeface="+mn-lt"/>
                      </a:endParaRPr>
                    </a:p>
                  </a:txBody>
                  <a:tcPr marL="36000" marR="18000" marT="18000" marB="1800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r>
                        <a:rPr lang="en-GB" sz="800" b="1" i="0" u="none" strike="noStrike">
                          <a:solidFill>
                            <a:schemeClr val="tx1">
                              <a:lumMod val="100000"/>
                            </a:schemeClr>
                          </a:solidFill>
                          <a:effectLst/>
                          <a:latin typeface="+mn-lt"/>
                        </a:rPr>
                        <a:t>Subtotal</a:t>
                      </a:r>
                    </a:p>
                  </a:txBody>
                  <a:tcPr marL="36000" marR="36000" marT="36000" marB="36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20 </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40</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60</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extLst>
                  <a:ext uri="{0D108BD9-81ED-4DB2-BD59-A6C34878D82A}">
                    <a16:rowId xmlns:a16="http://schemas.microsoft.com/office/drawing/2014/main" val="1389512540"/>
                  </a:ext>
                </a:extLst>
              </a:tr>
              <a:tr h="279840">
                <a:tc rowSpan="3">
                  <a:txBody>
                    <a:bodyPr/>
                    <a:lstStyle/>
                    <a:p>
                      <a:pPr algn="l" fontAlgn="b"/>
                      <a:r>
                        <a:rPr lang="en-GB" sz="800" u="none" strike="noStrike">
                          <a:solidFill>
                            <a:schemeClr val="tx1">
                              <a:lumMod val="100000"/>
                            </a:schemeClr>
                          </a:solidFill>
                          <a:effectLst/>
                          <a:latin typeface="+mn-lt"/>
                        </a:rPr>
                        <a:t>Level 2</a:t>
                      </a:r>
                      <a:endParaRPr lang="en-GB" sz="800" b="0" i="0" u="none" strike="noStrike">
                        <a:solidFill>
                          <a:schemeClr val="tx1">
                            <a:lumMod val="100000"/>
                          </a:schemeClr>
                        </a:solidFill>
                        <a:effectLst/>
                        <a:latin typeface="+mn-lt"/>
                      </a:endParaRPr>
                    </a:p>
                  </a:txBody>
                  <a:tcPr marL="36000" marR="36000" marT="36000" marB="36000" anchor="ctr">
                    <a:lnR w="6350" cap="flat" cmpd="sng" algn="ctr">
                      <a:solidFill>
                        <a:schemeClr val="tx1"/>
                      </a:solidFill>
                      <a:prstDash val="solid"/>
                      <a:round/>
                      <a:headEnd type="none" w="med" len="med"/>
                      <a:tailEnd type="none" w="med" len="med"/>
                    </a:lnR>
                    <a:lnT w="12700" cap="flat" cmpd="sng" algn="ctr">
                      <a:solidFill>
                        <a:srgbClr val="0C233C"/>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b"/>
                      <a:r>
                        <a:rPr lang="en-GB" sz="800" u="none" strike="noStrike">
                          <a:solidFill>
                            <a:schemeClr val="tx1">
                              <a:lumMod val="100000"/>
                            </a:schemeClr>
                          </a:solidFill>
                          <a:effectLst/>
                          <a:latin typeface="+mn-lt"/>
                        </a:rPr>
                        <a:t>Level 2.1</a:t>
                      </a:r>
                      <a:endParaRPr lang="en-GB" sz="800" b="0" i="0" u="none" strike="noStrike">
                        <a:solidFill>
                          <a:schemeClr val="tx1">
                            <a:lumMod val="100000"/>
                          </a:schemeClr>
                        </a:solidFill>
                        <a:effectLst/>
                        <a:latin typeface="+mn-lt"/>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6044148"/>
                  </a:ext>
                </a:extLst>
              </a:tr>
              <a:tr h="279840">
                <a:tc vMerge="1">
                  <a:txBody>
                    <a:bodyPr/>
                    <a:lstStyle/>
                    <a:p>
                      <a:pPr algn="l" fontAlgn="b"/>
                      <a:endParaRPr lang="en-US" sz="900" b="0" i="0" u="none" strike="noStrike">
                        <a:solidFill>
                          <a:schemeClr val="tx1">
                            <a:lumMod val="100000"/>
                          </a:schemeClr>
                        </a:solidFill>
                        <a:effectLst/>
                        <a:latin typeface="+mn-lt"/>
                      </a:endParaRPr>
                    </a:p>
                  </a:txBody>
                  <a:tcPr marL="18000" marR="18000" marT="18000" marB="18000" anchor="ctr"/>
                </a:tc>
                <a:tc>
                  <a:txBody>
                    <a:bodyPr/>
                    <a:lstStyle/>
                    <a:p>
                      <a:pPr algn="ctr" fontAlgn="b"/>
                      <a:r>
                        <a:rPr lang="en-GB" sz="800" u="none" strike="noStrike">
                          <a:solidFill>
                            <a:schemeClr val="tx1">
                              <a:lumMod val="100000"/>
                            </a:schemeClr>
                          </a:solidFill>
                          <a:effectLst/>
                          <a:latin typeface="+mn-lt"/>
                        </a:rPr>
                        <a:t>Level 2.2</a:t>
                      </a:r>
                      <a:endParaRPr lang="en-GB" sz="800" b="0" i="0" u="none" strike="noStrike">
                        <a:solidFill>
                          <a:schemeClr val="tx1">
                            <a:lumMod val="100000"/>
                          </a:schemeClr>
                        </a:solidFill>
                        <a:effectLst/>
                        <a:latin typeface="+mn-lt"/>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5452236"/>
                  </a:ext>
                </a:extLst>
              </a:tr>
              <a:tr h="279840">
                <a:tc vMerge="1">
                  <a:txBody>
                    <a:bodyPr/>
                    <a:lstStyle/>
                    <a:p>
                      <a:pPr algn="l" fontAlgn="b"/>
                      <a:endParaRPr lang="en-US" sz="800" b="0" i="0" u="none" strike="noStrike">
                        <a:solidFill>
                          <a:schemeClr val="tx1">
                            <a:lumMod val="100000"/>
                          </a:schemeClr>
                        </a:solidFill>
                        <a:effectLst/>
                        <a:latin typeface="+mn-lt"/>
                      </a:endParaRPr>
                    </a:p>
                  </a:txBody>
                  <a:tcPr marL="36000" marR="18000" marT="18000" marB="1800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fontAlgn="b"/>
                      <a:r>
                        <a:rPr lang="en-GB" sz="800" b="1" i="0" u="none" strike="noStrike">
                          <a:solidFill>
                            <a:schemeClr val="tx1">
                              <a:lumMod val="100000"/>
                            </a:schemeClr>
                          </a:solidFill>
                          <a:effectLst/>
                          <a:latin typeface="+mn-lt"/>
                        </a:rPr>
                        <a:t>Subtotal</a:t>
                      </a:r>
                    </a:p>
                  </a:txBody>
                  <a:tcPr marL="36000" marR="36000" marT="36000" marB="36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20 </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40</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60</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extLst>
                  <a:ext uri="{0D108BD9-81ED-4DB2-BD59-A6C34878D82A}">
                    <a16:rowId xmlns:a16="http://schemas.microsoft.com/office/drawing/2014/main" val="4083285293"/>
                  </a:ext>
                </a:extLst>
              </a:tr>
            </a:tbl>
          </a:graphicData>
        </a:graphic>
      </p:graphicFrame>
      <p:graphicFrame>
        <p:nvGraphicFramePr>
          <p:cNvPr id="8" name="Table 7">
            <a:extLst>
              <a:ext uri="{FF2B5EF4-FFF2-40B4-BE49-F238E27FC236}">
                <a16:creationId xmlns:a16="http://schemas.microsoft.com/office/drawing/2014/main" id="{4A24D1B9-32B9-DBDA-EECC-8802DDE6C5CE}"/>
              </a:ext>
            </a:extLst>
          </p:cNvPr>
          <p:cNvGraphicFramePr>
            <a:graphicFrameLocks noGrp="1"/>
          </p:cNvGraphicFramePr>
          <p:nvPr userDrawn="1">
            <p:extLst>
              <p:ext uri="{D42A27DB-BD31-4B8C-83A1-F6EECF244321}">
                <p14:modId xmlns:p14="http://schemas.microsoft.com/office/powerpoint/2010/main" val="473871620"/>
              </p:ext>
            </p:extLst>
          </p:nvPr>
        </p:nvGraphicFramePr>
        <p:xfrm>
          <a:off x="4226816" y="2344194"/>
          <a:ext cx="1677305" cy="1148196"/>
        </p:xfrm>
        <a:graphic>
          <a:graphicData uri="http://schemas.openxmlformats.org/drawingml/2006/table">
            <a:tbl>
              <a:tblPr>
                <a:tableStyleId>{5C22544A-7EE6-4342-B048-85BDC9FD1C3A}</a:tableStyleId>
              </a:tblPr>
              <a:tblGrid>
                <a:gridCol w="517442">
                  <a:extLst>
                    <a:ext uri="{9D8B030D-6E8A-4147-A177-3AD203B41FA5}">
                      <a16:colId xmlns:a16="http://schemas.microsoft.com/office/drawing/2014/main" val="3800948967"/>
                    </a:ext>
                  </a:extLst>
                </a:gridCol>
                <a:gridCol w="386621">
                  <a:extLst>
                    <a:ext uri="{9D8B030D-6E8A-4147-A177-3AD203B41FA5}">
                      <a16:colId xmlns:a16="http://schemas.microsoft.com/office/drawing/2014/main" val="1691511191"/>
                    </a:ext>
                  </a:extLst>
                </a:gridCol>
                <a:gridCol w="386621">
                  <a:extLst>
                    <a:ext uri="{9D8B030D-6E8A-4147-A177-3AD203B41FA5}">
                      <a16:colId xmlns:a16="http://schemas.microsoft.com/office/drawing/2014/main" val="364705391"/>
                    </a:ext>
                  </a:extLst>
                </a:gridCol>
                <a:gridCol w="386621">
                  <a:extLst>
                    <a:ext uri="{9D8B030D-6E8A-4147-A177-3AD203B41FA5}">
                      <a16:colId xmlns:a16="http://schemas.microsoft.com/office/drawing/2014/main" val="449685310"/>
                    </a:ext>
                  </a:extLst>
                </a:gridCol>
              </a:tblGrid>
              <a:tr h="170955">
                <a:tc gridSpan="4">
                  <a:txBody>
                    <a:bodyPr/>
                    <a:lstStyle/>
                    <a:p>
                      <a:pPr algn="l" rtl="0" fontAlgn="ctr"/>
                      <a:r>
                        <a:rPr lang="en-GB" sz="800" b="1" u="none" strike="noStrike">
                          <a:solidFill>
                            <a:schemeClr val="bg1"/>
                          </a:solidFill>
                          <a:effectLst/>
                        </a:rPr>
                        <a:t>A simple table</a:t>
                      </a:r>
                    </a:p>
                  </a:txBody>
                  <a:tcPr marL="36000" marR="36000" marT="36000" marB="36000" anchor="ctr">
                    <a:lnB w="6350" cap="flat" cmpd="sng" algn="ctr">
                      <a:noFill/>
                      <a:prstDash val="solid"/>
                      <a:round/>
                      <a:headEnd type="none" w="med" len="med"/>
                      <a:tailEnd type="none" w="med" len="med"/>
                    </a:lnB>
                    <a:solidFill>
                      <a:srgbClr val="0C233C"/>
                    </a:solidFill>
                  </a:tcPr>
                </a:tc>
                <a:tc hMerge="1">
                  <a:txBody>
                    <a:bodyPr/>
                    <a:lstStyle/>
                    <a:p>
                      <a:endParaRPr lang="fi-FI"/>
                    </a:p>
                  </a:txBody>
                  <a:tcPr/>
                </a:tc>
                <a:tc hMerge="1">
                  <a:txBody>
                    <a:bodyPr/>
                    <a:lstStyle/>
                    <a:p>
                      <a:endParaRPr lang="fi-FI"/>
                    </a:p>
                  </a:txBody>
                  <a:tcPr/>
                </a:tc>
                <a:tc hMerge="1">
                  <a:txBody>
                    <a:bodyPr/>
                    <a:lstStyle/>
                    <a:p>
                      <a:endParaRPr lang="fi-FI"/>
                    </a:p>
                  </a:txBody>
                  <a:tcPr/>
                </a:tc>
                <a:extLst>
                  <a:ext uri="{0D108BD9-81ED-4DB2-BD59-A6C34878D82A}">
                    <a16:rowId xmlns:a16="http://schemas.microsoft.com/office/drawing/2014/main" val="4070391105"/>
                  </a:ext>
                </a:extLst>
              </a:tr>
              <a:tr h="170955">
                <a:tc>
                  <a:txBody>
                    <a:bodyPr/>
                    <a:lstStyle/>
                    <a:p>
                      <a:pPr algn="ctr" rtl="0" fontAlgn="ctr"/>
                      <a:r>
                        <a:rPr lang="en-GB" sz="800" b="1" u="none" strike="noStrike">
                          <a:solidFill>
                            <a:srgbClr val="0C233C"/>
                          </a:solidFill>
                          <a:effectLst/>
                        </a:rPr>
                        <a:t>Item</a:t>
                      </a:r>
                      <a:endParaRPr lang="en-GB" sz="800" b="1" i="0" u="none" strike="noStrike">
                        <a:solidFill>
                          <a:srgbClr val="0C233C"/>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1</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2</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3</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extLst>
                  <a:ext uri="{0D108BD9-81ED-4DB2-BD59-A6C34878D82A}">
                    <a16:rowId xmlns:a16="http://schemas.microsoft.com/office/drawing/2014/main" val="3309129632"/>
                  </a:ext>
                </a:extLst>
              </a:tr>
              <a:tr h="288000">
                <a:tc>
                  <a:txBody>
                    <a:bodyPr/>
                    <a:lstStyle/>
                    <a:p>
                      <a:pPr algn="l" rtl="0" fontAlgn="ctr"/>
                      <a:r>
                        <a:rPr lang="en-GB" sz="800" u="none" strike="noStrike">
                          <a:effectLst/>
                        </a:rPr>
                        <a:t>Item 1</a:t>
                      </a:r>
                      <a:endParaRPr lang="en-GB" sz="800" b="0" i="0" u="none" strike="noStrike" baseline="30000">
                        <a:solidFill>
                          <a:srgbClr val="000000"/>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1438628217"/>
                  </a:ext>
                </a:extLst>
              </a:tr>
              <a:tr h="278436">
                <a:tc>
                  <a:txBody>
                    <a:bodyPr/>
                    <a:lstStyle/>
                    <a:p>
                      <a:pPr algn="l" rtl="0" fontAlgn="ctr"/>
                      <a:r>
                        <a:rPr lang="en-GB" sz="800" u="none" strike="noStrike">
                          <a:effectLst/>
                        </a:rPr>
                        <a:t>Item 2</a:t>
                      </a:r>
                      <a:endParaRPr lang="en-GB" sz="800" b="0" i="0" u="none" strike="noStrike" baseline="30000">
                        <a:solidFill>
                          <a:srgbClr val="000000"/>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extLst>
                  <a:ext uri="{0D108BD9-81ED-4DB2-BD59-A6C34878D82A}">
                    <a16:rowId xmlns:a16="http://schemas.microsoft.com/office/drawing/2014/main" val="4175157744"/>
                  </a:ext>
                </a:extLst>
              </a:tr>
              <a:tr h="170955">
                <a:tc>
                  <a:txBody>
                    <a:bodyPr/>
                    <a:lstStyle/>
                    <a:p>
                      <a:pPr algn="l" fontAlgn="ctr"/>
                      <a:r>
                        <a:rPr lang="en-GB" sz="800" b="1" u="none" strike="noStrike">
                          <a:solidFill>
                            <a:schemeClr val="tx1"/>
                          </a:solidFill>
                          <a:effectLst/>
                        </a:rPr>
                        <a:t>Total</a:t>
                      </a:r>
                      <a:endParaRPr lang="en-GB" sz="800" b="1" i="0" u="none" strike="noStrike">
                        <a:solidFill>
                          <a:schemeClr val="tx1"/>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20</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40</a:t>
                      </a:r>
                      <a:endParaRPr lang="en-GB" sz="800" b="1" i="0" u="none" strike="noStrike">
                        <a:solidFill>
                          <a:schemeClr val="tx1"/>
                        </a:solidFill>
                        <a:effectLst/>
                        <a:latin typeface="Arial" panose="020B0604020202020204" pitchFamily="34" charset="0"/>
                      </a:endParaRPr>
                    </a:p>
                  </a:txBody>
                  <a:tcPr marL="36000" marR="36000" marT="36000" marB="36000" anchor="ct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60</a:t>
                      </a:r>
                      <a:endParaRPr lang="en-GB" sz="800" b="1" i="0" u="none" strike="noStrike">
                        <a:solidFill>
                          <a:schemeClr val="tx1"/>
                        </a:solidFill>
                        <a:effectLst/>
                        <a:latin typeface="Arial" panose="020B0604020202020204" pitchFamily="34" charset="0"/>
                      </a:endParaRPr>
                    </a:p>
                  </a:txBody>
                  <a:tcPr marL="36000" marR="36000" marT="36000" marB="36000" anchor="ctr">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extLst>
                  <a:ext uri="{0D108BD9-81ED-4DB2-BD59-A6C34878D82A}">
                    <a16:rowId xmlns:a16="http://schemas.microsoft.com/office/drawing/2014/main" val="1440300035"/>
                  </a:ext>
                </a:extLst>
              </a:tr>
            </a:tbl>
          </a:graphicData>
        </a:graphic>
      </p:graphicFrame>
      <p:sp>
        <p:nvSpPr>
          <p:cNvPr id="9" name="Rectangle 8">
            <a:extLst>
              <a:ext uri="{FF2B5EF4-FFF2-40B4-BE49-F238E27FC236}">
                <a16:creationId xmlns:a16="http://schemas.microsoft.com/office/drawing/2014/main" id="{3853630C-F479-5677-6FF0-B22CCBAD7AB1}"/>
              </a:ext>
            </a:extLst>
          </p:cNvPr>
          <p:cNvSpPr>
            <a:spLocks/>
          </p:cNvSpPr>
          <p:nvPr userDrawn="1"/>
        </p:nvSpPr>
        <p:spPr>
          <a:xfrm>
            <a:off x="982800" y="2461680"/>
            <a:ext cx="3088819" cy="149353"/>
          </a:xfrm>
          <a:prstGeom prst="rect">
            <a:avLst/>
          </a:prstGeom>
          <a:noFill/>
          <a:ln w="9525" cap="flat" cmpd="sng" algn="ctr">
            <a:solidFill>
              <a:schemeClr val="accent6">
                <a:lumMod val="100000"/>
              </a:schemeClr>
            </a:solidFill>
            <a:prstDash val="solid"/>
            <a:miter lim="800000"/>
            <a:headEnd type="none" w="med" len="med"/>
            <a:tailEnd type="none" w="med" len="med"/>
          </a:ln>
          <a:extLst>
            <a:ext uri="{909E8E84-426E-40DD-AFC4-6F175D3DCCD1}">
              <a14:hiddenFill xmlns:a14="http://schemas.microsoft.com/office/drawing/2010/main">
                <a:solidFill>
                  <a:schemeClr val="accent6">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No border between title and header</a:t>
            </a:r>
          </a:p>
        </p:txBody>
      </p:sp>
      <p:cxnSp>
        <p:nvCxnSpPr>
          <p:cNvPr id="11" name="Straight Connector 10">
            <a:extLst>
              <a:ext uri="{FF2B5EF4-FFF2-40B4-BE49-F238E27FC236}">
                <a16:creationId xmlns:a16="http://schemas.microsoft.com/office/drawing/2014/main" id="{5349BCAE-E737-F38E-AD59-7B1C0D39D722}"/>
              </a:ext>
            </a:extLst>
          </p:cNvPr>
          <p:cNvCxnSpPr>
            <a:stCxn id="9" idx="3"/>
          </p:cNvCxnSpPr>
          <p:nvPr userDrawn="1"/>
        </p:nvCxnSpPr>
        <p:spPr>
          <a:xfrm flipV="1">
            <a:off x="4071619" y="2536356"/>
            <a:ext cx="146813" cy="1"/>
          </a:xfrm>
          <a:prstGeom prst="line">
            <a:avLst/>
          </a:prstGeom>
          <a:ln w="12700" cap="flat" cmpd="sng" algn="ctr">
            <a:solidFill>
              <a:schemeClr val="accent6">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AE750910-5110-A838-3B73-72E15DA3DAF2}"/>
              </a:ext>
            </a:extLst>
          </p:cNvPr>
          <p:cNvSpPr>
            <a:spLocks/>
          </p:cNvSpPr>
          <p:nvPr userDrawn="1"/>
        </p:nvSpPr>
        <p:spPr>
          <a:xfrm>
            <a:off x="982800" y="2659801"/>
            <a:ext cx="3088819" cy="149353"/>
          </a:xfrm>
          <a:prstGeom prst="rect">
            <a:avLst/>
          </a:prstGeom>
          <a:noFill/>
          <a:ln w="9525" cap="flat" cmpd="sng" algn="ctr">
            <a:solidFill>
              <a:schemeClr val="accent6">
                <a:lumMod val="100000"/>
              </a:schemeClr>
            </a:solidFill>
            <a:prstDash val="solid"/>
            <a:miter lim="800000"/>
            <a:headEnd type="none" w="med" len="med"/>
            <a:tailEnd type="none" w="med" len="med"/>
          </a:ln>
          <a:extLst>
            <a:ext uri="{909E8E84-426E-40DD-AFC4-6F175D3DCCD1}">
              <a14:hiddenFill xmlns:a14="http://schemas.microsoft.com/office/drawing/2010/main">
                <a:solidFill>
                  <a:schemeClr val="accent6">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Dark Blue line, 1/2pt for header row’s bottom border</a:t>
            </a:r>
          </a:p>
        </p:txBody>
      </p:sp>
      <p:cxnSp>
        <p:nvCxnSpPr>
          <p:cNvPr id="15" name="Straight Connector 14">
            <a:extLst>
              <a:ext uri="{FF2B5EF4-FFF2-40B4-BE49-F238E27FC236}">
                <a16:creationId xmlns:a16="http://schemas.microsoft.com/office/drawing/2014/main" id="{FF90F210-0EC9-F247-47C7-1F2323FD01C2}"/>
              </a:ext>
            </a:extLst>
          </p:cNvPr>
          <p:cNvCxnSpPr>
            <a:stCxn id="14" idx="3"/>
          </p:cNvCxnSpPr>
          <p:nvPr userDrawn="1"/>
        </p:nvCxnSpPr>
        <p:spPr>
          <a:xfrm flipV="1">
            <a:off x="4071619" y="2734477"/>
            <a:ext cx="146813" cy="1"/>
          </a:xfrm>
          <a:prstGeom prst="line">
            <a:avLst/>
          </a:prstGeom>
          <a:ln w="12700" cap="flat" cmpd="sng" algn="ctr">
            <a:solidFill>
              <a:schemeClr val="accent6">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3669D550-1B46-812E-0B10-929F429F29E9}"/>
              </a:ext>
            </a:extLst>
          </p:cNvPr>
          <p:cNvSpPr>
            <a:spLocks/>
          </p:cNvSpPr>
          <p:nvPr userDrawn="1"/>
        </p:nvSpPr>
        <p:spPr>
          <a:xfrm>
            <a:off x="982800" y="3417713"/>
            <a:ext cx="3088819" cy="149353"/>
          </a:xfrm>
          <a:prstGeom prst="rect">
            <a:avLst/>
          </a:prstGeom>
          <a:noFill/>
          <a:ln w="9525" cap="flat" cmpd="sng" algn="ctr">
            <a:solidFill>
              <a:schemeClr val="accent6">
                <a:lumMod val="100000"/>
              </a:schemeClr>
            </a:solidFill>
            <a:prstDash val="solid"/>
            <a:miter lim="800000"/>
            <a:headEnd type="none" w="med" len="med"/>
            <a:tailEnd type="none" w="med" len="med"/>
          </a:ln>
          <a:extLst>
            <a:ext uri="{909E8E84-426E-40DD-AFC4-6F175D3DCCD1}">
              <a14:hiddenFill xmlns:a14="http://schemas.microsoft.com/office/drawing/2010/main">
                <a:solidFill>
                  <a:schemeClr val="accent6">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Dark Blue line, 1pt for Total row’s bottom border</a:t>
            </a:r>
          </a:p>
        </p:txBody>
      </p:sp>
      <p:cxnSp>
        <p:nvCxnSpPr>
          <p:cNvPr id="18" name="Straight Connector 17">
            <a:extLst>
              <a:ext uri="{FF2B5EF4-FFF2-40B4-BE49-F238E27FC236}">
                <a16:creationId xmlns:a16="http://schemas.microsoft.com/office/drawing/2014/main" id="{616F7FE1-78D2-51FE-EA9A-5AFD2049F459}"/>
              </a:ext>
            </a:extLst>
          </p:cNvPr>
          <p:cNvCxnSpPr>
            <a:stCxn id="17" idx="3"/>
          </p:cNvCxnSpPr>
          <p:nvPr userDrawn="1"/>
        </p:nvCxnSpPr>
        <p:spPr>
          <a:xfrm flipV="1">
            <a:off x="4071619" y="3492389"/>
            <a:ext cx="146813" cy="1"/>
          </a:xfrm>
          <a:prstGeom prst="line">
            <a:avLst/>
          </a:prstGeom>
          <a:ln w="12700" cap="flat" cmpd="sng" algn="ctr">
            <a:solidFill>
              <a:schemeClr val="accent6">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137424BE-FEFB-7C14-BE6F-C65D410F09DB}"/>
              </a:ext>
            </a:extLst>
          </p:cNvPr>
          <p:cNvSpPr>
            <a:spLocks/>
          </p:cNvSpPr>
          <p:nvPr userDrawn="1"/>
        </p:nvSpPr>
        <p:spPr>
          <a:xfrm>
            <a:off x="982800" y="4087306"/>
            <a:ext cx="3088819" cy="149353"/>
          </a:xfrm>
          <a:prstGeom prst="rect">
            <a:avLst/>
          </a:prstGeom>
          <a:noFill/>
          <a:ln w="9525" cap="flat" cmpd="sng" algn="ctr">
            <a:solidFill>
              <a:schemeClr val="accent6">
                <a:lumMod val="100000"/>
              </a:schemeClr>
            </a:solidFill>
            <a:prstDash val="solid"/>
            <a:miter lim="800000"/>
            <a:headEnd type="none" w="med" len="med"/>
            <a:tailEnd type="none" w="med" len="med"/>
          </a:ln>
          <a:extLst>
            <a:ext uri="{909E8E84-426E-40DD-AFC4-6F175D3DCCD1}">
              <a14:hiddenFill xmlns:a14="http://schemas.microsoft.com/office/drawing/2010/main">
                <a:solidFill>
                  <a:schemeClr val="accent6">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No border between multiple layers of header</a:t>
            </a:r>
          </a:p>
        </p:txBody>
      </p:sp>
      <p:cxnSp>
        <p:nvCxnSpPr>
          <p:cNvPr id="23" name="Straight Connector 22">
            <a:extLst>
              <a:ext uri="{FF2B5EF4-FFF2-40B4-BE49-F238E27FC236}">
                <a16:creationId xmlns:a16="http://schemas.microsoft.com/office/drawing/2014/main" id="{846A4444-72BC-EFF9-FFC3-A29D8FECBDC9}"/>
              </a:ext>
            </a:extLst>
          </p:cNvPr>
          <p:cNvCxnSpPr>
            <a:cxnSpLocks/>
            <a:stCxn id="22" idx="3"/>
          </p:cNvCxnSpPr>
          <p:nvPr userDrawn="1"/>
        </p:nvCxnSpPr>
        <p:spPr>
          <a:xfrm>
            <a:off x="4071619" y="4161983"/>
            <a:ext cx="155197" cy="0"/>
          </a:xfrm>
          <a:prstGeom prst="line">
            <a:avLst/>
          </a:prstGeom>
          <a:ln w="12700" cap="flat" cmpd="sng" algn="ctr">
            <a:solidFill>
              <a:schemeClr val="accent6">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1EE60D43-898A-698A-2CD2-A9CDC01DC6CA}"/>
              </a:ext>
            </a:extLst>
          </p:cNvPr>
          <p:cNvSpPr>
            <a:spLocks/>
          </p:cNvSpPr>
          <p:nvPr userDrawn="1"/>
        </p:nvSpPr>
        <p:spPr>
          <a:xfrm>
            <a:off x="4226817" y="5354746"/>
            <a:ext cx="2837168" cy="161813"/>
          </a:xfrm>
          <a:prstGeom prst="rect">
            <a:avLst/>
          </a:prstGeom>
          <a:noFill/>
          <a:ln w="9525" cap="flat" cmpd="sng" algn="ctr">
            <a:solidFill>
              <a:schemeClr val="accent6">
                <a:lumMod val="100000"/>
              </a:schemeClr>
            </a:solidFill>
            <a:prstDash val="solid"/>
            <a:miter lim="800000"/>
            <a:headEnd type="none" w="med" len="med"/>
            <a:tailEnd type="none" w="med" len="med"/>
          </a:ln>
          <a:extLst>
            <a:ext uri="{909E8E84-426E-40DD-AFC4-6F175D3DCCD1}">
              <a14:hiddenFill xmlns:a14="http://schemas.microsoft.com/office/drawing/2010/main">
                <a:solidFill>
                  <a:schemeClr val="accent6">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No border on left and right</a:t>
            </a:r>
          </a:p>
        </p:txBody>
      </p:sp>
      <p:cxnSp>
        <p:nvCxnSpPr>
          <p:cNvPr id="32" name="Connector: Elbow 31">
            <a:extLst>
              <a:ext uri="{FF2B5EF4-FFF2-40B4-BE49-F238E27FC236}">
                <a16:creationId xmlns:a16="http://schemas.microsoft.com/office/drawing/2014/main" id="{4664FFDB-90B5-84A9-6459-2407249FE8BE}"/>
              </a:ext>
            </a:extLst>
          </p:cNvPr>
          <p:cNvCxnSpPr>
            <a:stCxn id="27" idx="1"/>
            <a:endCxn id="5" idx="1"/>
          </p:cNvCxnSpPr>
          <p:nvPr userDrawn="1"/>
        </p:nvCxnSpPr>
        <p:spPr>
          <a:xfrm rot="10800000">
            <a:off x="4226817" y="4450081"/>
            <a:ext cx="1" cy="985572"/>
          </a:xfrm>
          <a:prstGeom prst="bentConnector3">
            <a:avLst>
              <a:gd name="adj1" fmla="val 22860100000"/>
            </a:avLst>
          </a:prstGeom>
          <a:ln w="12700" cap="flat" cmpd="sng" algn="ctr">
            <a:solidFill>
              <a:schemeClr val="accent6">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CE74D422-A22A-7212-1E8B-520AED9FF868}"/>
              </a:ext>
            </a:extLst>
          </p:cNvPr>
          <p:cNvCxnSpPr>
            <a:stCxn id="27" idx="3"/>
            <a:endCxn id="5" idx="3"/>
          </p:cNvCxnSpPr>
          <p:nvPr userDrawn="1"/>
        </p:nvCxnSpPr>
        <p:spPr>
          <a:xfrm flipH="1" flipV="1">
            <a:off x="7063984" y="4450081"/>
            <a:ext cx="1" cy="985572"/>
          </a:xfrm>
          <a:prstGeom prst="bentConnector3">
            <a:avLst>
              <a:gd name="adj1" fmla="val -22860000000"/>
            </a:avLst>
          </a:prstGeom>
          <a:ln w="12700" cap="flat" cmpd="sng" algn="ctr">
            <a:solidFill>
              <a:schemeClr val="accent6">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E71C2DC6-086F-761C-CCE9-4FCF466C505D}"/>
              </a:ext>
            </a:extLst>
          </p:cNvPr>
          <p:cNvSpPr>
            <a:spLocks/>
          </p:cNvSpPr>
          <p:nvPr userDrawn="1"/>
        </p:nvSpPr>
        <p:spPr>
          <a:xfrm>
            <a:off x="6979919" y="3026417"/>
            <a:ext cx="1242063" cy="617860"/>
          </a:xfrm>
          <a:prstGeom prst="rect">
            <a:avLst/>
          </a:prstGeom>
          <a:noFill/>
          <a:ln w="9525" cap="flat" cmpd="sng" algn="ctr">
            <a:solidFill>
              <a:schemeClr val="accent6">
                <a:lumMod val="100000"/>
              </a:schemeClr>
            </a:solidFill>
            <a:prstDash val="solid"/>
            <a:miter lim="800000"/>
            <a:headEnd type="none" w="med" len="med"/>
            <a:tailEnd type="none" w="med" len="med"/>
          </a:ln>
          <a:extLst>
            <a:ext uri="{909E8E84-426E-40DD-AFC4-6F175D3DCCD1}">
              <a14:hiddenFill xmlns:a14="http://schemas.microsoft.com/office/drawing/2010/main">
                <a:solidFill>
                  <a:schemeClr val="accent6">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Dark Blue line, 1pt for separating different categories</a:t>
            </a:r>
          </a:p>
        </p:txBody>
      </p:sp>
      <p:cxnSp>
        <p:nvCxnSpPr>
          <p:cNvPr id="36" name="Straight Connector 35">
            <a:extLst>
              <a:ext uri="{FF2B5EF4-FFF2-40B4-BE49-F238E27FC236}">
                <a16:creationId xmlns:a16="http://schemas.microsoft.com/office/drawing/2014/main" id="{A5BD176C-D1CF-7343-56C2-73A8FD602F29}"/>
              </a:ext>
            </a:extLst>
          </p:cNvPr>
          <p:cNvCxnSpPr>
            <a:cxnSpLocks/>
          </p:cNvCxnSpPr>
          <p:nvPr userDrawn="1"/>
        </p:nvCxnSpPr>
        <p:spPr>
          <a:xfrm>
            <a:off x="8221983" y="3335347"/>
            <a:ext cx="312417" cy="0"/>
          </a:xfrm>
          <a:prstGeom prst="line">
            <a:avLst/>
          </a:prstGeom>
          <a:ln w="12700" cap="flat" cmpd="sng" algn="ctr">
            <a:solidFill>
              <a:schemeClr val="accent6">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0307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Back Cover_Report">
    <p:bg>
      <p:bgPr>
        <a:solidFill>
          <a:srgbClr val="0C233C"/>
        </a:solidFill>
        <a:effectLst/>
      </p:bgPr>
    </p:bg>
    <p:spTree>
      <p:nvGrpSpPr>
        <p:cNvPr id="1" name=""/>
        <p:cNvGrpSpPr/>
        <p:nvPr/>
      </p:nvGrpSpPr>
      <p:grpSpPr>
        <a:xfrm>
          <a:off x="0" y="0"/>
          <a:ext cx="0" cy="0"/>
          <a:chOff x="0" y="0"/>
          <a:chExt cx="0" cy="0"/>
        </a:xfrm>
      </p:grpSpPr>
      <p:sp>
        <p:nvSpPr>
          <p:cNvPr id="11" name="TextBox 10"/>
          <p:cNvSpPr txBox="1">
            <a:spLocks noGrp="1" noRot="1" noMove="1" noResize="1" noEditPoints="1" noAdjustHandles="1" noChangeArrowheads="1" noChangeShapeType="1"/>
          </p:cNvSpPr>
          <p:nvPr userDrawn="1">
            <p:custDataLst>
              <p:tags r:id="rId1"/>
            </p:custDataLst>
          </p:nvPr>
        </p:nvSpPr>
        <p:spPr>
          <a:xfrm>
            <a:off x="982800" y="575009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bg1"/>
                </a:solidFill>
                <a:latin typeface="+mn-lt"/>
                <a:ea typeface="+mn-ea"/>
                <a:cs typeface="+mn-cs"/>
              </a:rPr>
              <a:t>Document Classification: KPMG Confidential</a:t>
            </a:r>
          </a:p>
        </p:txBody>
      </p:sp>
      <p:pic>
        <p:nvPicPr>
          <p:cNvPr id="19" name="Graphic 18">
            <a:extLst>
              <a:ext uri="{FF2B5EF4-FFF2-40B4-BE49-F238E27FC236}">
                <a16:creationId xmlns:a16="http://schemas.microsoft.com/office/drawing/2014/main" id="{BDA10B50-C087-6AD4-0571-081857C10F3E}"/>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47D499C7-5C96-0514-69EF-27EA5440FCD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53" name="TextBox 52">
            <a:hlinkClick r:id="rId6"/>
            <a:extLst>
              <a:ext uri="{FF2B5EF4-FFF2-40B4-BE49-F238E27FC236}">
                <a16:creationId xmlns:a16="http://schemas.microsoft.com/office/drawing/2014/main" id="{88C9BCFA-3DDB-4071-8CD4-78CD6E31825D}"/>
              </a:ext>
            </a:extLst>
          </p:cNvPr>
          <p:cNvSpPr txBox="1">
            <a:spLocks noGrp="1" noRot="1" noMove="1" noResize="1" noEditPoints="1" noAdjustHandles="1" noChangeArrowheads="1" noChangeShapeType="1"/>
          </p:cNvSpPr>
          <p:nvPr userDrawn="1">
            <p:custDataLst>
              <p:tags r:id="rId2"/>
            </p:custDataLst>
          </p:nvPr>
        </p:nvSpPr>
        <p:spPr>
          <a:xfrm>
            <a:off x="983759" y="4328203"/>
            <a:ext cx="1753685" cy="169277"/>
          </a:xfrm>
          <a:prstGeom prst="rect">
            <a:avLst/>
          </a:prstGeom>
          <a:noFill/>
        </p:spPr>
        <p:txBody>
          <a:bodyPr wrap="none" lIns="0" tIns="0" rIns="0" bIns="0" rtlCol="0">
            <a:spAutoFit/>
          </a:bodyPr>
          <a:lstStyle/>
          <a:p>
            <a:r>
              <a:rPr lang="en-GB" sz="1100" b="1">
                <a:solidFill>
                  <a:schemeClr val="bg1"/>
                </a:solidFill>
              </a:rPr>
              <a:t>kpmg.com/</a:t>
            </a:r>
            <a:r>
              <a:rPr lang="en-GB" sz="1100" b="1" err="1">
                <a:solidFill>
                  <a:schemeClr val="bg1"/>
                </a:solidFill>
              </a:rPr>
              <a:t>cn</a:t>
            </a:r>
            <a:r>
              <a:rPr lang="en-GB" sz="1100" b="1">
                <a:solidFill>
                  <a:schemeClr val="bg1"/>
                </a:solidFill>
              </a:rPr>
              <a:t>/</a:t>
            </a:r>
            <a:r>
              <a:rPr lang="en-GB" sz="1100" b="1" err="1">
                <a:solidFill>
                  <a:schemeClr val="bg1"/>
                </a:solidFill>
              </a:rPr>
              <a:t>socialmedia</a:t>
            </a:r>
            <a:endParaRPr lang="en-GB" sz="1100" b="1">
              <a:solidFill>
                <a:schemeClr val="bg1"/>
              </a:solidFill>
            </a:endParaRPr>
          </a:p>
        </p:txBody>
      </p:sp>
      <p:grpSp>
        <p:nvGrpSpPr>
          <p:cNvPr id="6" name="Group 5">
            <a:extLst>
              <a:ext uri="{FF2B5EF4-FFF2-40B4-BE49-F238E27FC236}">
                <a16:creationId xmlns:a16="http://schemas.microsoft.com/office/drawing/2014/main" id="{8DC9C4A4-2DA8-4AC5-9432-2260784D5664}"/>
              </a:ext>
            </a:extLst>
          </p:cNvPr>
          <p:cNvGrpSpPr>
            <a:grpSpLocks noGrp="1" noUngrp="1" noRot="1" noMove="1" noResize="1"/>
          </p:cNvGrpSpPr>
          <p:nvPr userDrawn="1"/>
        </p:nvGrpSpPr>
        <p:grpSpPr>
          <a:xfrm>
            <a:off x="1003201" y="3822716"/>
            <a:ext cx="2524720" cy="390295"/>
            <a:chOff x="1003201" y="2834640"/>
            <a:chExt cx="2524720" cy="390295"/>
          </a:xfrm>
        </p:grpSpPr>
        <p:grpSp>
          <p:nvGrpSpPr>
            <p:cNvPr id="7" name="Group 6">
              <a:extLst>
                <a:ext uri="{FF2B5EF4-FFF2-40B4-BE49-F238E27FC236}">
                  <a16:creationId xmlns:a16="http://schemas.microsoft.com/office/drawing/2014/main" id="{81E66201-CC46-764D-DC4D-6E431ABBFFAC}"/>
                </a:ext>
              </a:extLst>
            </p:cNvPr>
            <p:cNvGrpSpPr>
              <a:grpSpLocks noGrp="1" noUngrp="1" noRot="1" noChangeAspect="1" noMove="1" noResize="1"/>
            </p:cNvGrpSpPr>
            <p:nvPr/>
          </p:nvGrpSpPr>
          <p:grpSpPr>
            <a:xfrm>
              <a:off x="3137626" y="2834640"/>
              <a:ext cx="390295" cy="390295"/>
              <a:chOff x="3643315" y="2834894"/>
              <a:chExt cx="396873" cy="396873"/>
            </a:xfrm>
          </p:grpSpPr>
          <p:sp>
            <p:nvSpPr>
              <p:cNvPr id="29" name="Rectangle: Rounded Corners 28">
                <a:extLst>
                  <a:ext uri="{FF2B5EF4-FFF2-40B4-BE49-F238E27FC236}">
                    <a16:creationId xmlns:a16="http://schemas.microsoft.com/office/drawing/2014/main" id="{27C0EF06-CF7B-D28A-DA62-22B2E3814AA3}"/>
                  </a:ext>
                </a:extLst>
              </p:cNvPr>
              <p:cNvSpPr>
                <a:spLocks noGrp="1" noRot="1" noMove="1" noResize="1" noEditPoints="1" noAdjustHandles="1" noChangeArrowheads="1" noChangeShapeType="1"/>
              </p:cNvSpPr>
              <p:nvPr/>
            </p:nvSpPr>
            <p:spPr>
              <a:xfrm>
                <a:off x="3643315" y="2834894"/>
                <a:ext cx="396873" cy="396873"/>
              </a:xfrm>
              <a:prstGeom prst="roundRect">
                <a:avLst>
                  <a:gd name="adj" fmla="val 6948"/>
                </a:avLst>
              </a:prstGeom>
              <a:solidFill>
                <a:srgbClr val="FF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30" name="Rectangle: Rounded Corners 29">
                <a:extLst>
                  <a:ext uri="{FF2B5EF4-FFF2-40B4-BE49-F238E27FC236}">
                    <a16:creationId xmlns:a16="http://schemas.microsoft.com/office/drawing/2014/main" id="{8B8FD672-2AEB-2B69-480F-1FF6D76E067C}"/>
                  </a:ext>
                </a:extLst>
              </p:cNvPr>
              <p:cNvSpPr>
                <a:spLocks noGrp="1" noRot="1" noMove="1" noResize="1" noEditPoints="1" noAdjustHandles="1" noChangeArrowheads="1" noChangeShapeType="1"/>
              </p:cNvSpPr>
              <p:nvPr/>
            </p:nvSpPr>
            <p:spPr>
              <a:xfrm>
                <a:off x="3714752" y="2935541"/>
                <a:ext cx="253999" cy="195579"/>
              </a:xfrm>
              <a:prstGeom prst="roundRect">
                <a:avLst>
                  <a:gd name="adj" fmla="val 17918"/>
                </a:avLst>
              </a:prstGeom>
              <a:solidFill>
                <a:schemeClr val="bg1">
                  <a:lumMod val="10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sp>
            <p:nvSpPr>
              <p:cNvPr id="31" name="Isosceles Triangle 30">
                <a:extLst>
                  <a:ext uri="{FF2B5EF4-FFF2-40B4-BE49-F238E27FC236}">
                    <a16:creationId xmlns:a16="http://schemas.microsoft.com/office/drawing/2014/main" id="{9008638C-1A6E-34EA-B36C-DF27C4AAE896}"/>
                  </a:ext>
                </a:extLst>
              </p:cNvPr>
              <p:cNvSpPr>
                <a:spLocks noGrp="1" noRot="1" noMove="1" noResize="1" noEditPoints="1" noAdjustHandles="1" noChangeArrowheads="1" noChangeShapeType="1"/>
              </p:cNvSpPr>
              <p:nvPr/>
            </p:nvSpPr>
            <p:spPr>
              <a:xfrm rot="5400000">
                <a:off x="3798844" y="2996342"/>
                <a:ext cx="85815" cy="73978"/>
              </a:xfrm>
              <a:prstGeom prst="triangle">
                <a:avLst/>
              </a:prstGeom>
              <a:solidFill>
                <a:srgbClr val="FF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grpSp>
        <p:grpSp>
          <p:nvGrpSpPr>
            <p:cNvPr id="8" name="Group 7">
              <a:extLst>
                <a:ext uri="{FF2B5EF4-FFF2-40B4-BE49-F238E27FC236}">
                  <a16:creationId xmlns:a16="http://schemas.microsoft.com/office/drawing/2014/main" id="{87BE7938-CE45-2B60-951D-89F5AFB42CC4}"/>
                </a:ext>
              </a:extLst>
            </p:cNvPr>
            <p:cNvGrpSpPr>
              <a:grpSpLocks noGrp="1" noUngrp="1" noRot="1" noMove="1" noResize="1"/>
            </p:cNvGrpSpPr>
            <p:nvPr/>
          </p:nvGrpSpPr>
          <p:grpSpPr>
            <a:xfrm>
              <a:off x="2710741" y="2834640"/>
              <a:ext cx="390295" cy="390295"/>
              <a:chOff x="7127875" y="2970213"/>
              <a:chExt cx="914400" cy="914400"/>
            </a:xfrm>
          </p:grpSpPr>
          <p:sp>
            <p:nvSpPr>
              <p:cNvPr id="27" name="Freeform 37">
                <a:extLst>
                  <a:ext uri="{FF2B5EF4-FFF2-40B4-BE49-F238E27FC236}">
                    <a16:creationId xmlns:a16="http://schemas.microsoft.com/office/drawing/2014/main" id="{BF95B0F3-0749-813B-6718-FBE36E8FC361}"/>
                  </a:ext>
                </a:extLst>
              </p:cNvPr>
              <p:cNvSpPr>
                <a:spLocks noGrp="1" noRot="1" noMove="1" noResize="1" noEditPoints="1" noAdjustHandles="1" noChangeArrowheads="1" noChangeShapeType="1"/>
              </p:cNvSpPr>
              <p:nvPr/>
            </p:nvSpPr>
            <p:spPr bwMode="auto">
              <a:xfrm>
                <a:off x="7127875"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4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4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4" y="20"/>
                    </a:lnTo>
                    <a:lnTo>
                      <a:pt x="2" y="26"/>
                    </a:lnTo>
                    <a:lnTo>
                      <a:pt x="0" y="32"/>
                    </a:lnTo>
                    <a:lnTo>
                      <a:pt x="0" y="544"/>
                    </a:lnTo>
                    <a:lnTo>
                      <a:pt x="0" y="544"/>
                    </a:lnTo>
                    <a:lnTo>
                      <a:pt x="2" y="552"/>
                    </a:lnTo>
                    <a:lnTo>
                      <a:pt x="4" y="558"/>
                    </a:lnTo>
                    <a:lnTo>
                      <a:pt x="10" y="568"/>
                    </a:lnTo>
                    <a:lnTo>
                      <a:pt x="20" y="574"/>
                    </a:lnTo>
                    <a:lnTo>
                      <a:pt x="26" y="576"/>
                    </a:lnTo>
                    <a:lnTo>
                      <a:pt x="32" y="576"/>
                    </a:lnTo>
                    <a:lnTo>
                      <a:pt x="544" y="576"/>
                    </a:lnTo>
                    <a:lnTo>
                      <a:pt x="544" y="576"/>
                    </a:lnTo>
                    <a:close/>
                  </a:path>
                </a:pathLst>
              </a:custGeom>
              <a:solidFill>
                <a:srgbClr val="E527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38">
                <a:extLst>
                  <a:ext uri="{FF2B5EF4-FFF2-40B4-BE49-F238E27FC236}">
                    <a16:creationId xmlns:a16="http://schemas.microsoft.com/office/drawing/2014/main" id="{42436890-8080-CD21-01B4-1136E7A396BD}"/>
                  </a:ext>
                </a:extLst>
              </p:cNvPr>
              <p:cNvSpPr>
                <a:spLocks noGrp="1" noRot="1" noMove="1" noResize="1" noEditPoints="1" noAdjustHandles="1" noChangeArrowheads="1" noChangeShapeType="1"/>
              </p:cNvSpPr>
              <p:nvPr/>
            </p:nvSpPr>
            <p:spPr bwMode="auto">
              <a:xfrm>
                <a:off x="7248525" y="3141663"/>
                <a:ext cx="679450" cy="552450"/>
              </a:xfrm>
              <a:custGeom>
                <a:avLst/>
                <a:gdLst>
                  <a:gd name="T0" fmla="*/ 298 w 428"/>
                  <a:gd name="T1" fmla="*/ 62 h 348"/>
                  <a:gd name="T2" fmla="*/ 348 w 428"/>
                  <a:gd name="T3" fmla="*/ 70 h 348"/>
                  <a:gd name="T4" fmla="*/ 370 w 428"/>
                  <a:gd name="T5" fmla="*/ 116 h 348"/>
                  <a:gd name="T6" fmla="*/ 354 w 428"/>
                  <a:gd name="T7" fmla="*/ 142 h 348"/>
                  <a:gd name="T8" fmla="*/ 340 w 428"/>
                  <a:gd name="T9" fmla="*/ 128 h 348"/>
                  <a:gd name="T10" fmla="*/ 334 w 428"/>
                  <a:gd name="T11" fmla="*/ 96 h 348"/>
                  <a:gd name="T12" fmla="*/ 306 w 428"/>
                  <a:gd name="T13" fmla="*/ 88 h 348"/>
                  <a:gd name="T14" fmla="*/ 292 w 428"/>
                  <a:gd name="T15" fmla="*/ 78 h 348"/>
                  <a:gd name="T16" fmla="*/ 280 w 428"/>
                  <a:gd name="T17" fmla="*/ 10 h 348"/>
                  <a:gd name="T18" fmla="*/ 332 w 428"/>
                  <a:gd name="T19" fmla="*/ 2 h 348"/>
                  <a:gd name="T20" fmla="*/ 400 w 428"/>
                  <a:gd name="T21" fmla="*/ 38 h 348"/>
                  <a:gd name="T22" fmla="*/ 428 w 428"/>
                  <a:gd name="T23" fmla="*/ 116 h 348"/>
                  <a:gd name="T24" fmla="*/ 416 w 428"/>
                  <a:gd name="T25" fmla="*/ 160 h 348"/>
                  <a:gd name="T26" fmla="*/ 392 w 428"/>
                  <a:gd name="T27" fmla="*/ 152 h 348"/>
                  <a:gd name="T28" fmla="*/ 396 w 428"/>
                  <a:gd name="T29" fmla="*/ 116 h 348"/>
                  <a:gd name="T30" fmla="*/ 374 w 428"/>
                  <a:gd name="T31" fmla="*/ 60 h 348"/>
                  <a:gd name="T32" fmla="*/ 328 w 428"/>
                  <a:gd name="T33" fmla="*/ 34 h 348"/>
                  <a:gd name="T34" fmla="*/ 290 w 428"/>
                  <a:gd name="T35" fmla="*/ 36 h 348"/>
                  <a:gd name="T36" fmla="*/ 166 w 428"/>
                  <a:gd name="T37" fmla="*/ 238 h 348"/>
                  <a:gd name="T38" fmla="*/ 178 w 428"/>
                  <a:gd name="T39" fmla="*/ 244 h 348"/>
                  <a:gd name="T40" fmla="*/ 182 w 428"/>
                  <a:gd name="T41" fmla="*/ 230 h 348"/>
                  <a:gd name="T42" fmla="*/ 168 w 428"/>
                  <a:gd name="T43" fmla="*/ 232 h 348"/>
                  <a:gd name="T44" fmla="*/ 128 w 428"/>
                  <a:gd name="T45" fmla="*/ 278 h 348"/>
                  <a:gd name="T46" fmla="*/ 160 w 428"/>
                  <a:gd name="T47" fmla="*/ 268 h 348"/>
                  <a:gd name="T48" fmla="*/ 160 w 428"/>
                  <a:gd name="T49" fmla="*/ 244 h 348"/>
                  <a:gd name="T50" fmla="*/ 126 w 428"/>
                  <a:gd name="T51" fmla="*/ 244 h 348"/>
                  <a:gd name="T52" fmla="*/ 118 w 428"/>
                  <a:gd name="T53" fmla="*/ 266 h 348"/>
                  <a:gd name="T54" fmla="*/ 100 w 428"/>
                  <a:gd name="T55" fmla="*/ 228 h 348"/>
                  <a:gd name="T56" fmla="*/ 152 w 428"/>
                  <a:gd name="T57" fmla="*/ 190 h 348"/>
                  <a:gd name="T58" fmla="*/ 210 w 428"/>
                  <a:gd name="T59" fmla="*/ 200 h 348"/>
                  <a:gd name="T60" fmla="*/ 230 w 428"/>
                  <a:gd name="T61" fmla="*/ 252 h 348"/>
                  <a:gd name="T62" fmla="*/ 188 w 428"/>
                  <a:gd name="T63" fmla="*/ 300 h 348"/>
                  <a:gd name="T64" fmla="*/ 122 w 428"/>
                  <a:gd name="T65" fmla="*/ 298 h 348"/>
                  <a:gd name="T66" fmla="*/ 44 w 428"/>
                  <a:gd name="T67" fmla="*/ 260 h 348"/>
                  <a:gd name="T68" fmla="*/ 102 w 428"/>
                  <a:gd name="T69" fmla="*/ 314 h 348"/>
                  <a:gd name="T70" fmla="*/ 206 w 428"/>
                  <a:gd name="T71" fmla="*/ 320 h 348"/>
                  <a:gd name="T72" fmla="*/ 298 w 428"/>
                  <a:gd name="T73" fmla="*/ 248 h 348"/>
                  <a:gd name="T74" fmla="*/ 292 w 428"/>
                  <a:gd name="T75" fmla="*/ 202 h 348"/>
                  <a:gd name="T76" fmla="*/ 204 w 428"/>
                  <a:gd name="T77" fmla="*/ 154 h 348"/>
                  <a:gd name="T78" fmla="*/ 114 w 428"/>
                  <a:gd name="T79" fmla="*/ 166 h 348"/>
                  <a:gd name="T80" fmla="*/ 56 w 428"/>
                  <a:gd name="T81" fmla="*/ 208 h 348"/>
                  <a:gd name="T82" fmla="*/ 42 w 428"/>
                  <a:gd name="T83" fmla="*/ 252 h 348"/>
                  <a:gd name="T84" fmla="*/ 24 w 428"/>
                  <a:gd name="T85" fmla="*/ 162 h 348"/>
                  <a:gd name="T86" fmla="*/ 124 w 428"/>
                  <a:gd name="T87" fmla="*/ 68 h 348"/>
                  <a:gd name="T88" fmla="*/ 194 w 428"/>
                  <a:gd name="T89" fmla="*/ 52 h 348"/>
                  <a:gd name="T90" fmla="*/ 214 w 428"/>
                  <a:gd name="T91" fmla="*/ 84 h 348"/>
                  <a:gd name="T92" fmla="*/ 210 w 428"/>
                  <a:gd name="T93" fmla="*/ 116 h 348"/>
                  <a:gd name="T94" fmla="*/ 278 w 428"/>
                  <a:gd name="T95" fmla="*/ 100 h 348"/>
                  <a:gd name="T96" fmla="*/ 318 w 428"/>
                  <a:gd name="T97" fmla="*/ 124 h 348"/>
                  <a:gd name="T98" fmla="*/ 314 w 428"/>
                  <a:gd name="T99" fmla="*/ 164 h 348"/>
                  <a:gd name="T100" fmla="*/ 342 w 428"/>
                  <a:gd name="T101" fmla="*/ 176 h 348"/>
                  <a:gd name="T102" fmla="*/ 374 w 428"/>
                  <a:gd name="T103" fmla="*/ 228 h 348"/>
                  <a:gd name="T104" fmla="*/ 352 w 428"/>
                  <a:gd name="T105" fmla="*/ 280 h 348"/>
                  <a:gd name="T106" fmla="*/ 258 w 428"/>
                  <a:gd name="T107" fmla="*/ 338 h 348"/>
                  <a:gd name="T108" fmla="*/ 156 w 428"/>
                  <a:gd name="T109" fmla="*/ 348 h 348"/>
                  <a:gd name="T110" fmla="*/ 40 w 428"/>
                  <a:gd name="T111" fmla="*/ 308 h 348"/>
                  <a:gd name="T112" fmla="*/ 0 w 428"/>
                  <a:gd name="T113" fmla="*/ 23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8" h="348">
                    <a:moveTo>
                      <a:pt x="292" y="78"/>
                    </a:moveTo>
                    <a:lnTo>
                      <a:pt x="292" y="78"/>
                    </a:lnTo>
                    <a:lnTo>
                      <a:pt x="292" y="74"/>
                    </a:lnTo>
                    <a:lnTo>
                      <a:pt x="292" y="74"/>
                    </a:lnTo>
                    <a:lnTo>
                      <a:pt x="294" y="66"/>
                    </a:lnTo>
                    <a:lnTo>
                      <a:pt x="294" y="66"/>
                    </a:lnTo>
                    <a:lnTo>
                      <a:pt x="298" y="62"/>
                    </a:lnTo>
                    <a:lnTo>
                      <a:pt x="304" y="60"/>
                    </a:lnTo>
                    <a:lnTo>
                      <a:pt x="304" y="60"/>
                    </a:lnTo>
                    <a:lnTo>
                      <a:pt x="316" y="60"/>
                    </a:lnTo>
                    <a:lnTo>
                      <a:pt x="316" y="60"/>
                    </a:lnTo>
                    <a:lnTo>
                      <a:pt x="328" y="60"/>
                    </a:lnTo>
                    <a:lnTo>
                      <a:pt x="338" y="64"/>
                    </a:lnTo>
                    <a:lnTo>
                      <a:pt x="348" y="70"/>
                    </a:lnTo>
                    <a:lnTo>
                      <a:pt x="356" y="78"/>
                    </a:lnTo>
                    <a:lnTo>
                      <a:pt x="356" y="78"/>
                    </a:lnTo>
                    <a:lnTo>
                      <a:pt x="364" y="90"/>
                    </a:lnTo>
                    <a:lnTo>
                      <a:pt x="370" y="104"/>
                    </a:lnTo>
                    <a:lnTo>
                      <a:pt x="370" y="104"/>
                    </a:lnTo>
                    <a:lnTo>
                      <a:pt x="370" y="116"/>
                    </a:lnTo>
                    <a:lnTo>
                      <a:pt x="370" y="116"/>
                    </a:lnTo>
                    <a:lnTo>
                      <a:pt x="370" y="124"/>
                    </a:lnTo>
                    <a:lnTo>
                      <a:pt x="368" y="132"/>
                    </a:lnTo>
                    <a:lnTo>
                      <a:pt x="368" y="132"/>
                    </a:lnTo>
                    <a:lnTo>
                      <a:pt x="364" y="136"/>
                    </a:lnTo>
                    <a:lnTo>
                      <a:pt x="360" y="140"/>
                    </a:lnTo>
                    <a:lnTo>
                      <a:pt x="360" y="140"/>
                    </a:lnTo>
                    <a:lnTo>
                      <a:pt x="354" y="142"/>
                    </a:lnTo>
                    <a:lnTo>
                      <a:pt x="354" y="142"/>
                    </a:lnTo>
                    <a:lnTo>
                      <a:pt x="350" y="140"/>
                    </a:lnTo>
                    <a:lnTo>
                      <a:pt x="350" y="140"/>
                    </a:lnTo>
                    <a:lnTo>
                      <a:pt x="344" y="138"/>
                    </a:lnTo>
                    <a:lnTo>
                      <a:pt x="342" y="134"/>
                    </a:lnTo>
                    <a:lnTo>
                      <a:pt x="342" y="134"/>
                    </a:lnTo>
                    <a:lnTo>
                      <a:pt x="340" y="128"/>
                    </a:lnTo>
                    <a:lnTo>
                      <a:pt x="340" y="128"/>
                    </a:lnTo>
                    <a:lnTo>
                      <a:pt x="340" y="124"/>
                    </a:lnTo>
                    <a:lnTo>
                      <a:pt x="340" y="124"/>
                    </a:lnTo>
                    <a:lnTo>
                      <a:pt x="342" y="114"/>
                    </a:lnTo>
                    <a:lnTo>
                      <a:pt x="342" y="114"/>
                    </a:lnTo>
                    <a:lnTo>
                      <a:pt x="340" y="104"/>
                    </a:lnTo>
                    <a:lnTo>
                      <a:pt x="334" y="96"/>
                    </a:lnTo>
                    <a:lnTo>
                      <a:pt x="334" y="96"/>
                    </a:lnTo>
                    <a:lnTo>
                      <a:pt x="326" y="90"/>
                    </a:lnTo>
                    <a:lnTo>
                      <a:pt x="316" y="88"/>
                    </a:lnTo>
                    <a:lnTo>
                      <a:pt x="316" y="88"/>
                    </a:lnTo>
                    <a:lnTo>
                      <a:pt x="310" y="88"/>
                    </a:lnTo>
                    <a:lnTo>
                      <a:pt x="310" y="88"/>
                    </a:lnTo>
                    <a:lnTo>
                      <a:pt x="306" y="88"/>
                    </a:lnTo>
                    <a:lnTo>
                      <a:pt x="306" y="88"/>
                    </a:lnTo>
                    <a:lnTo>
                      <a:pt x="302" y="88"/>
                    </a:lnTo>
                    <a:lnTo>
                      <a:pt x="298" y="86"/>
                    </a:lnTo>
                    <a:lnTo>
                      <a:pt x="298" y="86"/>
                    </a:lnTo>
                    <a:lnTo>
                      <a:pt x="294" y="82"/>
                    </a:lnTo>
                    <a:lnTo>
                      <a:pt x="292" y="78"/>
                    </a:lnTo>
                    <a:lnTo>
                      <a:pt x="292" y="78"/>
                    </a:lnTo>
                    <a:close/>
                    <a:moveTo>
                      <a:pt x="278" y="22"/>
                    </a:moveTo>
                    <a:lnTo>
                      <a:pt x="278" y="22"/>
                    </a:lnTo>
                    <a:lnTo>
                      <a:pt x="278" y="20"/>
                    </a:lnTo>
                    <a:lnTo>
                      <a:pt x="278" y="20"/>
                    </a:lnTo>
                    <a:lnTo>
                      <a:pt x="278" y="14"/>
                    </a:lnTo>
                    <a:lnTo>
                      <a:pt x="280" y="10"/>
                    </a:lnTo>
                    <a:lnTo>
                      <a:pt x="280" y="10"/>
                    </a:lnTo>
                    <a:lnTo>
                      <a:pt x="286" y="6"/>
                    </a:lnTo>
                    <a:lnTo>
                      <a:pt x="292" y="4"/>
                    </a:lnTo>
                    <a:lnTo>
                      <a:pt x="292" y="4"/>
                    </a:lnTo>
                    <a:lnTo>
                      <a:pt x="302" y="2"/>
                    </a:lnTo>
                    <a:lnTo>
                      <a:pt x="314" y="0"/>
                    </a:lnTo>
                    <a:lnTo>
                      <a:pt x="314" y="0"/>
                    </a:lnTo>
                    <a:lnTo>
                      <a:pt x="332" y="2"/>
                    </a:lnTo>
                    <a:lnTo>
                      <a:pt x="350" y="6"/>
                    </a:lnTo>
                    <a:lnTo>
                      <a:pt x="350" y="6"/>
                    </a:lnTo>
                    <a:lnTo>
                      <a:pt x="364" y="12"/>
                    </a:lnTo>
                    <a:lnTo>
                      <a:pt x="376" y="18"/>
                    </a:lnTo>
                    <a:lnTo>
                      <a:pt x="388" y="28"/>
                    </a:lnTo>
                    <a:lnTo>
                      <a:pt x="400" y="38"/>
                    </a:lnTo>
                    <a:lnTo>
                      <a:pt x="400" y="38"/>
                    </a:lnTo>
                    <a:lnTo>
                      <a:pt x="408" y="50"/>
                    </a:lnTo>
                    <a:lnTo>
                      <a:pt x="416" y="64"/>
                    </a:lnTo>
                    <a:lnTo>
                      <a:pt x="422" y="78"/>
                    </a:lnTo>
                    <a:lnTo>
                      <a:pt x="426" y="92"/>
                    </a:lnTo>
                    <a:lnTo>
                      <a:pt x="426" y="92"/>
                    </a:lnTo>
                    <a:lnTo>
                      <a:pt x="428" y="116"/>
                    </a:lnTo>
                    <a:lnTo>
                      <a:pt x="428" y="116"/>
                    </a:lnTo>
                    <a:lnTo>
                      <a:pt x="428" y="132"/>
                    </a:lnTo>
                    <a:lnTo>
                      <a:pt x="424" y="150"/>
                    </a:lnTo>
                    <a:lnTo>
                      <a:pt x="424" y="150"/>
                    </a:lnTo>
                    <a:lnTo>
                      <a:pt x="424" y="150"/>
                    </a:lnTo>
                    <a:lnTo>
                      <a:pt x="420" y="156"/>
                    </a:lnTo>
                    <a:lnTo>
                      <a:pt x="416" y="160"/>
                    </a:lnTo>
                    <a:lnTo>
                      <a:pt x="416" y="160"/>
                    </a:lnTo>
                    <a:lnTo>
                      <a:pt x="408" y="160"/>
                    </a:lnTo>
                    <a:lnTo>
                      <a:pt x="408" y="160"/>
                    </a:lnTo>
                    <a:lnTo>
                      <a:pt x="402" y="160"/>
                    </a:lnTo>
                    <a:lnTo>
                      <a:pt x="402" y="160"/>
                    </a:lnTo>
                    <a:lnTo>
                      <a:pt x="396" y="158"/>
                    </a:lnTo>
                    <a:lnTo>
                      <a:pt x="392" y="152"/>
                    </a:lnTo>
                    <a:lnTo>
                      <a:pt x="392" y="152"/>
                    </a:lnTo>
                    <a:lnTo>
                      <a:pt x="392" y="144"/>
                    </a:lnTo>
                    <a:lnTo>
                      <a:pt x="392" y="144"/>
                    </a:lnTo>
                    <a:lnTo>
                      <a:pt x="392" y="140"/>
                    </a:lnTo>
                    <a:lnTo>
                      <a:pt x="392" y="140"/>
                    </a:lnTo>
                    <a:lnTo>
                      <a:pt x="392" y="140"/>
                    </a:lnTo>
                    <a:lnTo>
                      <a:pt x="394" y="128"/>
                    </a:lnTo>
                    <a:lnTo>
                      <a:pt x="396" y="116"/>
                    </a:lnTo>
                    <a:lnTo>
                      <a:pt x="396" y="116"/>
                    </a:lnTo>
                    <a:lnTo>
                      <a:pt x="394" y="98"/>
                    </a:lnTo>
                    <a:lnTo>
                      <a:pt x="394" y="98"/>
                    </a:lnTo>
                    <a:lnTo>
                      <a:pt x="392" y="88"/>
                    </a:lnTo>
                    <a:lnTo>
                      <a:pt x="388" y="78"/>
                    </a:lnTo>
                    <a:lnTo>
                      <a:pt x="382" y="68"/>
                    </a:lnTo>
                    <a:lnTo>
                      <a:pt x="374" y="60"/>
                    </a:lnTo>
                    <a:lnTo>
                      <a:pt x="374" y="60"/>
                    </a:lnTo>
                    <a:lnTo>
                      <a:pt x="368" y="52"/>
                    </a:lnTo>
                    <a:lnTo>
                      <a:pt x="358" y="46"/>
                    </a:lnTo>
                    <a:lnTo>
                      <a:pt x="350" y="42"/>
                    </a:lnTo>
                    <a:lnTo>
                      <a:pt x="340" y="38"/>
                    </a:lnTo>
                    <a:lnTo>
                      <a:pt x="340" y="38"/>
                    </a:lnTo>
                    <a:lnTo>
                      <a:pt x="328" y="34"/>
                    </a:lnTo>
                    <a:lnTo>
                      <a:pt x="316" y="34"/>
                    </a:lnTo>
                    <a:lnTo>
                      <a:pt x="316" y="34"/>
                    </a:lnTo>
                    <a:lnTo>
                      <a:pt x="298" y="36"/>
                    </a:lnTo>
                    <a:lnTo>
                      <a:pt x="298" y="36"/>
                    </a:lnTo>
                    <a:lnTo>
                      <a:pt x="294" y="36"/>
                    </a:lnTo>
                    <a:lnTo>
                      <a:pt x="294" y="36"/>
                    </a:lnTo>
                    <a:lnTo>
                      <a:pt x="290" y="36"/>
                    </a:lnTo>
                    <a:lnTo>
                      <a:pt x="286" y="34"/>
                    </a:lnTo>
                    <a:lnTo>
                      <a:pt x="286" y="34"/>
                    </a:lnTo>
                    <a:lnTo>
                      <a:pt x="280" y="28"/>
                    </a:lnTo>
                    <a:lnTo>
                      <a:pt x="278" y="22"/>
                    </a:lnTo>
                    <a:lnTo>
                      <a:pt x="278" y="22"/>
                    </a:lnTo>
                    <a:close/>
                    <a:moveTo>
                      <a:pt x="166" y="238"/>
                    </a:moveTo>
                    <a:lnTo>
                      <a:pt x="166" y="238"/>
                    </a:lnTo>
                    <a:lnTo>
                      <a:pt x="168" y="242"/>
                    </a:lnTo>
                    <a:lnTo>
                      <a:pt x="172" y="244"/>
                    </a:lnTo>
                    <a:lnTo>
                      <a:pt x="172" y="244"/>
                    </a:lnTo>
                    <a:lnTo>
                      <a:pt x="174" y="244"/>
                    </a:lnTo>
                    <a:lnTo>
                      <a:pt x="174" y="244"/>
                    </a:lnTo>
                    <a:lnTo>
                      <a:pt x="178" y="244"/>
                    </a:lnTo>
                    <a:lnTo>
                      <a:pt x="178" y="244"/>
                    </a:lnTo>
                    <a:lnTo>
                      <a:pt x="182" y="242"/>
                    </a:lnTo>
                    <a:lnTo>
                      <a:pt x="184" y="238"/>
                    </a:lnTo>
                    <a:lnTo>
                      <a:pt x="184" y="238"/>
                    </a:lnTo>
                    <a:lnTo>
                      <a:pt x="184" y="236"/>
                    </a:lnTo>
                    <a:lnTo>
                      <a:pt x="184" y="232"/>
                    </a:lnTo>
                    <a:lnTo>
                      <a:pt x="184" y="232"/>
                    </a:lnTo>
                    <a:lnTo>
                      <a:pt x="182" y="230"/>
                    </a:lnTo>
                    <a:lnTo>
                      <a:pt x="180" y="228"/>
                    </a:lnTo>
                    <a:lnTo>
                      <a:pt x="180" y="228"/>
                    </a:lnTo>
                    <a:lnTo>
                      <a:pt x="174" y="228"/>
                    </a:lnTo>
                    <a:lnTo>
                      <a:pt x="174" y="228"/>
                    </a:lnTo>
                    <a:lnTo>
                      <a:pt x="170" y="230"/>
                    </a:lnTo>
                    <a:lnTo>
                      <a:pt x="168" y="232"/>
                    </a:lnTo>
                    <a:lnTo>
                      <a:pt x="168" y="232"/>
                    </a:lnTo>
                    <a:lnTo>
                      <a:pt x="166" y="236"/>
                    </a:lnTo>
                    <a:lnTo>
                      <a:pt x="166" y="238"/>
                    </a:lnTo>
                    <a:lnTo>
                      <a:pt x="166" y="238"/>
                    </a:lnTo>
                    <a:close/>
                    <a:moveTo>
                      <a:pt x="118" y="266"/>
                    </a:moveTo>
                    <a:lnTo>
                      <a:pt x="118" y="266"/>
                    </a:lnTo>
                    <a:lnTo>
                      <a:pt x="122" y="274"/>
                    </a:lnTo>
                    <a:lnTo>
                      <a:pt x="128" y="278"/>
                    </a:lnTo>
                    <a:lnTo>
                      <a:pt x="128" y="278"/>
                    </a:lnTo>
                    <a:lnTo>
                      <a:pt x="138" y="280"/>
                    </a:lnTo>
                    <a:lnTo>
                      <a:pt x="138" y="280"/>
                    </a:lnTo>
                    <a:lnTo>
                      <a:pt x="146" y="280"/>
                    </a:lnTo>
                    <a:lnTo>
                      <a:pt x="146" y="280"/>
                    </a:lnTo>
                    <a:lnTo>
                      <a:pt x="154" y="274"/>
                    </a:lnTo>
                    <a:lnTo>
                      <a:pt x="160" y="268"/>
                    </a:lnTo>
                    <a:lnTo>
                      <a:pt x="160" y="268"/>
                    </a:lnTo>
                    <a:lnTo>
                      <a:pt x="164" y="262"/>
                    </a:lnTo>
                    <a:lnTo>
                      <a:pt x="164" y="256"/>
                    </a:lnTo>
                    <a:lnTo>
                      <a:pt x="164" y="256"/>
                    </a:lnTo>
                    <a:lnTo>
                      <a:pt x="164" y="252"/>
                    </a:lnTo>
                    <a:lnTo>
                      <a:pt x="164" y="252"/>
                    </a:lnTo>
                    <a:lnTo>
                      <a:pt x="160" y="244"/>
                    </a:lnTo>
                    <a:lnTo>
                      <a:pt x="152" y="240"/>
                    </a:lnTo>
                    <a:lnTo>
                      <a:pt x="152" y="240"/>
                    </a:lnTo>
                    <a:lnTo>
                      <a:pt x="144" y="238"/>
                    </a:lnTo>
                    <a:lnTo>
                      <a:pt x="144" y="238"/>
                    </a:lnTo>
                    <a:lnTo>
                      <a:pt x="136" y="240"/>
                    </a:lnTo>
                    <a:lnTo>
                      <a:pt x="136" y="240"/>
                    </a:lnTo>
                    <a:lnTo>
                      <a:pt x="126" y="244"/>
                    </a:lnTo>
                    <a:lnTo>
                      <a:pt x="120" y="250"/>
                    </a:lnTo>
                    <a:lnTo>
                      <a:pt x="120" y="250"/>
                    </a:lnTo>
                    <a:lnTo>
                      <a:pt x="118" y="256"/>
                    </a:lnTo>
                    <a:lnTo>
                      <a:pt x="118" y="262"/>
                    </a:lnTo>
                    <a:lnTo>
                      <a:pt x="118" y="262"/>
                    </a:lnTo>
                    <a:lnTo>
                      <a:pt x="118" y="266"/>
                    </a:lnTo>
                    <a:lnTo>
                      <a:pt x="118" y="266"/>
                    </a:lnTo>
                    <a:close/>
                    <a:moveTo>
                      <a:pt x="98" y="274"/>
                    </a:moveTo>
                    <a:lnTo>
                      <a:pt x="98" y="274"/>
                    </a:lnTo>
                    <a:lnTo>
                      <a:pt x="94" y="262"/>
                    </a:lnTo>
                    <a:lnTo>
                      <a:pt x="94" y="252"/>
                    </a:lnTo>
                    <a:lnTo>
                      <a:pt x="94" y="252"/>
                    </a:lnTo>
                    <a:lnTo>
                      <a:pt x="96" y="240"/>
                    </a:lnTo>
                    <a:lnTo>
                      <a:pt x="100" y="228"/>
                    </a:lnTo>
                    <a:lnTo>
                      <a:pt x="100" y="228"/>
                    </a:lnTo>
                    <a:lnTo>
                      <a:pt x="106" y="218"/>
                    </a:lnTo>
                    <a:lnTo>
                      <a:pt x="114" y="208"/>
                    </a:lnTo>
                    <a:lnTo>
                      <a:pt x="124" y="200"/>
                    </a:lnTo>
                    <a:lnTo>
                      <a:pt x="136" y="194"/>
                    </a:lnTo>
                    <a:lnTo>
                      <a:pt x="136" y="194"/>
                    </a:lnTo>
                    <a:lnTo>
                      <a:pt x="152" y="190"/>
                    </a:lnTo>
                    <a:lnTo>
                      <a:pt x="168" y="188"/>
                    </a:lnTo>
                    <a:lnTo>
                      <a:pt x="168" y="188"/>
                    </a:lnTo>
                    <a:lnTo>
                      <a:pt x="178" y="188"/>
                    </a:lnTo>
                    <a:lnTo>
                      <a:pt x="186" y="190"/>
                    </a:lnTo>
                    <a:lnTo>
                      <a:pt x="186" y="190"/>
                    </a:lnTo>
                    <a:lnTo>
                      <a:pt x="198" y="194"/>
                    </a:lnTo>
                    <a:lnTo>
                      <a:pt x="210" y="200"/>
                    </a:lnTo>
                    <a:lnTo>
                      <a:pt x="218" y="208"/>
                    </a:lnTo>
                    <a:lnTo>
                      <a:pt x="224" y="218"/>
                    </a:lnTo>
                    <a:lnTo>
                      <a:pt x="224" y="218"/>
                    </a:lnTo>
                    <a:lnTo>
                      <a:pt x="228" y="230"/>
                    </a:lnTo>
                    <a:lnTo>
                      <a:pt x="230" y="242"/>
                    </a:lnTo>
                    <a:lnTo>
                      <a:pt x="230" y="242"/>
                    </a:lnTo>
                    <a:lnTo>
                      <a:pt x="230" y="252"/>
                    </a:lnTo>
                    <a:lnTo>
                      <a:pt x="226" y="264"/>
                    </a:lnTo>
                    <a:lnTo>
                      <a:pt x="226" y="264"/>
                    </a:lnTo>
                    <a:lnTo>
                      <a:pt x="218" y="276"/>
                    </a:lnTo>
                    <a:lnTo>
                      <a:pt x="210" y="286"/>
                    </a:lnTo>
                    <a:lnTo>
                      <a:pt x="200" y="294"/>
                    </a:lnTo>
                    <a:lnTo>
                      <a:pt x="188" y="300"/>
                    </a:lnTo>
                    <a:lnTo>
                      <a:pt x="188" y="300"/>
                    </a:lnTo>
                    <a:lnTo>
                      <a:pt x="172" y="306"/>
                    </a:lnTo>
                    <a:lnTo>
                      <a:pt x="156" y="308"/>
                    </a:lnTo>
                    <a:lnTo>
                      <a:pt x="156" y="308"/>
                    </a:lnTo>
                    <a:lnTo>
                      <a:pt x="144" y="306"/>
                    </a:lnTo>
                    <a:lnTo>
                      <a:pt x="134" y="304"/>
                    </a:lnTo>
                    <a:lnTo>
                      <a:pt x="134" y="304"/>
                    </a:lnTo>
                    <a:lnTo>
                      <a:pt x="122" y="298"/>
                    </a:lnTo>
                    <a:lnTo>
                      <a:pt x="112" y="292"/>
                    </a:lnTo>
                    <a:lnTo>
                      <a:pt x="104" y="284"/>
                    </a:lnTo>
                    <a:lnTo>
                      <a:pt x="98" y="274"/>
                    </a:lnTo>
                    <a:lnTo>
                      <a:pt x="98" y="274"/>
                    </a:lnTo>
                    <a:close/>
                    <a:moveTo>
                      <a:pt x="42" y="252"/>
                    </a:moveTo>
                    <a:lnTo>
                      <a:pt x="42" y="252"/>
                    </a:lnTo>
                    <a:lnTo>
                      <a:pt x="44" y="260"/>
                    </a:lnTo>
                    <a:lnTo>
                      <a:pt x="46" y="268"/>
                    </a:lnTo>
                    <a:lnTo>
                      <a:pt x="50" y="276"/>
                    </a:lnTo>
                    <a:lnTo>
                      <a:pt x="56" y="284"/>
                    </a:lnTo>
                    <a:lnTo>
                      <a:pt x="68" y="296"/>
                    </a:lnTo>
                    <a:lnTo>
                      <a:pt x="86" y="308"/>
                    </a:lnTo>
                    <a:lnTo>
                      <a:pt x="86" y="308"/>
                    </a:lnTo>
                    <a:lnTo>
                      <a:pt x="102" y="314"/>
                    </a:lnTo>
                    <a:lnTo>
                      <a:pt x="120" y="320"/>
                    </a:lnTo>
                    <a:lnTo>
                      <a:pt x="138" y="324"/>
                    </a:lnTo>
                    <a:lnTo>
                      <a:pt x="158" y="324"/>
                    </a:lnTo>
                    <a:lnTo>
                      <a:pt x="158" y="324"/>
                    </a:lnTo>
                    <a:lnTo>
                      <a:pt x="180" y="324"/>
                    </a:lnTo>
                    <a:lnTo>
                      <a:pt x="180" y="324"/>
                    </a:lnTo>
                    <a:lnTo>
                      <a:pt x="206" y="320"/>
                    </a:lnTo>
                    <a:lnTo>
                      <a:pt x="228" y="312"/>
                    </a:lnTo>
                    <a:lnTo>
                      <a:pt x="250" y="302"/>
                    </a:lnTo>
                    <a:lnTo>
                      <a:pt x="268" y="290"/>
                    </a:lnTo>
                    <a:lnTo>
                      <a:pt x="268" y="290"/>
                    </a:lnTo>
                    <a:lnTo>
                      <a:pt x="282" y="276"/>
                    </a:lnTo>
                    <a:lnTo>
                      <a:pt x="292" y="262"/>
                    </a:lnTo>
                    <a:lnTo>
                      <a:pt x="298" y="248"/>
                    </a:lnTo>
                    <a:lnTo>
                      <a:pt x="300" y="232"/>
                    </a:lnTo>
                    <a:lnTo>
                      <a:pt x="300" y="232"/>
                    </a:lnTo>
                    <a:lnTo>
                      <a:pt x="300" y="226"/>
                    </a:lnTo>
                    <a:lnTo>
                      <a:pt x="300" y="226"/>
                    </a:lnTo>
                    <a:lnTo>
                      <a:pt x="298" y="218"/>
                    </a:lnTo>
                    <a:lnTo>
                      <a:pt x="296" y="210"/>
                    </a:lnTo>
                    <a:lnTo>
                      <a:pt x="292" y="202"/>
                    </a:lnTo>
                    <a:lnTo>
                      <a:pt x="288" y="194"/>
                    </a:lnTo>
                    <a:lnTo>
                      <a:pt x="274" y="182"/>
                    </a:lnTo>
                    <a:lnTo>
                      <a:pt x="256" y="170"/>
                    </a:lnTo>
                    <a:lnTo>
                      <a:pt x="256" y="170"/>
                    </a:lnTo>
                    <a:lnTo>
                      <a:pt x="240" y="162"/>
                    </a:lnTo>
                    <a:lnTo>
                      <a:pt x="222" y="158"/>
                    </a:lnTo>
                    <a:lnTo>
                      <a:pt x="204" y="154"/>
                    </a:lnTo>
                    <a:lnTo>
                      <a:pt x="184" y="154"/>
                    </a:lnTo>
                    <a:lnTo>
                      <a:pt x="184" y="154"/>
                    </a:lnTo>
                    <a:lnTo>
                      <a:pt x="162" y="154"/>
                    </a:lnTo>
                    <a:lnTo>
                      <a:pt x="162" y="154"/>
                    </a:lnTo>
                    <a:lnTo>
                      <a:pt x="146" y="156"/>
                    </a:lnTo>
                    <a:lnTo>
                      <a:pt x="130" y="160"/>
                    </a:lnTo>
                    <a:lnTo>
                      <a:pt x="114" y="166"/>
                    </a:lnTo>
                    <a:lnTo>
                      <a:pt x="100" y="172"/>
                    </a:lnTo>
                    <a:lnTo>
                      <a:pt x="100" y="172"/>
                    </a:lnTo>
                    <a:lnTo>
                      <a:pt x="86" y="180"/>
                    </a:lnTo>
                    <a:lnTo>
                      <a:pt x="74" y="188"/>
                    </a:lnTo>
                    <a:lnTo>
                      <a:pt x="64" y="198"/>
                    </a:lnTo>
                    <a:lnTo>
                      <a:pt x="56" y="208"/>
                    </a:lnTo>
                    <a:lnTo>
                      <a:pt x="56" y="208"/>
                    </a:lnTo>
                    <a:lnTo>
                      <a:pt x="50" y="216"/>
                    </a:lnTo>
                    <a:lnTo>
                      <a:pt x="46" y="226"/>
                    </a:lnTo>
                    <a:lnTo>
                      <a:pt x="44" y="236"/>
                    </a:lnTo>
                    <a:lnTo>
                      <a:pt x="42" y="246"/>
                    </a:lnTo>
                    <a:lnTo>
                      <a:pt x="42" y="246"/>
                    </a:lnTo>
                    <a:lnTo>
                      <a:pt x="42" y="252"/>
                    </a:lnTo>
                    <a:lnTo>
                      <a:pt x="42" y="252"/>
                    </a:lnTo>
                    <a:close/>
                    <a:moveTo>
                      <a:pt x="0" y="234"/>
                    </a:moveTo>
                    <a:lnTo>
                      <a:pt x="0" y="234"/>
                    </a:lnTo>
                    <a:lnTo>
                      <a:pt x="0" y="220"/>
                    </a:lnTo>
                    <a:lnTo>
                      <a:pt x="4" y="206"/>
                    </a:lnTo>
                    <a:lnTo>
                      <a:pt x="8" y="192"/>
                    </a:lnTo>
                    <a:lnTo>
                      <a:pt x="16" y="176"/>
                    </a:lnTo>
                    <a:lnTo>
                      <a:pt x="24" y="162"/>
                    </a:lnTo>
                    <a:lnTo>
                      <a:pt x="36" y="146"/>
                    </a:lnTo>
                    <a:lnTo>
                      <a:pt x="48" y="130"/>
                    </a:lnTo>
                    <a:lnTo>
                      <a:pt x="64" y="114"/>
                    </a:lnTo>
                    <a:lnTo>
                      <a:pt x="64" y="114"/>
                    </a:lnTo>
                    <a:lnTo>
                      <a:pt x="84" y="96"/>
                    </a:lnTo>
                    <a:lnTo>
                      <a:pt x="104" y="80"/>
                    </a:lnTo>
                    <a:lnTo>
                      <a:pt x="124" y="68"/>
                    </a:lnTo>
                    <a:lnTo>
                      <a:pt x="146" y="58"/>
                    </a:lnTo>
                    <a:lnTo>
                      <a:pt x="146" y="58"/>
                    </a:lnTo>
                    <a:lnTo>
                      <a:pt x="164" y="52"/>
                    </a:lnTo>
                    <a:lnTo>
                      <a:pt x="178" y="50"/>
                    </a:lnTo>
                    <a:lnTo>
                      <a:pt x="178" y="50"/>
                    </a:lnTo>
                    <a:lnTo>
                      <a:pt x="186" y="50"/>
                    </a:lnTo>
                    <a:lnTo>
                      <a:pt x="194" y="52"/>
                    </a:lnTo>
                    <a:lnTo>
                      <a:pt x="198" y="54"/>
                    </a:lnTo>
                    <a:lnTo>
                      <a:pt x="204" y="60"/>
                    </a:lnTo>
                    <a:lnTo>
                      <a:pt x="204" y="60"/>
                    </a:lnTo>
                    <a:lnTo>
                      <a:pt x="208" y="64"/>
                    </a:lnTo>
                    <a:lnTo>
                      <a:pt x="210" y="70"/>
                    </a:lnTo>
                    <a:lnTo>
                      <a:pt x="212" y="76"/>
                    </a:lnTo>
                    <a:lnTo>
                      <a:pt x="214" y="84"/>
                    </a:lnTo>
                    <a:lnTo>
                      <a:pt x="214" y="84"/>
                    </a:lnTo>
                    <a:lnTo>
                      <a:pt x="212" y="96"/>
                    </a:lnTo>
                    <a:lnTo>
                      <a:pt x="208" y="110"/>
                    </a:lnTo>
                    <a:lnTo>
                      <a:pt x="208" y="110"/>
                    </a:lnTo>
                    <a:lnTo>
                      <a:pt x="208" y="114"/>
                    </a:lnTo>
                    <a:lnTo>
                      <a:pt x="210" y="116"/>
                    </a:lnTo>
                    <a:lnTo>
                      <a:pt x="210" y="116"/>
                    </a:lnTo>
                    <a:lnTo>
                      <a:pt x="216" y="116"/>
                    </a:lnTo>
                    <a:lnTo>
                      <a:pt x="218" y="114"/>
                    </a:lnTo>
                    <a:lnTo>
                      <a:pt x="218" y="114"/>
                    </a:lnTo>
                    <a:lnTo>
                      <a:pt x="236" y="108"/>
                    </a:lnTo>
                    <a:lnTo>
                      <a:pt x="250" y="104"/>
                    </a:lnTo>
                    <a:lnTo>
                      <a:pt x="264" y="100"/>
                    </a:lnTo>
                    <a:lnTo>
                      <a:pt x="278" y="100"/>
                    </a:lnTo>
                    <a:lnTo>
                      <a:pt x="278" y="100"/>
                    </a:lnTo>
                    <a:lnTo>
                      <a:pt x="290" y="102"/>
                    </a:lnTo>
                    <a:lnTo>
                      <a:pt x="300" y="104"/>
                    </a:lnTo>
                    <a:lnTo>
                      <a:pt x="308" y="108"/>
                    </a:lnTo>
                    <a:lnTo>
                      <a:pt x="316" y="114"/>
                    </a:lnTo>
                    <a:lnTo>
                      <a:pt x="316" y="114"/>
                    </a:lnTo>
                    <a:lnTo>
                      <a:pt x="318" y="124"/>
                    </a:lnTo>
                    <a:lnTo>
                      <a:pt x="320" y="132"/>
                    </a:lnTo>
                    <a:lnTo>
                      <a:pt x="320" y="132"/>
                    </a:lnTo>
                    <a:lnTo>
                      <a:pt x="318" y="144"/>
                    </a:lnTo>
                    <a:lnTo>
                      <a:pt x="314" y="158"/>
                    </a:lnTo>
                    <a:lnTo>
                      <a:pt x="314" y="158"/>
                    </a:lnTo>
                    <a:lnTo>
                      <a:pt x="314" y="160"/>
                    </a:lnTo>
                    <a:lnTo>
                      <a:pt x="314" y="164"/>
                    </a:lnTo>
                    <a:lnTo>
                      <a:pt x="314" y="164"/>
                    </a:lnTo>
                    <a:lnTo>
                      <a:pt x="316" y="166"/>
                    </a:lnTo>
                    <a:lnTo>
                      <a:pt x="316" y="166"/>
                    </a:lnTo>
                    <a:lnTo>
                      <a:pt x="322" y="168"/>
                    </a:lnTo>
                    <a:lnTo>
                      <a:pt x="322" y="168"/>
                    </a:lnTo>
                    <a:lnTo>
                      <a:pt x="332" y="172"/>
                    </a:lnTo>
                    <a:lnTo>
                      <a:pt x="342" y="176"/>
                    </a:lnTo>
                    <a:lnTo>
                      <a:pt x="350" y="182"/>
                    </a:lnTo>
                    <a:lnTo>
                      <a:pt x="358" y="190"/>
                    </a:lnTo>
                    <a:lnTo>
                      <a:pt x="358" y="190"/>
                    </a:lnTo>
                    <a:lnTo>
                      <a:pt x="366" y="198"/>
                    </a:lnTo>
                    <a:lnTo>
                      <a:pt x="370" y="206"/>
                    </a:lnTo>
                    <a:lnTo>
                      <a:pt x="372" y="216"/>
                    </a:lnTo>
                    <a:lnTo>
                      <a:pt x="374" y="228"/>
                    </a:lnTo>
                    <a:lnTo>
                      <a:pt x="374" y="228"/>
                    </a:lnTo>
                    <a:lnTo>
                      <a:pt x="372" y="238"/>
                    </a:lnTo>
                    <a:lnTo>
                      <a:pt x="370" y="248"/>
                    </a:lnTo>
                    <a:lnTo>
                      <a:pt x="366" y="258"/>
                    </a:lnTo>
                    <a:lnTo>
                      <a:pt x="360" y="270"/>
                    </a:lnTo>
                    <a:lnTo>
                      <a:pt x="360" y="270"/>
                    </a:lnTo>
                    <a:lnTo>
                      <a:pt x="352" y="280"/>
                    </a:lnTo>
                    <a:lnTo>
                      <a:pt x="342" y="290"/>
                    </a:lnTo>
                    <a:lnTo>
                      <a:pt x="320" y="308"/>
                    </a:lnTo>
                    <a:lnTo>
                      <a:pt x="320" y="308"/>
                    </a:lnTo>
                    <a:lnTo>
                      <a:pt x="308" y="316"/>
                    </a:lnTo>
                    <a:lnTo>
                      <a:pt x="292" y="324"/>
                    </a:lnTo>
                    <a:lnTo>
                      <a:pt x="276" y="332"/>
                    </a:lnTo>
                    <a:lnTo>
                      <a:pt x="258" y="338"/>
                    </a:lnTo>
                    <a:lnTo>
                      <a:pt x="258" y="338"/>
                    </a:lnTo>
                    <a:lnTo>
                      <a:pt x="240" y="342"/>
                    </a:lnTo>
                    <a:lnTo>
                      <a:pt x="220" y="346"/>
                    </a:lnTo>
                    <a:lnTo>
                      <a:pt x="200" y="348"/>
                    </a:lnTo>
                    <a:lnTo>
                      <a:pt x="180" y="348"/>
                    </a:lnTo>
                    <a:lnTo>
                      <a:pt x="180" y="348"/>
                    </a:lnTo>
                    <a:lnTo>
                      <a:pt x="156" y="348"/>
                    </a:lnTo>
                    <a:lnTo>
                      <a:pt x="134" y="346"/>
                    </a:lnTo>
                    <a:lnTo>
                      <a:pt x="114" y="342"/>
                    </a:lnTo>
                    <a:lnTo>
                      <a:pt x="94" y="336"/>
                    </a:lnTo>
                    <a:lnTo>
                      <a:pt x="94" y="336"/>
                    </a:lnTo>
                    <a:lnTo>
                      <a:pt x="74" y="328"/>
                    </a:lnTo>
                    <a:lnTo>
                      <a:pt x="56" y="318"/>
                    </a:lnTo>
                    <a:lnTo>
                      <a:pt x="40" y="308"/>
                    </a:lnTo>
                    <a:lnTo>
                      <a:pt x="26" y="296"/>
                    </a:lnTo>
                    <a:lnTo>
                      <a:pt x="26" y="296"/>
                    </a:lnTo>
                    <a:lnTo>
                      <a:pt x="14" y="282"/>
                    </a:lnTo>
                    <a:lnTo>
                      <a:pt x="6" y="266"/>
                    </a:lnTo>
                    <a:lnTo>
                      <a:pt x="0" y="252"/>
                    </a:lnTo>
                    <a:lnTo>
                      <a:pt x="0" y="234"/>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9" name="Group 8">
              <a:extLst>
                <a:ext uri="{FF2B5EF4-FFF2-40B4-BE49-F238E27FC236}">
                  <a16:creationId xmlns:a16="http://schemas.microsoft.com/office/drawing/2014/main" id="{56B84EF2-7DF7-4223-4BA3-5A57ED29E6E9}"/>
                </a:ext>
              </a:extLst>
            </p:cNvPr>
            <p:cNvGrpSpPr>
              <a:grpSpLocks noGrp="1" noUngrp="1" noRot="1" noMove="1" noResize="1"/>
            </p:cNvGrpSpPr>
            <p:nvPr/>
          </p:nvGrpSpPr>
          <p:grpSpPr>
            <a:xfrm>
              <a:off x="2283856" y="2834640"/>
              <a:ext cx="390295" cy="390295"/>
              <a:chOff x="6127750" y="2970213"/>
              <a:chExt cx="914400" cy="914400"/>
            </a:xfrm>
          </p:grpSpPr>
          <p:sp>
            <p:nvSpPr>
              <p:cNvPr id="25" name="Freeform 35">
                <a:extLst>
                  <a:ext uri="{FF2B5EF4-FFF2-40B4-BE49-F238E27FC236}">
                    <a16:creationId xmlns:a16="http://schemas.microsoft.com/office/drawing/2014/main" id="{986E4089-127C-716D-0B4C-AB811662DC68}"/>
                  </a:ext>
                </a:extLst>
              </p:cNvPr>
              <p:cNvSpPr>
                <a:spLocks noGrp="1" noRot="1" noMove="1" noResize="1" noEditPoints="1" noAdjustHandles="1" noChangeArrowheads="1" noChangeShapeType="1"/>
              </p:cNvSpPr>
              <p:nvPr/>
            </p:nvSpPr>
            <p:spPr bwMode="auto">
              <a:xfrm>
                <a:off x="6127750"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2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2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2" y="20"/>
                    </a:lnTo>
                    <a:lnTo>
                      <a:pt x="2" y="26"/>
                    </a:lnTo>
                    <a:lnTo>
                      <a:pt x="0" y="32"/>
                    </a:lnTo>
                    <a:lnTo>
                      <a:pt x="0" y="544"/>
                    </a:lnTo>
                    <a:lnTo>
                      <a:pt x="0" y="544"/>
                    </a:lnTo>
                    <a:lnTo>
                      <a:pt x="2" y="552"/>
                    </a:lnTo>
                    <a:lnTo>
                      <a:pt x="2" y="558"/>
                    </a:lnTo>
                    <a:lnTo>
                      <a:pt x="10" y="568"/>
                    </a:lnTo>
                    <a:lnTo>
                      <a:pt x="20" y="574"/>
                    </a:lnTo>
                    <a:lnTo>
                      <a:pt x="26" y="576"/>
                    </a:lnTo>
                    <a:lnTo>
                      <a:pt x="32" y="576"/>
                    </a:lnTo>
                    <a:lnTo>
                      <a:pt x="544" y="576"/>
                    </a:lnTo>
                    <a:lnTo>
                      <a:pt x="544" y="576"/>
                    </a:lnTo>
                    <a:close/>
                  </a:path>
                </a:pathLst>
              </a:custGeom>
              <a:solidFill>
                <a:srgbClr val="7BB3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Freeform 36">
                <a:extLst>
                  <a:ext uri="{FF2B5EF4-FFF2-40B4-BE49-F238E27FC236}">
                    <a16:creationId xmlns:a16="http://schemas.microsoft.com/office/drawing/2014/main" id="{1FF91687-9FE9-8C4C-6046-CE97D1B18912}"/>
                  </a:ext>
                </a:extLst>
              </p:cNvPr>
              <p:cNvSpPr>
                <a:spLocks noGrp="1" noRot="1" noMove="1" noResize="1" noEditPoints="1" noAdjustHandles="1" noChangeArrowheads="1" noChangeShapeType="1"/>
              </p:cNvSpPr>
              <p:nvPr/>
            </p:nvSpPr>
            <p:spPr bwMode="auto">
              <a:xfrm>
                <a:off x="6188075" y="3087688"/>
                <a:ext cx="787400" cy="679450"/>
              </a:xfrm>
              <a:custGeom>
                <a:avLst/>
                <a:gdLst>
                  <a:gd name="T0" fmla="*/ 418 w 496"/>
                  <a:gd name="T1" fmla="*/ 414 h 428"/>
                  <a:gd name="T2" fmla="*/ 384 w 496"/>
                  <a:gd name="T3" fmla="*/ 414 h 428"/>
                  <a:gd name="T4" fmla="*/ 346 w 496"/>
                  <a:gd name="T5" fmla="*/ 420 h 428"/>
                  <a:gd name="T6" fmla="*/ 284 w 496"/>
                  <a:gd name="T7" fmla="*/ 408 h 428"/>
                  <a:gd name="T8" fmla="*/ 244 w 496"/>
                  <a:gd name="T9" fmla="*/ 380 h 428"/>
                  <a:gd name="T10" fmla="*/ 210 w 496"/>
                  <a:gd name="T11" fmla="*/ 332 h 428"/>
                  <a:gd name="T12" fmla="*/ 202 w 496"/>
                  <a:gd name="T13" fmla="*/ 278 h 428"/>
                  <a:gd name="T14" fmla="*/ 220 w 496"/>
                  <a:gd name="T15" fmla="*/ 226 h 428"/>
                  <a:gd name="T16" fmla="*/ 262 w 496"/>
                  <a:gd name="T17" fmla="*/ 182 h 428"/>
                  <a:gd name="T18" fmla="*/ 302 w 496"/>
                  <a:gd name="T19" fmla="*/ 164 h 428"/>
                  <a:gd name="T20" fmla="*/ 360 w 496"/>
                  <a:gd name="T21" fmla="*/ 158 h 428"/>
                  <a:gd name="T22" fmla="*/ 414 w 496"/>
                  <a:gd name="T23" fmla="*/ 172 h 428"/>
                  <a:gd name="T24" fmla="*/ 460 w 496"/>
                  <a:gd name="T25" fmla="*/ 204 h 428"/>
                  <a:gd name="T26" fmla="*/ 492 w 496"/>
                  <a:gd name="T27" fmla="*/ 256 h 428"/>
                  <a:gd name="T28" fmla="*/ 484 w 496"/>
                  <a:gd name="T29" fmla="*/ 342 h 428"/>
                  <a:gd name="T30" fmla="*/ 448 w 496"/>
                  <a:gd name="T31" fmla="*/ 388 h 428"/>
                  <a:gd name="T32" fmla="*/ 446 w 496"/>
                  <a:gd name="T33" fmla="*/ 418 h 428"/>
                  <a:gd name="T34" fmla="*/ 282 w 496"/>
                  <a:gd name="T35" fmla="*/ 268 h 428"/>
                  <a:gd name="T36" fmla="*/ 298 w 496"/>
                  <a:gd name="T37" fmla="*/ 258 h 428"/>
                  <a:gd name="T38" fmla="*/ 296 w 496"/>
                  <a:gd name="T39" fmla="*/ 238 h 428"/>
                  <a:gd name="T40" fmla="*/ 276 w 496"/>
                  <a:gd name="T41" fmla="*/ 234 h 428"/>
                  <a:gd name="T42" fmla="*/ 266 w 496"/>
                  <a:gd name="T43" fmla="*/ 250 h 428"/>
                  <a:gd name="T44" fmla="*/ 282 w 496"/>
                  <a:gd name="T45" fmla="*/ 268 h 428"/>
                  <a:gd name="T46" fmla="*/ 384 w 496"/>
                  <a:gd name="T47" fmla="*/ 234 h 428"/>
                  <a:gd name="T48" fmla="*/ 372 w 496"/>
                  <a:gd name="T49" fmla="*/ 250 h 428"/>
                  <a:gd name="T50" fmla="*/ 390 w 496"/>
                  <a:gd name="T51" fmla="*/ 268 h 428"/>
                  <a:gd name="T52" fmla="*/ 406 w 496"/>
                  <a:gd name="T53" fmla="*/ 258 h 428"/>
                  <a:gd name="T54" fmla="*/ 402 w 496"/>
                  <a:gd name="T55" fmla="*/ 238 h 428"/>
                  <a:gd name="T56" fmla="*/ 244 w 496"/>
                  <a:gd name="T57" fmla="*/ 100 h 428"/>
                  <a:gd name="T58" fmla="*/ 224 w 496"/>
                  <a:gd name="T59" fmla="*/ 114 h 428"/>
                  <a:gd name="T60" fmla="*/ 230 w 496"/>
                  <a:gd name="T61" fmla="*/ 136 h 428"/>
                  <a:gd name="T62" fmla="*/ 252 w 496"/>
                  <a:gd name="T63" fmla="*/ 140 h 428"/>
                  <a:gd name="T64" fmla="*/ 264 w 496"/>
                  <a:gd name="T65" fmla="*/ 122 h 428"/>
                  <a:gd name="T66" fmla="*/ 244 w 496"/>
                  <a:gd name="T67" fmla="*/ 100 h 428"/>
                  <a:gd name="T68" fmla="*/ 132 w 496"/>
                  <a:gd name="T69" fmla="*/ 114 h 428"/>
                  <a:gd name="T70" fmla="*/ 112 w 496"/>
                  <a:gd name="T71" fmla="*/ 100 h 428"/>
                  <a:gd name="T72" fmla="*/ 90 w 496"/>
                  <a:gd name="T73" fmla="*/ 120 h 428"/>
                  <a:gd name="T74" fmla="*/ 102 w 496"/>
                  <a:gd name="T75" fmla="*/ 140 h 428"/>
                  <a:gd name="T76" fmla="*/ 126 w 496"/>
                  <a:gd name="T77" fmla="*/ 136 h 428"/>
                  <a:gd name="T78" fmla="*/ 346 w 496"/>
                  <a:gd name="T79" fmla="*/ 140 h 428"/>
                  <a:gd name="T80" fmla="*/ 296 w 496"/>
                  <a:gd name="T81" fmla="*/ 148 h 428"/>
                  <a:gd name="T82" fmla="*/ 240 w 496"/>
                  <a:gd name="T83" fmla="*/ 178 h 428"/>
                  <a:gd name="T84" fmla="*/ 206 w 496"/>
                  <a:gd name="T85" fmla="*/ 214 h 428"/>
                  <a:gd name="T86" fmla="*/ 184 w 496"/>
                  <a:gd name="T87" fmla="*/ 274 h 428"/>
                  <a:gd name="T88" fmla="*/ 132 w 496"/>
                  <a:gd name="T89" fmla="*/ 302 h 428"/>
                  <a:gd name="T90" fmla="*/ 114 w 496"/>
                  <a:gd name="T91" fmla="*/ 306 h 428"/>
                  <a:gd name="T92" fmla="*/ 74 w 496"/>
                  <a:gd name="T93" fmla="*/ 294 h 428"/>
                  <a:gd name="T94" fmla="*/ 72 w 496"/>
                  <a:gd name="T95" fmla="*/ 278 h 428"/>
                  <a:gd name="T96" fmla="*/ 32 w 496"/>
                  <a:gd name="T97" fmla="*/ 242 h 428"/>
                  <a:gd name="T98" fmla="*/ 0 w 496"/>
                  <a:gd name="T99" fmla="*/ 160 h 428"/>
                  <a:gd name="T100" fmla="*/ 12 w 496"/>
                  <a:gd name="T101" fmla="*/ 96 h 428"/>
                  <a:gd name="T102" fmla="*/ 62 w 496"/>
                  <a:gd name="T103" fmla="*/ 36 h 428"/>
                  <a:gd name="T104" fmla="*/ 116 w 496"/>
                  <a:gd name="T105" fmla="*/ 8 h 428"/>
                  <a:gd name="T106" fmla="*/ 226 w 496"/>
                  <a:gd name="T107" fmla="*/ 8 h 428"/>
                  <a:gd name="T108" fmla="*/ 316 w 496"/>
                  <a:gd name="T109" fmla="*/ 68 h 428"/>
                  <a:gd name="T110" fmla="*/ 342 w 496"/>
                  <a:gd name="T111" fmla="*/ 12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6" h="428">
                    <a:moveTo>
                      <a:pt x="450" y="428"/>
                    </a:moveTo>
                    <a:lnTo>
                      <a:pt x="450" y="428"/>
                    </a:lnTo>
                    <a:lnTo>
                      <a:pt x="428" y="418"/>
                    </a:lnTo>
                    <a:lnTo>
                      <a:pt x="418" y="414"/>
                    </a:lnTo>
                    <a:lnTo>
                      <a:pt x="406" y="410"/>
                    </a:lnTo>
                    <a:lnTo>
                      <a:pt x="406" y="410"/>
                    </a:lnTo>
                    <a:lnTo>
                      <a:pt x="396" y="412"/>
                    </a:lnTo>
                    <a:lnTo>
                      <a:pt x="384" y="414"/>
                    </a:lnTo>
                    <a:lnTo>
                      <a:pt x="374" y="418"/>
                    </a:lnTo>
                    <a:lnTo>
                      <a:pt x="362" y="420"/>
                    </a:lnTo>
                    <a:lnTo>
                      <a:pt x="362" y="420"/>
                    </a:lnTo>
                    <a:lnTo>
                      <a:pt x="346" y="420"/>
                    </a:lnTo>
                    <a:lnTo>
                      <a:pt x="330" y="420"/>
                    </a:lnTo>
                    <a:lnTo>
                      <a:pt x="314" y="418"/>
                    </a:lnTo>
                    <a:lnTo>
                      <a:pt x="298" y="414"/>
                    </a:lnTo>
                    <a:lnTo>
                      <a:pt x="284" y="408"/>
                    </a:lnTo>
                    <a:lnTo>
                      <a:pt x="270" y="400"/>
                    </a:lnTo>
                    <a:lnTo>
                      <a:pt x="256" y="390"/>
                    </a:lnTo>
                    <a:lnTo>
                      <a:pt x="244" y="380"/>
                    </a:lnTo>
                    <a:lnTo>
                      <a:pt x="244" y="380"/>
                    </a:lnTo>
                    <a:lnTo>
                      <a:pt x="232" y="368"/>
                    </a:lnTo>
                    <a:lnTo>
                      <a:pt x="222" y="356"/>
                    </a:lnTo>
                    <a:lnTo>
                      <a:pt x="216" y="344"/>
                    </a:lnTo>
                    <a:lnTo>
                      <a:pt x="210" y="332"/>
                    </a:lnTo>
                    <a:lnTo>
                      <a:pt x="204" y="318"/>
                    </a:lnTo>
                    <a:lnTo>
                      <a:pt x="202" y="304"/>
                    </a:lnTo>
                    <a:lnTo>
                      <a:pt x="200" y="292"/>
                    </a:lnTo>
                    <a:lnTo>
                      <a:pt x="202" y="278"/>
                    </a:lnTo>
                    <a:lnTo>
                      <a:pt x="204" y="264"/>
                    </a:lnTo>
                    <a:lnTo>
                      <a:pt x="208" y="250"/>
                    </a:lnTo>
                    <a:lnTo>
                      <a:pt x="212" y="238"/>
                    </a:lnTo>
                    <a:lnTo>
                      <a:pt x="220" y="226"/>
                    </a:lnTo>
                    <a:lnTo>
                      <a:pt x="228" y="214"/>
                    </a:lnTo>
                    <a:lnTo>
                      <a:pt x="238" y="202"/>
                    </a:lnTo>
                    <a:lnTo>
                      <a:pt x="250" y="192"/>
                    </a:lnTo>
                    <a:lnTo>
                      <a:pt x="262" y="182"/>
                    </a:lnTo>
                    <a:lnTo>
                      <a:pt x="262" y="182"/>
                    </a:lnTo>
                    <a:lnTo>
                      <a:pt x="276" y="176"/>
                    </a:lnTo>
                    <a:lnTo>
                      <a:pt x="288" y="170"/>
                    </a:lnTo>
                    <a:lnTo>
                      <a:pt x="302" y="164"/>
                    </a:lnTo>
                    <a:lnTo>
                      <a:pt x="316" y="162"/>
                    </a:lnTo>
                    <a:lnTo>
                      <a:pt x="330" y="158"/>
                    </a:lnTo>
                    <a:lnTo>
                      <a:pt x="344" y="158"/>
                    </a:lnTo>
                    <a:lnTo>
                      <a:pt x="360" y="158"/>
                    </a:lnTo>
                    <a:lnTo>
                      <a:pt x="374" y="160"/>
                    </a:lnTo>
                    <a:lnTo>
                      <a:pt x="388" y="162"/>
                    </a:lnTo>
                    <a:lnTo>
                      <a:pt x="402" y="166"/>
                    </a:lnTo>
                    <a:lnTo>
                      <a:pt x="414" y="172"/>
                    </a:lnTo>
                    <a:lnTo>
                      <a:pt x="428" y="178"/>
                    </a:lnTo>
                    <a:lnTo>
                      <a:pt x="440" y="186"/>
                    </a:lnTo>
                    <a:lnTo>
                      <a:pt x="450" y="194"/>
                    </a:lnTo>
                    <a:lnTo>
                      <a:pt x="460" y="204"/>
                    </a:lnTo>
                    <a:lnTo>
                      <a:pt x="470" y="214"/>
                    </a:lnTo>
                    <a:lnTo>
                      <a:pt x="470" y="214"/>
                    </a:lnTo>
                    <a:lnTo>
                      <a:pt x="484" y="234"/>
                    </a:lnTo>
                    <a:lnTo>
                      <a:pt x="492" y="256"/>
                    </a:lnTo>
                    <a:lnTo>
                      <a:pt x="496" y="278"/>
                    </a:lnTo>
                    <a:lnTo>
                      <a:pt x="496" y="300"/>
                    </a:lnTo>
                    <a:lnTo>
                      <a:pt x="494" y="320"/>
                    </a:lnTo>
                    <a:lnTo>
                      <a:pt x="484" y="342"/>
                    </a:lnTo>
                    <a:lnTo>
                      <a:pt x="472" y="360"/>
                    </a:lnTo>
                    <a:lnTo>
                      <a:pt x="456" y="378"/>
                    </a:lnTo>
                    <a:lnTo>
                      <a:pt x="456" y="378"/>
                    </a:lnTo>
                    <a:lnTo>
                      <a:pt x="448" y="388"/>
                    </a:lnTo>
                    <a:lnTo>
                      <a:pt x="442" y="396"/>
                    </a:lnTo>
                    <a:lnTo>
                      <a:pt x="442" y="406"/>
                    </a:lnTo>
                    <a:lnTo>
                      <a:pt x="446" y="418"/>
                    </a:lnTo>
                    <a:lnTo>
                      <a:pt x="446" y="418"/>
                    </a:lnTo>
                    <a:lnTo>
                      <a:pt x="448" y="422"/>
                    </a:lnTo>
                    <a:lnTo>
                      <a:pt x="450" y="428"/>
                    </a:lnTo>
                    <a:lnTo>
                      <a:pt x="450" y="428"/>
                    </a:lnTo>
                    <a:close/>
                    <a:moveTo>
                      <a:pt x="282" y="268"/>
                    </a:moveTo>
                    <a:lnTo>
                      <a:pt x="282" y="268"/>
                    </a:lnTo>
                    <a:lnTo>
                      <a:pt x="290" y="266"/>
                    </a:lnTo>
                    <a:lnTo>
                      <a:pt x="294" y="262"/>
                    </a:lnTo>
                    <a:lnTo>
                      <a:pt x="298" y="258"/>
                    </a:lnTo>
                    <a:lnTo>
                      <a:pt x="300" y="252"/>
                    </a:lnTo>
                    <a:lnTo>
                      <a:pt x="300" y="252"/>
                    </a:lnTo>
                    <a:lnTo>
                      <a:pt x="298" y="244"/>
                    </a:lnTo>
                    <a:lnTo>
                      <a:pt x="296" y="238"/>
                    </a:lnTo>
                    <a:lnTo>
                      <a:pt x="290" y="234"/>
                    </a:lnTo>
                    <a:lnTo>
                      <a:pt x="282" y="234"/>
                    </a:lnTo>
                    <a:lnTo>
                      <a:pt x="282" y="234"/>
                    </a:lnTo>
                    <a:lnTo>
                      <a:pt x="276" y="234"/>
                    </a:lnTo>
                    <a:lnTo>
                      <a:pt x="270" y="238"/>
                    </a:lnTo>
                    <a:lnTo>
                      <a:pt x="266" y="244"/>
                    </a:lnTo>
                    <a:lnTo>
                      <a:pt x="266" y="250"/>
                    </a:lnTo>
                    <a:lnTo>
                      <a:pt x="266" y="250"/>
                    </a:lnTo>
                    <a:lnTo>
                      <a:pt x="266" y="258"/>
                    </a:lnTo>
                    <a:lnTo>
                      <a:pt x="270" y="262"/>
                    </a:lnTo>
                    <a:lnTo>
                      <a:pt x="276" y="266"/>
                    </a:lnTo>
                    <a:lnTo>
                      <a:pt x="282" y="268"/>
                    </a:lnTo>
                    <a:lnTo>
                      <a:pt x="282" y="268"/>
                    </a:lnTo>
                    <a:close/>
                    <a:moveTo>
                      <a:pt x="390" y="234"/>
                    </a:moveTo>
                    <a:lnTo>
                      <a:pt x="390" y="234"/>
                    </a:lnTo>
                    <a:lnTo>
                      <a:pt x="384" y="234"/>
                    </a:lnTo>
                    <a:lnTo>
                      <a:pt x="378" y="238"/>
                    </a:lnTo>
                    <a:lnTo>
                      <a:pt x="374" y="244"/>
                    </a:lnTo>
                    <a:lnTo>
                      <a:pt x="372" y="250"/>
                    </a:lnTo>
                    <a:lnTo>
                      <a:pt x="372" y="250"/>
                    </a:lnTo>
                    <a:lnTo>
                      <a:pt x="374" y="256"/>
                    </a:lnTo>
                    <a:lnTo>
                      <a:pt x="378" y="262"/>
                    </a:lnTo>
                    <a:lnTo>
                      <a:pt x="382" y="266"/>
                    </a:lnTo>
                    <a:lnTo>
                      <a:pt x="390" y="268"/>
                    </a:lnTo>
                    <a:lnTo>
                      <a:pt x="390" y="268"/>
                    </a:lnTo>
                    <a:lnTo>
                      <a:pt x="396" y="266"/>
                    </a:lnTo>
                    <a:lnTo>
                      <a:pt x="402" y="262"/>
                    </a:lnTo>
                    <a:lnTo>
                      <a:pt x="406" y="258"/>
                    </a:lnTo>
                    <a:lnTo>
                      <a:pt x="406" y="252"/>
                    </a:lnTo>
                    <a:lnTo>
                      <a:pt x="406" y="252"/>
                    </a:lnTo>
                    <a:lnTo>
                      <a:pt x="406" y="244"/>
                    </a:lnTo>
                    <a:lnTo>
                      <a:pt x="402" y="238"/>
                    </a:lnTo>
                    <a:lnTo>
                      <a:pt x="396" y="234"/>
                    </a:lnTo>
                    <a:lnTo>
                      <a:pt x="390" y="234"/>
                    </a:lnTo>
                    <a:lnTo>
                      <a:pt x="390" y="234"/>
                    </a:lnTo>
                    <a:close/>
                    <a:moveTo>
                      <a:pt x="244" y="100"/>
                    </a:moveTo>
                    <a:lnTo>
                      <a:pt x="244" y="100"/>
                    </a:lnTo>
                    <a:lnTo>
                      <a:pt x="236" y="102"/>
                    </a:lnTo>
                    <a:lnTo>
                      <a:pt x="228" y="108"/>
                    </a:lnTo>
                    <a:lnTo>
                      <a:pt x="224" y="114"/>
                    </a:lnTo>
                    <a:lnTo>
                      <a:pt x="222" y="122"/>
                    </a:lnTo>
                    <a:lnTo>
                      <a:pt x="222" y="122"/>
                    </a:lnTo>
                    <a:lnTo>
                      <a:pt x="224" y="130"/>
                    </a:lnTo>
                    <a:lnTo>
                      <a:pt x="230" y="136"/>
                    </a:lnTo>
                    <a:lnTo>
                      <a:pt x="236" y="140"/>
                    </a:lnTo>
                    <a:lnTo>
                      <a:pt x="244" y="142"/>
                    </a:lnTo>
                    <a:lnTo>
                      <a:pt x="244" y="142"/>
                    </a:lnTo>
                    <a:lnTo>
                      <a:pt x="252" y="140"/>
                    </a:lnTo>
                    <a:lnTo>
                      <a:pt x="258" y="136"/>
                    </a:lnTo>
                    <a:lnTo>
                      <a:pt x="264" y="130"/>
                    </a:lnTo>
                    <a:lnTo>
                      <a:pt x="264" y="122"/>
                    </a:lnTo>
                    <a:lnTo>
                      <a:pt x="264" y="122"/>
                    </a:lnTo>
                    <a:lnTo>
                      <a:pt x="264" y="114"/>
                    </a:lnTo>
                    <a:lnTo>
                      <a:pt x="258" y="106"/>
                    </a:lnTo>
                    <a:lnTo>
                      <a:pt x="252" y="102"/>
                    </a:lnTo>
                    <a:lnTo>
                      <a:pt x="244" y="100"/>
                    </a:lnTo>
                    <a:lnTo>
                      <a:pt x="244" y="100"/>
                    </a:lnTo>
                    <a:close/>
                    <a:moveTo>
                      <a:pt x="132" y="122"/>
                    </a:moveTo>
                    <a:lnTo>
                      <a:pt x="132" y="122"/>
                    </a:lnTo>
                    <a:lnTo>
                      <a:pt x="132" y="114"/>
                    </a:lnTo>
                    <a:lnTo>
                      <a:pt x="128" y="108"/>
                    </a:lnTo>
                    <a:lnTo>
                      <a:pt x="120" y="102"/>
                    </a:lnTo>
                    <a:lnTo>
                      <a:pt x="112" y="100"/>
                    </a:lnTo>
                    <a:lnTo>
                      <a:pt x="112" y="100"/>
                    </a:lnTo>
                    <a:lnTo>
                      <a:pt x="104" y="102"/>
                    </a:lnTo>
                    <a:lnTo>
                      <a:pt x="98" y="106"/>
                    </a:lnTo>
                    <a:lnTo>
                      <a:pt x="92" y="112"/>
                    </a:lnTo>
                    <a:lnTo>
                      <a:pt x="90" y="120"/>
                    </a:lnTo>
                    <a:lnTo>
                      <a:pt x="90" y="120"/>
                    </a:lnTo>
                    <a:lnTo>
                      <a:pt x="92" y="128"/>
                    </a:lnTo>
                    <a:lnTo>
                      <a:pt x="96" y="136"/>
                    </a:lnTo>
                    <a:lnTo>
                      <a:pt x="102" y="140"/>
                    </a:lnTo>
                    <a:lnTo>
                      <a:pt x="112" y="142"/>
                    </a:lnTo>
                    <a:lnTo>
                      <a:pt x="112" y="142"/>
                    </a:lnTo>
                    <a:lnTo>
                      <a:pt x="120" y="140"/>
                    </a:lnTo>
                    <a:lnTo>
                      <a:pt x="126" y="136"/>
                    </a:lnTo>
                    <a:lnTo>
                      <a:pt x="130" y="130"/>
                    </a:lnTo>
                    <a:lnTo>
                      <a:pt x="132" y="122"/>
                    </a:lnTo>
                    <a:lnTo>
                      <a:pt x="132" y="122"/>
                    </a:lnTo>
                    <a:close/>
                    <a:moveTo>
                      <a:pt x="346" y="140"/>
                    </a:moveTo>
                    <a:lnTo>
                      <a:pt x="346" y="140"/>
                    </a:lnTo>
                    <a:lnTo>
                      <a:pt x="328" y="142"/>
                    </a:lnTo>
                    <a:lnTo>
                      <a:pt x="312" y="144"/>
                    </a:lnTo>
                    <a:lnTo>
                      <a:pt x="296" y="148"/>
                    </a:lnTo>
                    <a:lnTo>
                      <a:pt x="280" y="154"/>
                    </a:lnTo>
                    <a:lnTo>
                      <a:pt x="266" y="160"/>
                    </a:lnTo>
                    <a:lnTo>
                      <a:pt x="252" y="168"/>
                    </a:lnTo>
                    <a:lnTo>
                      <a:pt x="240" y="178"/>
                    </a:lnTo>
                    <a:lnTo>
                      <a:pt x="226" y="188"/>
                    </a:lnTo>
                    <a:lnTo>
                      <a:pt x="226" y="188"/>
                    </a:lnTo>
                    <a:lnTo>
                      <a:pt x="214" y="202"/>
                    </a:lnTo>
                    <a:lnTo>
                      <a:pt x="206" y="214"/>
                    </a:lnTo>
                    <a:lnTo>
                      <a:pt x="196" y="228"/>
                    </a:lnTo>
                    <a:lnTo>
                      <a:pt x="190" y="242"/>
                    </a:lnTo>
                    <a:lnTo>
                      <a:pt x="186" y="258"/>
                    </a:lnTo>
                    <a:lnTo>
                      <a:pt x="184" y="274"/>
                    </a:lnTo>
                    <a:lnTo>
                      <a:pt x="182" y="290"/>
                    </a:lnTo>
                    <a:lnTo>
                      <a:pt x="182" y="308"/>
                    </a:lnTo>
                    <a:lnTo>
                      <a:pt x="182" y="308"/>
                    </a:lnTo>
                    <a:lnTo>
                      <a:pt x="132" y="302"/>
                    </a:lnTo>
                    <a:lnTo>
                      <a:pt x="132" y="302"/>
                    </a:lnTo>
                    <a:lnTo>
                      <a:pt x="122" y="302"/>
                    </a:lnTo>
                    <a:lnTo>
                      <a:pt x="114" y="306"/>
                    </a:lnTo>
                    <a:lnTo>
                      <a:pt x="114" y="306"/>
                    </a:lnTo>
                    <a:lnTo>
                      <a:pt x="64" y="336"/>
                    </a:lnTo>
                    <a:lnTo>
                      <a:pt x="64" y="336"/>
                    </a:lnTo>
                    <a:lnTo>
                      <a:pt x="70" y="314"/>
                    </a:lnTo>
                    <a:lnTo>
                      <a:pt x="74" y="294"/>
                    </a:lnTo>
                    <a:lnTo>
                      <a:pt x="74" y="294"/>
                    </a:lnTo>
                    <a:lnTo>
                      <a:pt x="76" y="288"/>
                    </a:lnTo>
                    <a:lnTo>
                      <a:pt x="74" y="284"/>
                    </a:lnTo>
                    <a:lnTo>
                      <a:pt x="72" y="278"/>
                    </a:lnTo>
                    <a:lnTo>
                      <a:pt x="66" y="274"/>
                    </a:lnTo>
                    <a:lnTo>
                      <a:pt x="66" y="274"/>
                    </a:lnTo>
                    <a:lnTo>
                      <a:pt x="48" y="258"/>
                    </a:lnTo>
                    <a:lnTo>
                      <a:pt x="32" y="242"/>
                    </a:lnTo>
                    <a:lnTo>
                      <a:pt x="18" y="222"/>
                    </a:lnTo>
                    <a:lnTo>
                      <a:pt x="8" y="204"/>
                    </a:lnTo>
                    <a:lnTo>
                      <a:pt x="2" y="182"/>
                    </a:lnTo>
                    <a:lnTo>
                      <a:pt x="0" y="160"/>
                    </a:lnTo>
                    <a:lnTo>
                      <a:pt x="0" y="138"/>
                    </a:lnTo>
                    <a:lnTo>
                      <a:pt x="6" y="116"/>
                    </a:lnTo>
                    <a:lnTo>
                      <a:pt x="6" y="116"/>
                    </a:lnTo>
                    <a:lnTo>
                      <a:pt x="12" y="96"/>
                    </a:lnTo>
                    <a:lnTo>
                      <a:pt x="22" y="78"/>
                    </a:lnTo>
                    <a:lnTo>
                      <a:pt x="34" y="62"/>
                    </a:lnTo>
                    <a:lnTo>
                      <a:pt x="46" y="48"/>
                    </a:lnTo>
                    <a:lnTo>
                      <a:pt x="62" y="36"/>
                    </a:lnTo>
                    <a:lnTo>
                      <a:pt x="78" y="26"/>
                    </a:lnTo>
                    <a:lnTo>
                      <a:pt x="96" y="16"/>
                    </a:lnTo>
                    <a:lnTo>
                      <a:pt x="116" y="8"/>
                    </a:lnTo>
                    <a:lnTo>
                      <a:pt x="116" y="8"/>
                    </a:lnTo>
                    <a:lnTo>
                      <a:pt x="144" y="2"/>
                    </a:lnTo>
                    <a:lnTo>
                      <a:pt x="172" y="0"/>
                    </a:lnTo>
                    <a:lnTo>
                      <a:pt x="200" y="2"/>
                    </a:lnTo>
                    <a:lnTo>
                      <a:pt x="226" y="8"/>
                    </a:lnTo>
                    <a:lnTo>
                      <a:pt x="252" y="18"/>
                    </a:lnTo>
                    <a:lnTo>
                      <a:pt x="276" y="30"/>
                    </a:lnTo>
                    <a:lnTo>
                      <a:pt x="298" y="48"/>
                    </a:lnTo>
                    <a:lnTo>
                      <a:pt x="316" y="68"/>
                    </a:lnTo>
                    <a:lnTo>
                      <a:pt x="316" y="68"/>
                    </a:lnTo>
                    <a:lnTo>
                      <a:pt x="328" y="84"/>
                    </a:lnTo>
                    <a:lnTo>
                      <a:pt x="336" y="102"/>
                    </a:lnTo>
                    <a:lnTo>
                      <a:pt x="342" y="120"/>
                    </a:lnTo>
                    <a:lnTo>
                      <a:pt x="346" y="140"/>
                    </a:lnTo>
                    <a:lnTo>
                      <a:pt x="346"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0" name="Group 9">
              <a:extLst>
                <a:ext uri="{FF2B5EF4-FFF2-40B4-BE49-F238E27FC236}">
                  <a16:creationId xmlns:a16="http://schemas.microsoft.com/office/drawing/2014/main" id="{E61BD6DF-EEFA-4AB9-272D-2112C535F16C}"/>
                </a:ext>
              </a:extLst>
            </p:cNvPr>
            <p:cNvGrpSpPr>
              <a:grpSpLocks noGrp="1" noUngrp="1" noRot="1" noMove="1" noResize="1"/>
            </p:cNvGrpSpPr>
            <p:nvPr/>
          </p:nvGrpSpPr>
          <p:grpSpPr>
            <a:xfrm>
              <a:off x="1856971" y="2834640"/>
              <a:ext cx="390295" cy="390295"/>
              <a:chOff x="5127625" y="2970213"/>
              <a:chExt cx="914400" cy="914400"/>
            </a:xfrm>
          </p:grpSpPr>
          <p:sp>
            <p:nvSpPr>
              <p:cNvPr id="22" name="Freeform 31">
                <a:extLst>
                  <a:ext uri="{FF2B5EF4-FFF2-40B4-BE49-F238E27FC236}">
                    <a16:creationId xmlns:a16="http://schemas.microsoft.com/office/drawing/2014/main" id="{5770E1F7-1D2D-25A9-ABFF-A272B40328D3}"/>
                  </a:ext>
                </a:extLst>
              </p:cNvPr>
              <p:cNvSpPr>
                <a:spLocks noGrp="1" noRot="1" noMove="1" noResize="1" noEditPoints="1" noAdjustHandles="1" noChangeArrowheads="1" noChangeShapeType="1"/>
              </p:cNvSpPr>
              <p:nvPr/>
            </p:nvSpPr>
            <p:spPr bwMode="auto">
              <a:xfrm>
                <a:off x="5127625"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30 w 576"/>
                  <a:gd name="T25" fmla="*/ 576 h 576"/>
                  <a:gd name="T26" fmla="*/ 22 w 576"/>
                  <a:gd name="T27" fmla="*/ 574 h 576"/>
                  <a:gd name="T28" fmla="*/ 16 w 576"/>
                  <a:gd name="T29" fmla="*/ 570 h 576"/>
                  <a:gd name="T30" fmla="*/ 10 w 576"/>
                  <a:gd name="T31" fmla="*/ 566 h 576"/>
                  <a:gd name="T32" fmla="*/ 6 w 576"/>
                  <a:gd name="T33" fmla="*/ 560 h 576"/>
                  <a:gd name="T34" fmla="*/ 4 w 576"/>
                  <a:gd name="T35" fmla="*/ 554 h 576"/>
                  <a:gd name="T36" fmla="*/ 2 w 576"/>
                  <a:gd name="T37" fmla="*/ 548 h 576"/>
                  <a:gd name="T38" fmla="*/ 0 w 576"/>
                  <a:gd name="T39" fmla="*/ 540 h 576"/>
                  <a:gd name="T40" fmla="*/ 0 w 576"/>
                  <a:gd name="T41" fmla="*/ 36 h 576"/>
                  <a:gd name="T42" fmla="*/ 0 w 576"/>
                  <a:gd name="T43" fmla="*/ 36 h 576"/>
                  <a:gd name="T44" fmla="*/ 2 w 576"/>
                  <a:gd name="T45" fmla="*/ 30 h 576"/>
                  <a:gd name="T46" fmla="*/ 4 w 576"/>
                  <a:gd name="T47" fmla="*/ 22 h 576"/>
                  <a:gd name="T48" fmla="*/ 6 w 576"/>
                  <a:gd name="T49" fmla="*/ 16 h 576"/>
                  <a:gd name="T50" fmla="*/ 10 w 576"/>
                  <a:gd name="T51" fmla="*/ 12 h 576"/>
                  <a:gd name="T52" fmla="*/ 16 w 576"/>
                  <a:gd name="T53" fmla="*/ 6 h 576"/>
                  <a:gd name="T54" fmla="*/ 22 w 576"/>
                  <a:gd name="T55" fmla="*/ 4 h 576"/>
                  <a:gd name="T56" fmla="*/ 30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30" y="576"/>
                    </a:lnTo>
                    <a:lnTo>
                      <a:pt x="22" y="574"/>
                    </a:lnTo>
                    <a:lnTo>
                      <a:pt x="16" y="570"/>
                    </a:lnTo>
                    <a:lnTo>
                      <a:pt x="10" y="566"/>
                    </a:lnTo>
                    <a:lnTo>
                      <a:pt x="6" y="560"/>
                    </a:lnTo>
                    <a:lnTo>
                      <a:pt x="4" y="554"/>
                    </a:lnTo>
                    <a:lnTo>
                      <a:pt x="2" y="548"/>
                    </a:lnTo>
                    <a:lnTo>
                      <a:pt x="0" y="540"/>
                    </a:lnTo>
                    <a:lnTo>
                      <a:pt x="0" y="36"/>
                    </a:lnTo>
                    <a:lnTo>
                      <a:pt x="0" y="36"/>
                    </a:lnTo>
                    <a:lnTo>
                      <a:pt x="2" y="30"/>
                    </a:lnTo>
                    <a:lnTo>
                      <a:pt x="4" y="22"/>
                    </a:lnTo>
                    <a:lnTo>
                      <a:pt x="6" y="16"/>
                    </a:lnTo>
                    <a:lnTo>
                      <a:pt x="10" y="12"/>
                    </a:lnTo>
                    <a:lnTo>
                      <a:pt x="16" y="6"/>
                    </a:lnTo>
                    <a:lnTo>
                      <a:pt x="22" y="4"/>
                    </a:lnTo>
                    <a:lnTo>
                      <a:pt x="30"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F52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32">
                <a:extLst>
                  <a:ext uri="{FF2B5EF4-FFF2-40B4-BE49-F238E27FC236}">
                    <a16:creationId xmlns:a16="http://schemas.microsoft.com/office/drawing/2014/main" id="{823F78F5-F42E-5EA3-89F7-7F6C8FE86E54}"/>
                  </a:ext>
                </a:extLst>
              </p:cNvPr>
              <p:cNvSpPr>
                <a:spLocks noGrp="1" noRot="1" noMove="1" noResize="1" noEditPoints="1" noAdjustHandles="1" noChangeArrowheads="1" noChangeShapeType="1"/>
              </p:cNvSpPr>
              <p:nvPr/>
            </p:nvSpPr>
            <p:spPr bwMode="auto">
              <a:xfrm>
                <a:off x="5499100" y="3113088"/>
                <a:ext cx="400050" cy="771525"/>
              </a:xfrm>
              <a:custGeom>
                <a:avLst/>
                <a:gdLst>
                  <a:gd name="T0" fmla="*/ 162 w 252"/>
                  <a:gd name="T1" fmla="*/ 486 h 486"/>
                  <a:gd name="T2" fmla="*/ 162 w 252"/>
                  <a:gd name="T3" fmla="*/ 270 h 486"/>
                  <a:gd name="T4" fmla="*/ 234 w 252"/>
                  <a:gd name="T5" fmla="*/ 270 h 486"/>
                  <a:gd name="T6" fmla="*/ 252 w 252"/>
                  <a:gd name="T7" fmla="*/ 180 h 486"/>
                  <a:gd name="T8" fmla="*/ 162 w 252"/>
                  <a:gd name="T9" fmla="*/ 180 h 486"/>
                  <a:gd name="T10" fmla="*/ 162 w 252"/>
                  <a:gd name="T11" fmla="*/ 144 h 486"/>
                  <a:gd name="T12" fmla="*/ 162 w 252"/>
                  <a:gd name="T13" fmla="*/ 144 h 486"/>
                  <a:gd name="T14" fmla="*/ 164 w 252"/>
                  <a:gd name="T15" fmla="*/ 132 h 486"/>
                  <a:gd name="T16" fmla="*/ 166 w 252"/>
                  <a:gd name="T17" fmla="*/ 122 h 486"/>
                  <a:gd name="T18" fmla="*/ 170 w 252"/>
                  <a:gd name="T19" fmla="*/ 112 h 486"/>
                  <a:gd name="T20" fmla="*/ 176 w 252"/>
                  <a:gd name="T21" fmla="*/ 104 h 486"/>
                  <a:gd name="T22" fmla="*/ 184 w 252"/>
                  <a:gd name="T23" fmla="*/ 98 h 486"/>
                  <a:gd name="T24" fmla="*/ 192 w 252"/>
                  <a:gd name="T25" fmla="*/ 94 h 486"/>
                  <a:gd name="T26" fmla="*/ 204 w 252"/>
                  <a:gd name="T27" fmla="*/ 92 h 486"/>
                  <a:gd name="T28" fmla="*/ 216 w 252"/>
                  <a:gd name="T29" fmla="*/ 90 h 486"/>
                  <a:gd name="T30" fmla="*/ 252 w 252"/>
                  <a:gd name="T31" fmla="*/ 90 h 486"/>
                  <a:gd name="T32" fmla="*/ 252 w 252"/>
                  <a:gd name="T33" fmla="*/ 0 h 486"/>
                  <a:gd name="T34" fmla="*/ 252 w 252"/>
                  <a:gd name="T35" fmla="*/ 0 h 486"/>
                  <a:gd name="T36" fmla="*/ 180 w 252"/>
                  <a:gd name="T37" fmla="*/ 0 h 486"/>
                  <a:gd name="T38" fmla="*/ 180 w 252"/>
                  <a:gd name="T39" fmla="*/ 0 h 486"/>
                  <a:gd name="T40" fmla="*/ 168 w 252"/>
                  <a:gd name="T41" fmla="*/ 2 h 486"/>
                  <a:gd name="T42" fmla="*/ 156 w 252"/>
                  <a:gd name="T43" fmla="*/ 4 h 486"/>
                  <a:gd name="T44" fmla="*/ 146 w 252"/>
                  <a:gd name="T45" fmla="*/ 6 h 486"/>
                  <a:gd name="T46" fmla="*/ 136 w 252"/>
                  <a:gd name="T47" fmla="*/ 10 h 486"/>
                  <a:gd name="T48" fmla="*/ 126 w 252"/>
                  <a:gd name="T49" fmla="*/ 16 h 486"/>
                  <a:gd name="T50" fmla="*/ 118 w 252"/>
                  <a:gd name="T51" fmla="*/ 22 h 486"/>
                  <a:gd name="T52" fmla="*/ 102 w 252"/>
                  <a:gd name="T53" fmla="*/ 36 h 486"/>
                  <a:gd name="T54" fmla="*/ 90 w 252"/>
                  <a:gd name="T55" fmla="*/ 54 h 486"/>
                  <a:gd name="T56" fmla="*/ 80 w 252"/>
                  <a:gd name="T57" fmla="*/ 76 h 486"/>
                  <a:gd name="T58" fmla="*/ 74 w 252"/>
                  <a:gd name="T59" fmla="*/ 100 h 486"/>
                  <a:gd name="T60" fmla="*/ 72 w 252"/>
                  <a:gd name="T61" fmla="*/ 126 h 486"/>
                  <a:gd name="T62" fmla="*/ 72 w 252"/>
                  <a:gd name="T63" fmla="*/ 180 h 486"/>
                  <a:gd name="T64" fmla="*/ 0 w 252"/>
                  <a:gd name="T65" fmla="*/ 180 h 486"/>
                  <a:gd name="T66" fmla="*/ 0 w 252"/>
                  <a:gd name="T67" fmla="*/ 270 h 486"/>
                  <a:gd name="T68" fmla="*/ 72 w 252"/>
                  <a:gd name="T69" fmla="*/ 270 h 486"/>
                  <a:gd name="T70" fmla="*/ 72 w 252"/>
                  <a:gd name="T71" fmla="*/ 486 h 486"/>
                  <a:gd name="T72" fmla="*/ 162 w 252"/>
                  <a:gd name="T73" fmla="*/ 486 h 486"/>
                  <a:gd name="T74" fmla="*/ 162 w 252"/>
                  <a:gd name="T75" fmla="*/ 486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2" h="486">
                    <a:moveTo>
                      <a:pt x="162" y="486"/>
                    </a:moveTo>
                    <a:lnTo>
                      <a:pt x="162" y="270"/>
                    </a:lnTo>
                    <a:lnTo>
                      <a:pt x="234" y="270"/>
                    </a:lnTo>
                    <a:lnTo>
                      <a:pt x="252" y="180"/>
                    </a:lnTo>
                    <a:lnTo>
                      <a:pt x="162" y="180"/>
                    </a:lnTo>
                    <a:lnTo>
                      <a:pt x="162" y="144"/>
                    </a:lnTo>
                    <a:lnTo>
                      <a:pt x="162" y="144"/>
                    </a:lnTo>
                    <a:lnTo>
                      <a:pt x="164" y="132"/>
                    </a:lnTo>
                    <a:lnTo>
                      <a:pt x="166" y="122"/>
                    </a:lnTo>
                    <a:lnTo>
                      <a:pt x="170" y="112"/>
                    </a:lnTo>
                    <a:lnTo>
                      <a:pt x="176" y="104"/>
                    </a:lnTo>
                    <a:lnTo>
                      <a:pt x="184" y="98"/>
                    </a:lnTo>
                    <a:lnTo>
                      <a:pt x="192" y="94"/>
                    </a:lnTo>
                    <a:lnTo>
                      <a:pt x="204" y="92"/>
                    </a:lnTo>
                    <a:lnTo>
                      <a:pt x="216" y="90"/>
                    </a:lnTo>
                    <a:lnTo>
                      <a:pt x="252" y="90"/>
                    </a:lnTo>
                    <a:lnTo>
                      <a:pt x="252" y="0"/>
                    </a:lnTo>
                    <a:lnTo>
                      <a:pt x="252" y="0"/>
                    </a:lnTo>
                    <a:lnTo>
                      <a:pt x="180" y="0"/>
                    </a:lnTo>
                    <a:lnTo>
                      <a:pt x="180" y="0"/>
                    </a:lnTo>
                    <a:lnTo>
                      <a:pt x="168" y="2"/>
                    </a:lnTo>
                    <a:lnTo>
                      <a:pt x="156" y="4"/>
                    </a:lnTo>
                    <a:lnTo>
                      <a:pt x="146" y="6"/>
                    </a:lnTo>
                    <a:lnTo>
                      <a:pt x="136" y="10"/>
                    </a:lnTo>
                    <a:lnTo>
                      <a:pt x="126" y="16"/>
                    </a:lnTo>
                    <a:lnTo>
                      <a:pt x="118" y="22"/>
                    </a:lnTo>
                    <a:lnTo>
                      <a:pt x="102" y="36"/>
                    </a:lnTo>
                    <a:lnTo>
                      <a:pt x="90" y="54"/>
                    </a:lnTo>
                    <a:lnTo>
                      <a:pt x="80" y="76"/>
                    </a:lnTo>
                    <a:lnTo>
                      <a:pt x="74" y="100"/>
                    </a:lnTo>
                    <a:lnTo>
                      <a:pt x="72" y="126"/>
                    </a:lnTo>
                    <a:lnTo>
                      <a:pt x="72" y="180"/>
                    </a:lnTo>
                    <a:lnTo>
                      <a:pt x="0" y="180"/>
                    </a:lnTo>
                    <a:lnTo>
                      <a:pt x="0" y="270"/>
                    </a:lnTo>
                    <a:lnTo>
                      <a:pt x="72" y="270"/>
                    </a:lnTo>
                    <a:lnTo>
                      <a:pt x="72" y="486"/>
                    </a:lnTo>
                    <a:lnTo>
                      <a:pt x="162" y="486"/>
                    </a:lnTo>
                    <a:lnTo>
                      <a:pt x="162" y="48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2" name="Group 11">
              <a:extLst>
                <a:ext uri="{FF2B5EF4-FFF2-40B4-BE49-F238E27FC236}">
                  <a16:creationId xmlns:a16="http://schemas.microsoft.com/office/drawing/2014/main" id="{DC815EE4-5B81-8582-2E24-4A4BAF9D84E2}"/>
                </a:ext>
              </a:extLst>
            </p:cNvPr>
            <p:cNvGrpSpPr>
              <a:grpSpLocks noGrp="1" noUngrp="1" noRot="1" noMove="1" noResize="1"/>
            </p:cNvGrpSpPr>
            <p:nvPr/>
          </p:nvGrpSpPr>
          <p:grpSpPr>
            <a:xfrm>
              <a:off x="1003201" y="2834640"/>
              <a:ext cx="390295" cy="390295"/>
              <a:chOff x="3127375" y="2970213"/>
              <a:chExt cx="914400" cy="914400"/>
            </a:xfrm>
          </p:grpSpPr>
          <p:sp>
            <p:nvSpPr>
              <p:cNvPr id="14" name="Freeform 26">
                <a:extLst>
                  <a:ext uri="{FF2B5EF4-FFF2-40B4-BE49-F238E27FC236}">
                    <a16:creationId xmlns:a16="http://schemas.microsoft.com/office/drawing/2014/main" id="{D61330DA-CABE-AEE3-03A8-FBBBEE97D8D0}"/>
                  </a:ext>
                </a:extLst>
              </p:cNvPr>
              <p:cNvSpPr>
                <a:spLocks noGrp="1" noRot="1" noMove="1" noResize="1" noEditPoints="1" noAdjustHandles="1" noChangeArrowheads="1" noChangeShapeType="1"/>
              </p:cNvSpPr>
              <p:nvPr/>
            </p:nvSpPr>
            <p:spPr bwMode="auto">
              <a:xfrm>
                <a:off x="3127375" y="2970213"/>
                <a:ext cx="914400" cy="914400"/>
              </a:xfrm>
              <a:custGeom>
                <a:avLst/>
                <a:gdLst>
                  <a:gd name="T0" fmla="*/ 534 w 576"/>
                  <a:gd name="T1" fmla="*/ 0 h 576"/>
                  <a:gd name="T2" fmla="*/ 42 w 576"/>
                  <a:gd name="T3" fmla="*/ 0 h 576"/>
                  <a:gd name="T4" fmla="*/ 42 w 576"/>
                  <a:gd name="T5" fmla="*/ 0 h 576"/>
                  <a:gd name="T6" fmla="*/ 34 w 576"/>
                  <a:gd name="T7" fmla="*/ 2 h 576"/>
                  <a:gd name="T8" fmla="*/ 26 w 576"/>
                  <a:gd name="T9" fmla="*/ 4 h 576"/>
                  <a:gd name="T10" fmla="*/ 18 w 576"/>
                  <a:gd name="T11" fmla="*/ 8 h 576"/>
                  <a:gd name="T12" fmla="*/ 12 w 576"/>
                  <a:gd name="T13" fmla="*/ 12 h 576"/>
                  <a:gd name="T14" fmla="*/ 8 w 576"/>
                  <a:gd name="T15" fmla="*/ 20 h 576"/>
                  <a:gd name="T16" fmla="*/ 4 w 576"/>
                  <a:gd name="T17" fmla="*/ 26 h 576"/>
                  <a:gd name="T18" fmla="*/ 0 w 576"/>
                  <a:gd name="T19" fmla="*/ 34 h 576"/>
                  <a:gd name="T20" fmla="*/ 0 w 576"/>
                  <a:gd name="T21" fmla="*/ 42 h 576"/>
                  <a:gd name="T22" fmla="*/ 0 w 576"/>
                  <a:gd name="T23" fmla="*/ 536 h 576"/>
                  <a:gd name="T24" fmla="*/ 0 w 576"/>
                  <a:gd name="T25" fmla="*/ 536 h 576"/>
                  <a:gd name="T26" fmla="*/ 0 w 576"/>
                  <a:gd name="T27" fmla="*/ 544 h 576"/>
                  <a:gd name="T28" fmla="*/ 4 w 576"/>
                  <a:gd name="T29" fmla="*/ 552 h 576"/>
                  <a:gd name="T30" fmla="*/ 8 w 576"/>
                  <a:gd name="T31" fmla="*/ 558 h 576"/>
                  <a:gd name="T32" fmla="*/ 12 w 576"/>
                  <a:gd name="T33" fmla="*/ 564 h 576"/>
                  <a:gd name="T34" fmla="*/ 18 w 576"/>
                  <a:gd name="T35" fmla="*/ 570 h 576"/>
                  <a:gd name="T36" fmla="*/ 26 w 576"/>
                  <a:gd name="T37" fmla="*/ 574 h 576"/>
                  <a:gd name="T38" fmla="*/ 34 w 576"/>
                  <a:gd name="T39" fmla="*/ 576 h 576"/>
                  <a:gd name="T40" fmla="*/ 42 w 576"/>
                  <a:gd name="T41" fmla="*/ 576 h 576"/>
                  <a:gd name="T42" fmla="*/ 534 w 576"/>
                  <a:gd name="T43" fmla="*/ 576 h 576"/>
                  <a:gd name="T44" fmla="*/ 534 w 576"/>
                  <a:gd name="T45" fmla="*/ 576 h 576"/>
                  <a:gd name="T46" fmla="*/ 542 w 576"/>
                  <a:gd name="T47" fmla="*/ 576 h 576"/>
                  <a:gd name="T48" fmla="*/ 550 w 576"/>
                  <a:gd name="T49" fmla="*/ 574 h 576"/>
                  <a:gd name="T50" fmla="*/ 558 w 576"/>
                  <a:gd name="T51" fmla="*/ 570 h 576"/>
                  <a:gd name="T52" fmla="*/ 564 w 576"/>
                  <a:gd name="T53" fmla="*/ 564 h 576"/>
                  <a:gd name="T54" fmla="*/ 568 w 576"/>
                  <a:gd name="T55" fmla="*/ 558 h 576"/>
                  <a:gd name="T56" fmla="*/ 572 w 576"/>
                  <a:gd name="T57" fmla="*/ 552 h 576"/>
                  <a:gd name="T58" fmla="*/ 576 w 576"/>
                  <a:gd name="T59" fmla="*/ 544 h 576"/>
                  <a:gd name="T60" fmla="*/ 576 w 576"/>
                  <a:gd name="T61" fmla="*/ 536 h 576"/>
                  <a:gd name="T62" fmla="*/ 576 w 576"/>
                  <a:gd name="T63" fmla="*/ 42 h 576"/>
                  <a:gd name="T64" fmla="*/ 576 w 576"/>
                  <a:gd name="T65" fmla="*/ 42 h 576"/>
                  <a:gd name="T66" fmla="*/ 576 w 576"/>
                  <a:gd name="T67" fmla="*/ 34 h 576"/>
                  <a:gd name="T68" fmla="*/ 572 w 576"/>
                  <a:gd name="T69" fmla="*/ 26 h 576"/>
                  <a:gd name="T70" fmla="*/ 568 w 576"/>
                  <a:gd name="T71" fmla="*/ 20 h 576"/>
                  <a:gd name="T72" fmla="*/ 564 w 576"/>
                  <a:gd name="T73" fmla="*/ 12 h 576"/>
                  <a:gd name="T74" fmla="*/ 558 w 576"/>
                  <a:gd name="T75" fmla="*/ 8 h 576"/>
                  <a:gd name="T76" fmla="*/ 550 w 576"/>
                  <a:gd name="T77" fmla="*/ 4 h 576"/>
                  <a:gd name="T78" fmla="*/ 542 w 576"/>
                  <a:gd name="T79" fmla="*/ 2 h 576"/>
                  <a:gd name="T80" fmla="*/ 534 w 576"/>
                  <a:gd name="T81" fmla="*/ 0 h 576"/>
                  <a:gd name="T82" fmla="*/ 534 w 576"/>
                  <a:gd name="T83"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34" y="0"/>
                    </a:moveTo>
                    <a:lnTo>
                      <a:pt x="42" y="0"/>
                    </a:lnTo>
                    <a:lnTo>
                      <a:pt x="42" y="0"/>
                    </a:lnTo>
                    <a:lnTo>
                      <a:pt x="34" y="2"/>
                    </a:lnTo>
                    <a:lnTo>
                      <a:pt x="26" y="4"/>
                    </a:lnTo>
                    <a:lnTo>
                      <a:pt x="18" y="8"/>
                    </a:lnTo>
                    <a:lnTo>
                      <a:pt x="12" y="12"/>
                    </a:lnTo>
                    <a:lnTo>
                      <a:pt x="8" y="20"/>
                    </a:lnTo>
                    <a:lnTo>
                      <a:pt x="4" y="26"/>
                    </a:lnTo>
                    <a:lnTo>
                      <a:pt x="0" y="34"/>
                    </a:lnTo>
                    <a:lnTo>
                      <a:pt x="0" y="42"/>
                    </a:lnTo>
                    <a:lnTo>
                      <a:pt x="0" y="536"/>
                    </a:lnTo>
                    <a:lnTo>
                      <a:pt x="0" y="536"/>
                    </a:lnTo>
                    <a:lnTo>
                      <a:pt x="0" y="544"/>
                    </a:lnTo>
                    <a:lnTo>
                      <a:pt x="4" y="552"/>
                    </a:lnTo>
                    <a:lnTo>
                      <a:pt x="8" y="558"/>
                    </a:lnTo>
                    <a:lnTo>
                      <a:pt x="12" y="564"/>
                    </a:lnTo>
                    <a:lnTo>
                      <a:pt x="18" y="570"/>
                    </a:lnTo>
                    <a:lnTo>
                      <a:pt x="26" y="574"/>
                    </a:lnTo>
                    <a:lnTo>
                      <a:pt x="34" y="576"/>
                    </a:lnTo>
                    <a:lnTo>
                      <a:pt x="42" y="576"/>
                    </a:lnTo>
                    <a:lnTo>
                      <a:pt x="534" y="576"/>
                    </a:lnTo>
                    <a:lnTo>
                      <a:pt x="534" y="576"/>
                    </a:lnTo>
                    <a:lnTo>
                      <a:pt x="542" y="576"/>
                    </a:lnTo>
                    <a:lnTo>
                      <a:pt x="550" y="574"/>
                    </a:lnTo>
                    <a:lnTo>
                      <a:pt x="558" y="570"/>
                    </a:lnTo>
                    <a:lnTo>
                      <a:pt x="564" y="564"/>
                    </a:lnTo>
                    <a:lnTo>
                      <a:pt x="568" y="558"/>
                    </a:lnTo>
                    <a:lnTo>
                      <a:pt x="572" y="552"/>
                    </a:lnTo>
                    <a:lnTo>
                      <a:pt x="576" y="544"/>
                    </a:lnTo>
                    <a:lnTo>
                      <a:pt x="576" y="536"/>
                    </a:lnTo>
                    <a:lnTo>
                      <a:pt x="576" y="42"/>
                    </a:lnTo>
                    <a:lnTo>
                      <a:pt x="576" y="42"/>
                    </a:lnTo>
                    <a:lnTo>
                      <a:pt x="576" y="34"/>
                    </a:lnTo>
                    <a:lnTo>
                      <a:pt x="572" y="26"/>
                    </a:lnTo>
                    <a:lnTo>
                      <a:pt x="568" y="20"/>
                    </a:lnTo>
                    <a:lnTo>
                      <a:pt x="564" y="12"/>
                    </a:lnTo>
                    <a:lnTo>
                      <a:pt x="558" y="8"/>
                    </a:lnTo>
                    <a:lnTo>
                      <a:pt x="550" y="4"/>
                    </a:lnTo>
                    <a:lnTo>
                      <a:pt x="542" y="2"/>
                    </a:lnTo>
                    <a:lnTo>
                      <a:pt x="534" y="0"/>
                    </a:lnTo>
                    <a:lnTo>
                      <a:pt x="534" y="0"/>
                    </a:lnTo>
                    <a:close/>
                  </a:path>
                </a:pathLst>
              </a:custGeom>
              <a:solidFill>
                <a:srgbClr val="0076B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27">
                <a:extLst>
                  <a:ext uri="{FF2B5EF4-FFF2-40B4-BE49-F238E27FC236}">
                    <a16:creationId xmlns:a16="http://schemas.microsoft.com/office/drawing/2014/main" id="{08A02CC3-ACCC-2BD9-CE12-723993F3E00E}"/>
                  </a:ext>
                </a:extLst>
              </p:cNvPr>
              <p:cNvSpPr>
                <a:spLocks noGrp="1" noRot="1" noMove="1" noResize="1" noEditPoints="1" noAdjustHandles="1" noChangeArrowheads="1" noChangeShapeType="1"/>
              </p:cNvSpPr>
              <p:nvPr/>
            </p:nvSpPr>
            <p:spPr bwMode="auto">
              <a:xfrm>
                <a:off x="3251200" y="3097213"/>
                <a:ext cx="158750" cy="654050"/>
              </a:xfrm>
              <a:custGeom>
                <a:avLst/>
                <a:gdLst>
                  <a:gd name="T0" fmla="*/ 8 w 100"/>
                  <a:gd name="T1" fmla="*/ 136 h 412"/>
                  <a:gd name="T2" fmla="*/ 92 w 100"/>
                  <a:gd name="T3" fmla="*/ 136 h 412"/>
                  <a:gd name="T4" fmla="*/ 92 w 100"/>
                  <a:gd name="T5" fmla="*/ 412 h 412"/>
                  <a:gd name="T6" fmla="*/ 8 w 100"/>
                  <a:gd name="T7" fmla="*/ 412 h 412"/>
                  <a:gd name="T8" fmla="*/ 8 w 100"/>
                  <a:gd name="T9" fmla="*/ 136 h 412"/>
                  <a:gd name="T10" fmla="*/ 8 w 100"/>
                  <a:gd name="T11" fmla="*/ 136 h 412"/>
                  <a:gd name="T12" fmla="*/ 50 w 100"/>
                  <a:gd name="T13" fmla="*/ 0 h 412"/>
                  <a:gd name="T14" fmla="*/ 50 w 100"/>
                  <a:gd name="T15" fmla="*/ 0 h 412"/>
                  <a:gd name="T16" fmla="*/ 60 w 100"/>
                  <a:gd name="T17" fmla="*/ 2 h 412"/>
                  <a:gd name="T18" fmla="*/ 70 w 100"/>
                  <a:gd name="T19" fmla="*/ 4 h 412"/>
                  <a:gd name="T20" fmla="*/ 78 w 100"/>
                  <a:gd name="T21" fmla="*/ 8 h 412"/>
                  <a:gd name="T22" fmla="*/ 86 w 100"/>
                  <a:gd name="T23" fmla="*/ 14 h 412"/>
                  <a:gd name="T24" fmla="*/ 92 w 100"/>
                  <a:gd name="T25" fmla="*/ 22 h 412"/>
                  <a:gd name="T26" fmla="*/ 96 w 100"/>
                  <a:gd name="T27" fmla="*/ 30 h 412"/>
                  <a:gd name="T28" fmla="*/ 98 w 100"/>
                  <a:gd name="T29" fmla="*/ 40 h 412"/>
                  <a:gd name="T30" fmla="*/ 100 w 100"/>
                  <a:gd name="T31" fmla="*/ 50 h 412"/>
                  <a:gd name="T32" fmla="*/ 100 w 100"/>
                  <a:gd name="T33" fmla="*/ 50 h 412"/>
                  <a:gd name="T34" fmla="*/ 98 w 100"/>
                  <a:gd name="T35" fmla="*/ 60 h 412"/>
                  <a:gd name="T36" fmla="*/ 96 w 100"/>
                  <a:gd name="T37" fmla="*/ 68 h 412"/>
                  <a:gd name="T38" fmla="*/ 92 w 100"/>
                  <a:gd name="T39" fmla="*/ 78 h 412"/>
                  <a:gd name="T40" fmla="*/ 86 w 100"/>
                  <a:gd name="T41" fmla="*/ 84 h 412"/>
                  <a:gd name="T42" fmla="*/ 78 w 100"/>
                  <a:gd name="T43" fmla="*/ 90 h 412"/>
                  <a:gd name="T44" fmla="*/ 70 w 100"/>
                  <a:gd name="T45" fmla="*/ 96 h 412"/>
                  <a:gd name="T46" fmla="*/ 60 w 100"/>
                  <a:gd name="T47" fmla="*/ 98 h 412"/>
                  <a:gd name="T48" fmla="*/ 50 w 100"/>
                  <a:gd name="T49" fmla="*/ 100 h 412"/>
                  <a:gd name="T50" fmla="*/ 50 w 100"/>
                  <a:gd name="T51" fmla="*/ 100 h 412"/>
                  <a:gd name="T52" fmla="*/ 40 w 100"/>
                  <a:gd name="T53" fmla="*/ 98 h 412"/>
                  <a:gd name="T54" fmla="*/ 30 w 100"/>
                  <a:gd name="T55" fmla="*/ 96 h 412"/>
                  <a:gd name="T56" fmla="*/ 22 w 100"/>
                  <a:gd name="T57" fmla="*/ 90 h 412"/>
                  <a:gd name="T58" fmla="*/ 16 w 100"/>
                  <a:gd name="T59" fmla="*/ 84 h 412"/>
                  <a:gd name="T60" fmla="*/ 10 w 100"/>
                  <a:gd name="T61" fmla="*/ 78 h 412"/>
                  <a:gd name="T62" fmla="*/ 4 w 100"/>
                  <a:gd name="T63" fmla="*/ 68 h 412"/>
                  <a:gd name="T64" fmla="*/ 2 w 100"/>
                  <a:gd name="T65" fmla="*/ 60 h 412"/>
                  <a:gd name="T66" fmla="*/ 0 w 100"/>
                  <a:gd name="T67" fmla="*/ 50 h 412"/>
                  <a:gd name="T68" fmla="*/ 0 w 100"/>
                  <a:gd name="T69" fmla="*/ 50 h 412"/>
                  <a:gd name="T70" fmla="*/ 2 w 100"/>
                  <a:gd name="T71" fmla="*/ 40 h 412"/>
                  <a:gd name="T72" fmla="*/ 4 w 100"/>
                  <a:gd name="T73" fmla="*/ 30 h 412"/>
                  <a:gd name="T74" fmla="*/ 10 w 100"/>
                  <a:gd name="T75" fmla="*/ 22 h 412"/>
                  <a:gd name="T76" fmla="*/ 16 w 100"/>
                  <a:gd name="T77" fmla="*/ 14 h 412"/>
                  <a:gd name="T78" fmla="*/ 22 w 100"/>
                  <a:gd name="T79" fmla="*/ 8 h 412"/>
                  <a:gd name="T80" fmla="*/ 30 w 100"/>
                  <a:gd name="T81" fmla="*/ 4 h 412"/>
                  <a:gd name="T82" fmla="*/ 40 w 100"/>
                  <a:gd name="T83" fmla="*/ 2 h 412"/>
                  <a:gd name="T84" fmla="*/ 50 w 100"/>
                  <a:gd name="T85"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 h="412">
                    <a:moveTo>
                      <a:pt x="8" y="136"/>
                    </a:moveTo>
                    <a:lnTo>
                      <a:pt x="92" y="136"/>
                    </a:lnTo>
                    <a:lnTo>
                      <a:pt x="92" y="412"/>
                    </a:lnTo>
                    <a:lnTo>
                      <a:pt x="8" y="412"/>
                    </a:lnTo>
                    <a:lnTo>
                      <a:pt x="8" y="136"/>
                    </a:lnTo>
                    <a:lnTo>
                      <a:pt x="8" y="136"/>
                    </a:lnTo>
                    <a:close/>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28">
                <a:extLst>
                  <a:ext uri="{FF2B5EF4-FFF2-40B4-BE49-F238E27FC236}">
                    <a16:creationId xmlns:a16="http://schemas.microsoft.com/office/drawing/2014/main" id="{D5C5EDC9-4DE9-4FB8-B032-9F4CE123AAEC}"/>
                  </a:ext>
                </a:extLst>
              </p:cNvPr>
              <p:cNvSpPr>
                <a:spLocks noGrp="1" noRot="1" noMove="1" noResize="1" noEditPoints="1" noAdjustHandles="1" noChangeArrowheads="1" noChangeShapeType="1"/>
              </p:cNvSpPr>
              <p:nvPr/>
            </p:nvSpPr>
            <p:spPr bwMode="auto">
              <a:xfrm>
                <a:off x="3263900" y="3313113"/>
                <a:ext cx="133350" cy="438150"/>
              </a:xfrm>
              <a:custGeom>
                <a:avLst/>
                <a:gdLst>
                  <a:gd name="T0" fmla="*/ 0 w 84"/>
                  <a:gd name="T1" fmla="*/ 0 h 276"/>
                  <a:gd name="T2" fmla="*/ 84 w 84"/>
                  <a:gd name="T3" fmla="*/ 0 h 276"/>
                  <a:gd name="T4" fmla="*/ 84 w 84"/>
                  <a:gd name="T5" fmla="*/ 276 h 276"/>
                  <a:gd name="T6" fmla="*/ 0 w 84"/>
                  <a:gd name="T7" fmla="*/ 276 h 276"/>
                  <a:gd name="T8" fmla="*/ 0 w 84"/>
                  <a:gd name="T9" fmla="*/ 0 h 276"/>
                  <a:gd name="T10" fmla="*/ 0 w 84"/>
                  <a:gd name="T11" fmla="*/ 0 h 276"/>
                </a:gdLst>
                <a:ahLst/>
                <a:cxnLst>
                  <a:cxn ang="0">
                    <a:pos x="T0" y="T1"/>
                  </a:cxn>
                  <a:cxn ang="0">
                    <a:pos x="T2" y="T3"/>
                  </a:cxn>
                  <a:cxn ang="0">
                    <a:pos x="T4" y="T5"/>
                  </a:cxn>
                  <a:cxn ang="0">
                    <a:pos x="T6" y="T7"/>
                  </a:cxn>
                  <a:cxn ang="0">
                    <a:pos x="T8" y="T9"/>
                  </a:cxn>
                  <a:cxn ang="0">
                    <a:pos x="T10" y="T11"/>
                  </a:cxn>
                </a:cxnLst>
                <a:rect l="0" t="0" r="r" b="b"/>
                <a:pathLst>
                  <a:path w="84" h="276">
                    <a:moveTo>
                      <a:pt x="0" y="0"/>
                    </a:moveTo>
                    <a:lnTo>
                      <a:pt x="84" y="0"/>
                    </a:lnTo>
                    <a:lnTo>
                      <a:pt x="84" y="276"/>
                    </a:lnTo>
                    <a:lnTo>
                      <a:pt x="0" y="276"/>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29">
                <a:extLst>
                  <a:ext uri="{FF2B5EF4-FFF2-40B4-BE49-F238E27FC236}">
                    <a16:creationId xmlns:a16="http://schemas.microsoft.com/office/drawing/2014/main" id="{B0777464-12A7-F265-4D64-9A21CE1E6331}"/>
                  </a:ext>
                </a:extLst>
              </p:cNvPr>
              <p:cNvSpPr>
                <a:spLocks noGrp="1" noRot="1" noMove="1" noResize="1" noEditPoints="1" noAdjustHandles="1" noChangeArrowheads="1" noChangeShapeType="1"/>
              </p:cNvSpPr>
              <p:nvPr/>
            </p:nvSpPr>
            <p:spPr bwMode="auto">
              <a:xfrm>
                <a:off x="3251200" y="3097213"/>
                <a:ext cx="158750" cy="158750"/>
              </a:xfrm>
              <a:custGeom>
                <a:avLst/>
                <a:gdLst>
                  <a:gd name="T0" fmla="*/ 50 w 100"/>
                  <a:gd name="T1" fmla="*/ 0 h 100"/>
                  <a:gd name="T2" fmla="*/ 50 w 100"/>
                  <a:gd name="T3" fmla="*/ 0 h 100"/>
                  <a:gd name="T4" fmla="*/ 60 w 100"/>
                  <a:gd name="T5" fmla="*/ 2 h 100"/>
                  <a:gd name="T6" fmla="*/ 70 w 100"/>
                  <a:gd name="T7" fmla="*/ 4 h 100"/>
                  <a:gd name="T8" fmla="*/ 78 w 100"/>
                  <a:gd name="T9" fmla="*/ 8 h 100"/>
                  <a:gd name="T10" fmla="*/ 86 w 100"/>
                  <a:gd name="T11" fmla="*/ 14 h 100"/>
                  <a:gd name="T12" fmla="*/ 92 w 100"/>
                  <a:gd name="T13" fmla="*/ 22 h 100"/>
                  <a:gd name="T14" fmla="*/ 96 w 100"/>
                  <a:gd name="T15" fmla="*/ 30 h 100"/>
                  <a:gd name="T16" fmla="*/ 98 w 100"/>
                  <a:gd name="T17" fmla="*/ 40 h 100"/>
                  <a:gd name="T18" fmla="*/ 100 w 100"/>
                  <a:gd name="T19" fmla="*/ 50 h 100"/>
                  <a:gd name="T20" fmla="*/ 100 w 100"/>
                  <a:gd name="T21" fmla="*/ 50 h 100"/>
                  <a:gd name="T22" fmla="*/ 98 w 100"/>
                  <a:gd name="T23" fmla="*/ 60 h 100"/>
                  <a:gd name="T24" fmla="*/ 96 w 100"/>
                  <a:gd name="T25" fmla="*/ 68 h 100"/>
                  <a:gd name="T26" fmla="*/ 92 w 100"/>
                  <a:gd name="T27" fmla="*/ 78 h 100"/>
                  <a:gd name="T28" fmla="*/ 86 w 100"/>
                  <a:gd name="T29" fmla="*/ 84 h 100"/>
                  <a:gd name="T30" fmla="*/ 78 w 100"/>
                  <a:gd name="T31" fmla="*/ 90 h 100"/>
                  <a:gd name="T32" fmla="*/ 70 w 100"/>
                  <a:gd name="T33" fmla="*/ 96 h 100"/>
                  <a:gd name="T34" fmla="*/ 60 w 100"/>
                  <a:gd name="T35" fmla="*/ 98 h 100"/>
                  <a:gd name="T36" fmla="*/ 50 w 100"/>
                  <a:gd name="T37" fmla="*/ 100 h 100"/>
                  <a:gd name="T38" fmla="*/ 50 w 100"/>
                  <a:gd name="T39" fmla="*/ 100 h 100"/>
                  <a:gd name="T40" fmla="*/ 40 w 100"/>
                  <a:gd name="T41" fmla="*/ 98 h 100"/>
                  <a:gd name="T42" fmla="*/ 30 w 100"/>
                  <a:gd name="T43" fmla="*/ 96 h 100"/>
                  <a:gd name="T44" fmla="*/ 22 w 100"/>
                  <a:gd name="T45" fmla="*/ 90 h 100"/>
                  <a:gd name="T46" fmla="*/ 16 w 100"/>
                  <a:gd name="T47" fmla="*/ 84 h 100"/>
                  <a:gd name="T48" fmla="*/ 10 w 100"/>
                  <a:gd name="T49" fmla="*/ 78 h 100"/>
                  <a:gd name="T50" fmla="*/ 4 w 100"/>
                  <a:gd name="T51" fmla="*/ 68 h 100"/>
                  <a:gd name="T52" fmla="*/ 2 w 100"/>
                  <a:gd name="T53" fmla="*/ 60 h 100"/>
                  <a:gd name="T54" fmla="*/ 0 w 100"/>
                  <a:gd name="T55" fmla="*/ 50 h 100"/>
                  <a:gd name="T56" fmla="*/ 0 w 100"/>
                  <a:gd name="T57" fmla="*/ 50 h 100"/>
                  <a:gd name="T58" fmla="*/ 2 w 100"/>
                  <a:gd name="T59" fmla="*/ 40 h 100"/>
                  <a:gd name="T60" fmla="*/ 4 w 100"/>
                  <a:gd name="T61" fmla="*/ 30 h 100"/>
                  <a:gd name="T62" fmla="*/ 10 w 100"/>
                  <a:gd name="T63" fmla="*/ 22 h 100"/>
                  <a:gd name="T64" fmla="*/ 16 w 100"/>
                  <a:gd name="T65" fmla="*/ 14 h 100"/>
                  <a:gd name="T66" fmla="*/ 22 w 100"/>
                  <a:gd name="T67" fmla="*/ 8 h 100"/>
                  <a:gd name="T68" fmla="*/ 30 w 100"/>
                  <a:gd name="T69" fmla="*/ 4 h 100"/>
                  <a:gd name="T70" fmla="*/ 40 w 100"/>
                  <a:gd name="T71" fmla="*/ 2 h 100"/>
                  <a:gd name="T72" fmla="*/ 50 w 100"/>
                  <a:gd name="T7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0" h="100">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30">
                <a:extLst>
                  <a:ext uri="{FF2B5EF4-FFF2-40B4-BE49-F238E27FC236}">
                    <a16:creationId xmlns:a16="http://schemas.microsoft.com/office/drawing/2014/main" id="{CD666067-AD98-62B0-938F-6614CB47965F}"/>
                  </a:ext>
                </a:extLst>
              </p:cNvPr>
              <p:cNvSpPr>
                <a:spLocks noGrp="1" noRot="1" noMove="1" noResize="1" noEditPoints="1" noAdjustHandles="1" noChangeArrowheads="1" noChangeShapeType="1"/>
              </p:cNvSpPr>
              <p:nvPr/>
            </p:nvSpPr>
            <p:spPr bwMode="auto">
              <a:xfrm>
                <a:off x="3482975" y="3303588"/>
                <a:ext cx="422275" cy="447675"/>
              </a:xfrm>
              <a:custGeom>
                <a:avLst/>
                <a:gdLst>
                  <a:gd name="T0" fmla="*/ 0 w 266"/>
                  <a:gd name="T1" fmla="*/ 6 h 282"/>
                  <a:gd name="T2" fmla="*/ 82 w 266"/>
                  <a:gd name="T3" fmla="*/ 6 h 282"/>
                  <a:gd name="T4" fmla="*/ 82 w 266"/>
                  <a:gd name="T5" fmla="*/ 44 h 282"/>
                  <a:gd name="T6" fmla="*/ 84 w 266"/>
                  <a:gd name="T7" fmla="*/ 44 h 282"/>
                  <a:gd name="T8" fmla="*/ 84 w 266"/>
                  <a:gd name="T9" fmla="*/ 44 h 282"/>
                  <a:gd name="T10" fmla="*/ 88 w 266"/>
                  <a:gd name="T11" fmla="*/ 36 h 282"/>
                  <a:gd name="T12" fmla="*/ 96 w 266"/>
                  <a:gd name="T13" fmla="*/ 28 h 282"/>
                  <a:gd name="T14" fmla="*/ 104 w 266"/>
                  <a:gd name="T15" fmla="*/ 20 h 282"/>
                  <a:gd name="T16" fmla="*/ 112 w 266"/>
                  <a:gd name="T17" fmla="*/ 14 h 282"/>
                  <a:gd name="T18" fmla="*/ 124 w 266"/>
                  <a:gd name="T19" fmla="*/ 8 h 282"/>
                  <a:gd name="T20" fmla="*/ 136 w 266"/>
                  <a:gd name="T21" fmla="*/ 4 h 282"/>
                  <a:gd name="T22" fmla="*/ 150 w 266"/>
                  <a:gd name="T23" fmla="*/ 0 h 282"/>
                  <a:gd name="T24" fmla="*/ 164 w 266"/>
                  <a:gd name="T25" fmla="*/ 0 h 282"/>
                  <a:gd name="T26" fmla="*/ 164 w 266"/>
                  <a:gd name="T27" fmla="*/ 0 h 282"/>
                  <a:gd name="T28" fmla="*/ 180 w 266"/>
                  <a:gd name="T29" fmla="*/ 0 h 282"/>
                  <a:gd name="T30" fmla="*/ 194 w 266"/>
                  <a:gd name="T31" fmla="*/ 2 h 282"/>
                  <a:gd name="T32" fmla="*/ 206 w 266"/>
                  <a:gd name="T33" fmla="*/ 6 h 282"/>
                  <a:gd name="T34" fmla="*/ 216 w 266"/>
                  <a:gd name="T35" fmla="*/ 10 h 282"/>
                  <a:gd name="T36" fmla="*/ 226 w 266"/>
                  <a:gd name="T37" fmla="*/ 16 h 282"/>
                  <a:gd name="T38" fmla="*/ 234 w 266"/>
                  <a:gd name="T39" fmla="*/ 22 h 282"/>
                  <a:gd name="T40" fmla="*/ 242 w 266"/>
                  <a:gd name="T41" fmla="*/ 30 h 282"/>
                  <a:gd name="T42" fmla="*/ 248 w 266"/>
                  <a:gd name="T43" fmla="*/ 38 h 282"/>
                  <a:gd name="T44" fmla="*/ 254 w 266"/>
                  <a:gd name="T45" fmla="*/ 46 h 282"/>
                  <a:gd name="T46" fmla="*/ 258 w 266"/>
                  <a:gd name="T47" fmla="*/ 56 h 282"/>
                  <a:gd name="T48" fmla="*/ 262 w 266"/>
                  <a:gd name="T49" fmla="*/ 80 h 282"/>
                  <a:gd name="T50" fmla="*/ 266 w 266"/>
                  <a:gd name="T51" fmla="*/ 104 h 282"/>
                  <a:gd name="T52" fmla="*/ 266 w 266"/>
                  <a:gd name="T53" fmla="*/ 130 h 282"/>
                  <a:gd name="T54" fmla="*/ 266 w 266"/>
                  <a:gd name="T55" fmla="*/ 282 h 282"/>
                  <a:gd name="T56" fmla="*/ 182 w 266"/>
                  <a:gd name="T57" fmla="*/ 282 h 282"/>
                  <a:gd name="T58" fmla="*/ 182 w 266"/>
                  <a:gd name="T59" fmla="*/ 148 h 282"/>
                  <a:gd name="T60" fmla="*/ 182 w 266"/>
                  <a:gd name="T61" fmla="*/ 148 h 282"/>
                  <a:gd name="T62" fmla="*/ 180 w 266"/>
                  <a:gd name="T63" fmla="*/ 124 h 282"/>
                  <a:gd name="T64" fmla="*/ 178 w 266"/>
                  <a:gd name="T65" fmla="*/ 110 h 282"/>
                  <a:gd name="T66" fmla="*/ 176 w 266"/>
                  <a:gd name="T67" fmla="*/ 100 h 282"/>
                  <a:gd name="T68" fmla="*/ 170 w 266"/>
                  <a:gd name="T69" fmla="*/ 90 h 282"/>
                  <a:gd name="T70" fmla="*/ 162 w 266"/>
                  <a:gd name="T71" fmla="*/ 82 h 282"/>
                  <a:gd name="T72" fmla="*/ 152 w 266"/>
                  <a:gd name="T73" fmla="*/ 76 h 282"/>
                  <a:gd name="T74" fmla="*/ 138 w 266"/>
                  <a:gd name="T75" fmla="*/ 76 h 282"/>
                  <a:gd name="T76" fmla="*/ 138 w 266"/>
                  <a:gd name="T77" fmla="*/ 76 h 282"/>
                  <a:gd name="T78" fmla="*/ 122 w 266"/>
                  <a:gd name="T79" fmla="*/ 76 h 282"/>
                  <a:gd name="T80" fmla="*/ 110 w 266"/>
                  <a:gd name="T81" fmla="*/ 82 h 282"/>
                  <a:gd name="T82" fmla="*/ 102 w 266"/>
                  <a:gd name="T83" fmla="*/ 88 h 282"/>
                  <a:gd name="T84" fmla="*/ 94 w 266"/>
                  <a:gd name="T85" fmla="*/ 96 h 282"/>
                  <a:gd name="T86" fmla="*/ 90 w 266"/>
                  <a:gd name="T87" fmla="*/ 108 h 282"/>
                  <a:gd name="T88" fmla="*/ 88 w 266"/>
                  <a:gd name="T89" fmla="*/ 120 h 282"/>
                  <a:gd name="T90" fmla="*/ 86 w 266"/>
                  <a:gd name="T91" fmla="*/ 146 h 282"/>
                  <a:gd name="T92" fmla="*/ 86 w 266"/>
                  <a:gd name="T93" fmla="*/ 282 h 282"/>
                  <a:gd name="T94" fmla="*/ 0 w 266"/>
                  <a:gd name="T95" fmla="*/ 282 h 282"/>
                  <a:gd name="T96" fmla="*/ 0 w 266"/>
                  <a:gd name="T97" fmla="*/ 6 h 282"/>
                  <a:gd name="T98" fmla="*/ 0 w 266"/>
                  <a:gd name="T99" fmla="*/ 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6" h="282">
                    <a:moveTo>
                      <a:pt x="0" y="6"/>
                    </a:moveTo>
                    <a:lnTo>
                      <a:pt x="82" y="6"/>
                    </a:lnTo>
                    <a:lnTo>
                      <a:pt x="82" y="44"/>
                    </a:lnTo>
                    <a:lnTo>
                      <a:pt x="84" y="44"/>
                    </a:lnTo>
                    <a:lnTo>
                      <a:pt x="84" y="44"/>
                    </a:lnTo>
                    <a:lnTo>
                      <a:pt x="88" y="36"/>
                    </a:lnTo>
                    <a:lnTo>
                      <a:pt x="96" y="28"/>
                    </a:lnTo>
                    <a:lnTo>
                      <a:pt x="104" y="20"/>
                    </a:lnTo>
                    <a:lnTo>
                      <a:pt x="112" y="14"/>
                    </a:lnTo>
                    <a:lnTo>
                      <a:pt x="124" y="8"/>
                    </a:lnTo>
                    <a:lnTo>
                      <a:pt x="136" y="4"/>
                    </a:lnTo>
                    <a:lnTo>
                      <a:pt x="150" y="0"/>
                    </a:lnTo>
                    <a:lnTo>
                      <a:pt x="164" y="0"/>
                    </a:lnTo>
                    <a:lnTo>
                      <a:pt x="164" y="0"/>
                    </a:lnTo>
                    <a:lnTo>
                      <a:pt x="180" y="0"/>
                    </a:lnTo>
                    <a:lnTo>
                      <a:pt x="194" y="2"/>
                    </a:lnTo>
                    <a:lnTo>
                      <a:pt x="206" y="6"/>
                    </a:lnTo>
                    <a:lnTo>
                      <a:pt x="216" y="10"/>
                    </a:lnTo>
                    <a:lnTo>
                      <a:pt x="226" y="16"/>
                    </a:lnTo>
                    <a:lnTo>
                      <a:pt x="234" y="22"/>
                    </a:lnTo>
                    <a:lnTo>
                      <a:pt x="242" y="30"/>
                    </a:lnTo>
                    <a:lnTo>
                      <a:pt x="248" y="38"/>
                    </a:lnTo>
                    <a:lnTo>
                      <a:pt x="254" y="46"/>
                    </a:lnTo>
                    <a:lnTo>
                      <a:pt x="258" y="56"/>
                    </a:lnTo>
                    <a:lnTo>
                      <a:pt x="262" y="80"/>
                    </a:lnTo>
                    <a:lnTo>
                      <a:pt x="266" y="104"/>
                    </a:lnTo>
                    <a:lnTo>
                      <a:pt x="266" y="130"/>
                    </a:lnTo>
                    <a:lnTo>
                      <a:pt x="266" y="282"/>
                    </a:lnTo>
                    <a:lnTo>
                      <a:pt x="182" y="282"/>
                    </a:lnTo>
                    <a:lnTo>
                      <a:pt x="182" y="148"/>
                    </a:lnTo>
                    <a:lnTo>
                      <a:pt x="182" y="148"/>
                    </a:lnTo>
                    <a:lnTo>
                      <a:pt x="180" y="124"/>
                    </a:lnTo>
                    <a:lnTo>
                      <a:pt x="178" y="110"/>
                    </a:lnTo>
                    <a:lnTo>
                      <a:pt x="176" y="100"/>
                    </a:lnTo>
                    <a:lnTo>
                      <a:pt x="170" y="90"/>
                    </a:lnTo>
                    <a:lnTo>
                      <a:pt x="162" y="82"/>
                    </a:lnTo>
                    <a:lnTo>
                      <a:pt x="152" y="76"/>
                    </a:lnTo>
                    <a:lnTo>
                      <a:pt x="138" y="76"/>
                    </a:lnTo>
                    <a:lnTo>
                      <a:pt x="138" y="76"/>
                    </a:lnTo>
                    <a:lnTo>
                      <a:pt x="122" y="76"/>
                    </a:lnTo>
                    <a:lnTo>
                      <a:pt x="110" y="82"/>
                    </a:lnTo>
                    <a:lnTo>
                      <a:pt x="102" y="88"/>
                    </a:lnTo>
                    <a:lnTo>
                      <a:pt x="94" y="96"/>
                    </a:lnTo>
                    <a:lnTo>
                      <a:pt x="90" y="108"/>
                    </a:lnTo>
                    <a:lnTo>
                      <a:pt x="88" y="120"/>
                    </a:lnTo>
                    <a:lnTo>
                      <a:pt x="86" y="146"/>
                    </a:lnTo>
                    <a:lnTo>
                      <a:pt x="86" y="282"/>
                    </a:lnTo>
                    <a:lnTo>
                      <a:pt x="0" y="282"/>
                    </a:lnTo>
                    <a:lnTo>
                      <a:pt x="0" y="6"/>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pic>
          <p:nvPicPr>
            <p:cNvPr id="13" name="Graphic 12">
              <a:extLst>
                <a:ext uri="{FF2B5EF4-FFF2-40B4-BE49-F238E27FC236}">
                  <a16:creationId xmlns:a16="http://schemas.microsoft.com/office/drawing/2014/main" id="{520A74AB-FB73-C418-EF73-6228A0819356}"/>
                </a:ext>
              </a:extLst>
            </p:cNvPr>
            <p:cNvPicPr>
              <a:picLocks noGrp="1" noRot="1" noChangeAspect="1" noMove="1" noResize="1" noEditPoints="1" noAdjustHandles="1" noChangeArrowheads="1" noChangeShapeType="1" noCrop="1"/>
            </p:cNvPicPr>
            <p:nvPr/>
          </p:nvPicPr>
          <p:blipFill>
            <a:blip r:embed="rId7">
              <a:extLst>
                <a:ext uri="{96DAC541-7B7A-43D3-8B79-37D633B846F1}">
                  <asvg:svgBlip xmlns:asvg="http://schemas.microsoft.com/office/drawing/2016/SVG/main" r:embed="rId8"/>
                </a:ext>
              </a:extLst>
            </a:blip>
            <a:stretch>
              <a:fillRect/>
            </a:stretch>
          </p:blipFill>
          <p:spPr>
            <a:xfrm>
              <a:off x="1430951" y="2836135"/>
              <a:ext cx="388800" cy="388800"/>
            </a:xfrm>
            <a:prstGeom prst="rect">
              <a:avLst/>
            </a:prstGeom>
          </p:spPr>
        </p:pic>
      </p:grpSp>
      <p:sp>
        <p:nvSpPr>
          <p:cNvPr id="20" name="Text Placeholder 12">
            <a:extLst>
              <a:ext uri="{FF2B5EF4-FFF2-40B4-BE49-F238E27FC236}">
                <a16:creationId xmlns:a16="http://schemas.microsoft.com/office/drawing/2014/main" id="{C568F71D-8F0D-4AE8-9FD1-A861121A6697}"/>
              </a:ext>
            </a:extLst>
          </p:cNvPr>
          <p:cNvSpPr txBox="1">
            <a:spLocks noGrp="1" noRot="1" noMove="1" noResize="1" noEditPoints="1" noAdjustHandles="1" noChangeArrowheads="1" noChangeShapeType="1"/>
          </p:cNvSpPr>
          <p:nvPr userDrawn="1"/>
        </p:nvSpPr>
        <p:spPr>
          <a:xfrm>
            <a:off x="984000" y="1342800"/>
            <a:ext cx="10224000" cy="396000"/>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nSpc>
                <a:spcPct val="70000"/>
              </a:lnSpc>
              <a:spcAft>
                <a:spcPts val="0"/>
              </a:spcAft>
            </a:pPr>
            <a:r>
              <a:rPr lang="en-US" sz="3600" b="0" spc="-20">
                <a:solidFill>
                  <a:schemeClr val="bg1"/>
                </a:solidFill>
                <a:latin typeface="+mj-lt"/>
              </a:rPr>
              <a:t>The contacts at KPMG in connection with this report are:</a:t>
            </a:r>
          </a:p>
        </p:txBody>
      </p:sp>
      <p:sp>
        <p:nvSpPr>
          <p:cNvPr id="21" name="Rectangle 20">
            <a:extLst>
              <a:ext uri="{FF2B5EF4-FFF2-40B4-BE49-F238E27FC236}">
                <a16:creationId xmlns:a16="http://schemas.microsoft.com/office/drawing/2014/main" id="{9B28933D-CC29-8906-33BF-7C29A5ADB874}"/>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24" name="Rectangle 23">
            <a:extLst>
              <a:ext uri="{FF2B5EF4-FFF2-40B4-BE49-F238E27FC236}">
                <a16:creationId xmlns:a16="http://schemas.microsoft.com/office/drawing/2014/main" id="{4A6097CB-951E-D475-910C-B956A0F2B8D0}"/>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32" name="Rectangle 31">
            <a:extLst>
              <a:ext uri="{FF2B5EF4-FFF2-40B4-BE49-F238E27FC236}">
                <a16:creationId xmlns:a16="http://schemas.microsoft.com/office/drawing/2014/main" id="{48B0E9EA-599D-5880-B325-838DE35345B4}"/>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33" name="Rectangle 32">
            <a:extLst>
              <a:ext uri="{FF2B5EF4-FFF2-40B4-BE49-F238E27FC236}">
                <a16:creationId xmlns:a16="http://schemas.microsoft.com/office/drawing/2014/main" id="{AE5CC623-0A20-A193-A8B9-49F4758703D2}"/>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34" name="Rectangle 33">
            <a:extLst>
              <a:ext uri="{FF2B5EF4-FFF2-40B4-BE49-F238E27FC236}">
                <a16:creationId xmlns:a16="http://schemas.microsoft.com/office/drawing/2014/main" id="{E3AEA470-5555-8D44-BCAC-B20FFFE2CBA6}"/>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35" name="Rectangle 34">
            <a:extLst>
              <a:ext uri="{FF2B5EF4-FFF2-40B4-BE49-F238E27FC236}">
                <a16:creationId xmlns:a16="http://schemas.microsoft.com/office/drawing/2014/main" id="{B39C49C7-C0D1-0468-765B-C7F4131B33F6}"/>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36" name="Rectangle 35">
            <a:extLst>
              <a:ext uri="{FF2B5EF4-FFF2-40B4-BE49-F238E27FC236}">
                <a16:creationId xmlns:a16="http://schemas.microsoft.com/office/drawing/2014/main" id="{FAF1645A-E5C2-154F-7A31-73DAAC666F20}"/>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37" name="Group 36">
            <a:extLst>
              <a:ext uri="{FF2B5EF4-FFF2-40B4-BE49-F238E27FC236}">
                <a16:creationId xmlns:a16="http://schemas.microsoft.com/office/drawing/2014/main" id="{31A2FEE1-8E98-49D2-5AD3-BA09A0F2B7AA}"/>
              </a:ext>
            </a:extLst>
          </p:cNvPr>
          <p:cNvGrpSpPr/>
          <p:nvPr userDrawn="1"/>
        </p:nvGrpSpPr>
        <p:grpSpPr>
          <a:xfrm>
            <a:off x="985838" y="6975139"/>
            <a:ext cx="10223500" cy="230049"/>
            <a:chOff x="985838" y="6975139"/>
            <a:chExt cx="10223500" cy="230049"/>
          </a:xfrm>
        </p:grpSpPr>
        <p:cxnSp>
          <p:nvCxnSpPr>
            <p:cNvPr id="38" name="Straight Arrow Connector 37">
              <a:extLst>
                <a:ext uri="{FF2B5EF4-FFF2-40B4-BE49-F238E27FC236}">
                  <a16:creationId xmlns:a16="http://schemas.microsoft.com/office/drawing/2014/main" id="{578558A4-70F1-9F8A-E78D-2ACEF58601BA}"/>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6D36627E-4874-0C62-A0B3-9C827531B6B0}"/>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40" name="Group 39">
            <a:extLst>
              <a:ext uri="{FF2B5EF4-FFF2-40B4-BE49-F238E27FC236}">
                <a16:creationId xmlns:a16="http://schemas.microsoft.com/office/drawing/2014/main" id="{11F2CCB2-CF5C-CC7F-9EE4-8CBBEA8B24C9}"/>
              </a:ext>
            </a:extLst>
          </p:cNvPr>
          <p:cNvGrpSpPr/>
          <p:nvPr userDrawn="1"/>
        </p:nvGrpSpPr>
        <p:grpSpPr>
          <a:xfrm>
            <a:off x="0" y="7255521"/>
            <a:ext cx="12192000" cy="230049"/>
            <a:chOff x="0" y="7255521"/>
            <a:chExt cx="12192000" cy="230049"/>
          </a:xfrm>
        </p:grpSpPr>
        <p:cxnSp>
          <p:nvCxnSpPr>
            <p:cNvPr id="41" name="Straight Arrow Connector 40">
              <a:extLst>
                <a:ext uri="{FF2B5EF4-FFF2-40B4-BE49-F238E27FC236}">
                  <a16:creationId xmlns:a16="http://schemas.microsoft.com/office/drawing/2014/main" id="{1D3210E6-930D-6B95-570F-CD9266121A44}"/>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A4544F3B-7108-3DD3-905A-D2FE2CB52E2E}"/>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43" name="Group 42">
            <a:extLst>
              <a:ext uri="{FF2B5EF4-FFF2-40B4-BE49-F238E27FC236}">
                <a16:creationId xmlns:a16="http://schemas.microsoft.com/office/drawing/2014/main" id="{85F9D541-F11A-7A4E-3C0E-E3FBAEC0327C}"/>
              </a:ext>
            </a:extLst>
          </p:cNvPr>
          <p:cNvGrpSpPr>
            <a:grpSpLocks/>
          </p:cNvGrpSpPr>
          <p:nvPr userDrawn="1"/>
        </p:nvGrpSpPr>
        <p:grpSpPr>
          <a:xfrm>
            <a:off x="982800" y="7491081"/>
            <a:ext cx="4930775" cy="230049"/>
            <a:chOff x="985838" y="7724761"/>
            <a:chExt cx="4930775" cy="230049"/>
          </a:xfrm>
        </p:grpSpPr>
        <p:cxnSp>
          <p:nvCxnSpPr>
            <p:cNvPr id="44" name="Straight Arrow Connector 43">
              <a:extLst>
                <a:ext uri="{FF2B5EF4-FFF2-40B4-BE49-F238E27FC236}">
                  <a16:creationId xmlns:a16="http://schemas.microsoft.com/office/drawing/2014/main" id="{7195D9EA-D0BA-B2DB-D627-546C7C830BAF}"/>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AA422BA8-68E7-1BDD-E2C9-293FFD87A07D}"/>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46" name="Group 45">
            <a:extLst>
              <a:ext uri="{FF2B5EF4-FFF2-40B4-BE49-F238E27FC236}">
                <a16:creationId xmlns:a16="http://schemas.microsoft.com/office/drawing/2014/main" id="{9B30D2AE-7AE7-6B44-FC62-913D3214A039}"/>
              </a:ext>
            </a:extLst>
          </p:cNvPr>
          <p:cNvGrpSpPr>
            <a:grpSpLocks/>
          </p:cNvGrpSpPr>
          <p:nvPr userDrawn="1"/>
        </p:nvGrpSpPr>
        <p:grpSpPr>
          <a:xfrm>
            <a:off x="6274800" y="7491081"/>
            <a:ext cx="4930775" cy="230049"/>
            <a:chOff x="985838" y="7724761"/>
            <a:chExt cx="4930775" cy="230049"/>
          </a:xfrm>
        </p:grpSpPr>
        <p:cxnSp>
          <p:nvCxnSpPr>
            <p:cNvPr id="47" name="Straight Arrow Connector 46">
              <a:extLst>
                <a:ext uri="{FF2B5EF4-FFF2-40B4-BE49-F238E27FC236}">
                  <a16:creationId xmlns:a16="http://schemas.microsoft.com/office/drawing/2014/main" id="{1E7D347C-BB9A-B79F-D81E-97CB28DC4CCF}"/>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AEAB1EAF-FFF6-5AF5-2140-CE9BDDC139CC}"/>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49" name="Group 48">
            <a:extLst>
              <a:ext uri="{FF2B5EF4-FFF2-40B4-BE49-F238E27FC236}">
                <a16:creationId xmlns:a16="http://schemas.microsoft.com/office/drawing/2014/main" id="{80DA3F31-F8F7-0D75-A354-8C2CD07C9C5C}"/>
              </a:ext>
            </a:extLst>
          </p:cNvPr>
          <p:cNvGrpSpPr/>
          <p:nvPr userDrawn="1"/>
        </p:nvGrpSpPr>
        <p:grpSpPr>
          <a:xfrm>
            <a:off x="12750953" y="0"/>
            <a:ext cx="230051" cy="6858000"/>
            <a:chOff x="-1090386" y="0"/>
            <a:chExt cx="230051" cy="6858000"/>
          </a:xfrm>
        </p:grpSpPr>
        <p:cxnSp>
          <p:nvCxnSpPr>
            <p:cNvPr id="50" name="Straight Arrow Connector 49">
              <a:extLst>
                <a:ext uri="{FF2B5EF4-FFF2-40B4-BE49-F238E27FC236}">
                  <a16:creationId xmlns:a16="http://schemas.microsoft.com/office/drawing/2014/main" id="{D727AA30-EBFB-9A5F-A69A-99048CD54BC2}"/>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D474996D-CFB7-ADC7-39A2-7F76F1043EFB}"/>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grpSp>
        <p:nvGrpSpPr>
          <p:cNvPr id="52" name="Group 51">
            <a:extLst>
              <a:ext uri="{FF2B5EF4-FFF2-40B4-BE49-F238E27FC236}">
                <a16:creationId xmlns:a16="http://schemas.microsoft.com/office/drawing/2014/main" id="{530D535A-00E8-E4D7-E927-839082013C2D}"/>
              </a:ext>
            </a:extLst>
          </p:cNvPr>
          <p:cNvGrpSpPr>
            <a:grpSpLocks/>
          </p:cNvGrpSpPr>
          <p:nvPr userDrawn="1"/>
        </p:nvGrpSpPr>
        <p:grpSpPr>
          <a:xfrm>
            <a:off x="12251088" y="1341438"/>
            <a:ext cx="230049" cy="4536000"/>
            <a:chOff x="-321485" y="1341438"/>
            <a:chExt cx="230049" cy="4536000"/>
          </a:xfrm>
        </p:grpSpPr>
        <p:cxnSp>
          <p:nvCxnSpPr>
            <p:cNvPr id="54" name="Straight Arrow Connector 53">
              <a:extLst>
                <a:ext uri="{FF2B5EF4-FFF2-40B4-BE49-F238E27FC236}">
                  <a16:creationId xmlns:a16="http://schemas.microsoft.com/office/drawing/2014/main" id="{5C6348FB-0B36-059A-C017-68224B7C75C4}"/>
                </a:ext>
              </a:extLst>
            </p:cNvPr>
            <p:cNvCxnSpPr>
              <a:cxnSpLocks/>
            </p:cNvCxnSpPr>
            <p:nvPr userDrawn="1"/>
          </p:nvCxnSpPr>
          <p:spPr>
            <a:xfrm flipH="1">
              <a:off x="-206460" y="1341438"/>
              <a:ext cx="0" cy="4536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8D59CCE0-F440-5A14-885B-BD4A7322CBF5}"/>
                </a:ext>
              </a:extLst>
            </p:cNvPr>
            <p:cNvSpPr>
              <a:spLocks/>
            </p:cNvSpPr>
            <p:nvPr userDrawn="1"/>
          </p:nvSpPr>
          <p:spPr>
            <a:xfrm rot="16200000">
              <a:off x="-650244" y="3494413"/>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12.60cm</a:t>
              </a:r>
            </a:p>
          </p:txBody>
        </p:sp>
      </p:grpSp>
      <p:grpSp>
        <p:nvGrpSpPr>
          <p:cNvPr id="56" name="Group 55">
            <a:extLst>
              <a:ext uri="{FF2B5EF4-FFF2-40B4-BE49-F238E27FC236}">
                <a16:creationId xmlns:a16="http://schemas.microsoft.com/office/drawing/2014/main" id="{5BCA118A-9B41-2F03-3721-7D046EF70526}"/>
              </a:ext>
            </a:extLst>
          </p:cNvPr>
          <p:cNvGrpSpPr/>
          <p:nvPr userDrawn="1"/>
        </p:nvGrpSpPr>
        <p:grpSpPr>
          <a:xfrm>
            <a:off x="12257572" y="981075"/>
            <a:ext cx="539998" cy="360363"/>
            <a:chOff x="-520806" y="981075"/>
            <a:chExt cx="539998" cy="360363"/>
          </a:xfrm>
        </p:grpSpPr>
        <p:cxnSp>
          <p:nvCxnSpPr>
            <p:cNvPr id="57" name="Straight Arrow Connector 56">
              <a:extLst>
                <a:ext uri="{FF2B5EF4-FFF2-40B4-BE49-F238E27FC236}">
                  <a16:creationId xmlns:a16="http://schemas.microsoft.com/office/drawing/2014/main" id="{956F88D4-C26E-DCF0-C76D-3C89F066C859}"/>
                </a:ext>
              </a:extLst>
            </p:cNvPr>
            <p:cNvCxnSpPr>
              <a:cxnSpLocks/>
            </p:cNvCxnSpPr>
            <p:nvPr userDrawn="1"/>
          </p:nvCxnSpPr>
          <p:spPr>
            <a:xfrm>
              <a:off x="-281425" y="981075"/>
              <a:ext cx="0" cy="360363"/>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70DD2E72-BEF9-62FC-17F8-1255E43676FF}"/>
                </a:ext>
              </a:extLst>
            </p:cNvPr>
            <p:cNvSpPr>
              <a:spLocks/>
            </p:cNvSpPr>
            <p:nvPr userDrawn="1"/>
          </p:nvSpPr>
          <p:spPr>
            <a:xfrm>
              <a:off x="-520806" y="1085544"/>
              <a:ext cx="539998" cy="151425"/>
            </a:xfrm>
            <a:prstGeom prst="rect">
              <a:avLst/>
            </a:prstGeom>
            <a:solidFill>
              <a:schemeClr val="bg1"/>
            </a:solidFill>
            <a:ln w="12700" cap="flat" cmpd="sng" algn="ctr">
              <a:solidFill>
                <a:srgbClr val="FD349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1.00cm</a:t>
              </a:r>
            </a:p>
          </p:txBody>
        </p:sp>
      </p:grpSp>
      <p:sp>
        <p:nvSpPr>
          <p:cNvPr id="59" name="Rectangle 58">
            <a:extLst>
              <a:ext uri="{FF2B5EF4-FFF2-40B4-BE49-F238E27FC236}">
                <a16:creationId xmlns:a16="http://schemas.microsoft.com/office/drawing/2014/main" id="{6A737A84-FB97-8A80-A63E-103131EC579C}"/>
              </a:ext>
            </a:extLst>
          </p:cNvPr>
          <p:cNvSpPr>
            <a:spLocks/>
          </p:cNvSpPr>
          <p:nvPr userDrawn="1"/>
        </p:nvSpPr>
        <p:spPr>
          <a:xfrm>
            <a:off x="-699796" y="3636736"/>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10.03cm</a:t>
            </a:r>
          </a:p>
        </p:txBody>
      </p:sp>
      <p:sp>
        <p:nvSpPr>
          <p:cNvPr id="60" name="Rectangle 59">
            <a:extLst>
              <a:ext uri="{FF2B5EF4-FFF2-40B4-BE49-F238E27FC236}">
                <a16:creationId xmlns:a16="http://schemas.microsoft.com/office/drawing/2014/main" id="{28E0EF7E-A502-A3A0-0153-ED8926CCEF34}"/>
              </a:ext>
            </a:extLst>
          </p:cNvPr>
          <p:cNvSpPr>
            <a:spLocks/>
          </p:cNvSpPr>
          <p:nvPr userDrawn="1"/>
        </p:nvSpPr>
        <p:spPr>
          <a:xfrm>
            <a:off x="-2318387" y="6281348"/>
            <a:ext cx="2290335"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NO CONTENT BELOW THIS LINE UNDER ANY CIRCUMSTANCES</a:t>
            </a:r>
          </a:p>
        </p:txBody>
      </p:sp>
      <p:sp>
        <p:nvSpPr>
          <p:cNvPr id="61" name="Rectangle 60">
            <a:extLst>
              <a:ext uri="{FF2B5EF4-FFF2-40B4-BE49-F238E27FC236}">
                <a16:creationId xmlns:a16="http://schemas.microsoft.com/office/drawing/2014/main" id="{4035EB0F-C914-2AC8-12E1-49A4CF09FACF}"/>
              </a:ext>
            </a:extLst>
          </p:cNvPr>
          <p:cNvSpPr>
            <a:spLocks/>
          </p:cNvSpPr>
          <p:nvPr userDrawn="1"/>
        </p:nvSpPr>
        <p:spPr>
          <a:xfrm>
            <a:off x="-583407" y="3360421"/>
            <a:ext cx="45808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sp>
        <p:nvSpPr>
          <p:cNvPr id="62" name="Rectangle 61">
            <a:extLst>
              <a:ext uri="{FF2B5EF4-FFF2-40B4-BE49-F238E27FC236}">
                <a16:creationId xmlns:a16="http://schemas.microsoft.com/office/drawing/2014/main" id="{78BC6D35-413F-5FCB-A156-87D6DE32A9BD}"/>
              </a:ext>
            </a:extLst>
          </p:cNvPr>
          <p:cNvSpPr>
            <a:spLocks/>
          </p:cNvSpPr>
          <p:nvPr userDrawn="1"/>
        </p:nvSpPr>
        <p:spPr>
          <a:xfrm>
            <a:off x="-617633" y="3821430"/>
            <a:ext cx="492308"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cxnSp>
        <p:nvCxnSpPr>
          <p:cNvPr id="63" name="Straight Arrow Connector 62">
            <a:extLst>
              <a:ext uri="{FF2B5EF4-FFF2-40B4-BE49-F238E27FC236}">
                <a16:creationId xmlns:a16="http://schemas.microsoft.com/office/drawing/2014/main" id="{6C33396C-B9B9-08F5-19D1-0F09D2EA7753}"/>
              </a:ext>
            </a:extLst>
          </p:cNvPr>
          <p:cNvCxnSpPr>
            <a:cxnSpLocks/>
          </p:cNvCxnSpPr>
          <p:nvPr userDrawn="1"/>
        </p:nvCxnSpPr>
        <p:spPr>
          <a:xfrm>
            <a:off x="13322741" y="3644901"/>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7AF6F914-A329-DD2A-2A61-602F3CDCD1AE}"/>
              </a:ext>
            </a:extLst>
          </p:cNvPr>
          <p:cNvSpPr>
            <a:spLocks/>
          </p:cNvSpPr>
          <p:nvPr userDrawn="1"/>
        </p:nvSpPr>
        <p:spPr>
          <a:xfrm rot="16200000">
            <a:off x="12878141" y="4641806"/>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cxnSp>
        <p:nvCxnSpPr>
          <p:cNvPr id="65" name="Straight Arrow Connector 64">
            <a:extLst>
              <a:ext uri="{FF2B5EF4-FFF2-40B4-BE49-F238E27FC236}">
                <a16:creationId xmlns:a16="http://schemas.microsoft.com/office/drawing/2014/main" id="{266120E2-2CBF-AD2E-E69D-65304A31DBD7}"/>
              </a:ext>
            </a:extLst>
          </p:cNvPr>
          <p:cNvCxnSpPr>
            <a:cxnSpLocks/>
          </p:cNvCxnSpPr>
          <p:nvPr userDrawn="1"/>
        </p:nvCxnSpPr>
        <p:spPr>
          <a:xfrm>
            <a:off x="13322742" y="1341434"/>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71CC7521-10DD-0F4D-7ED4-6A2CC076B321}"/>
              </a:ext>
            </a:extLst>
          </p:cNvPr>
          <p:cNvSpPr>
            <a:spLocks/>
          </p:cNvSpPr>
          <p:nvPr userDrawn="1"/>
        </p:nvSpPr>
        <p:spPr>
          <a:xfrm rot="16200000">
            <a:off x="12878142" y="2338339"/>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sp>
        <p:nvSpPr>
          <p:cNvPr id="67" name="Rectangle 66">
            <a:extLst>
              <a:ext uri="{FF2B5EF4-FFF2-40B4-BE49-F238E27FC236}">
                <a16:creationId xmlns:a16="http://schemas.microsoft.com/office/drawing/2014/main" id="{4F480CF8-F0C8-E5E5-9429-C57DDD3852AE}"/>
              </a:ext>
            </a:extLst>
          </p:cNvPr>
          <p:cNvSpPr>
            <a:spLocks/>
          </p:cNvSpPr>
          <p:nvPr userDrawn="1"/>
        </p:nvSpPr>
        <p:spPr>
          <a:xfrm>
            <a:off x="6275388" y="-473416"/>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16.93cm</a:t>
            </a:r>
          </a:p>
        </p:txBody>
      </p:sp>
      <p:sp>
        <p:nvSpPr>
          <p:cNvPr id="68" name="Rectangle 67">
            <a:extLst>
              <a:ext uri="{FF2B5EF4-FFF2-40B4-BE49-F238E27FC236}">
                <a16:creationId xmlns:a16="http://schemas.microsoft.com/office/drawing/2014/main" id="{7243EF59-7742-4B49-7A71-A69580A1033C}"/>
              </a:ext>
            </a:extLst>
          </p:cNvPr>
          <p:cNvSpPr>
            <a:spLocks/>
          </p:cNvSpPr>
          <p:nvPr userDrawn="1"/>
        </p:nvSpPr>
        <p:spPr>
          <a:xfrm>
            <a:off x="5396117"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16.43cm</a:t>
            </a:r>
          </a:p>
        </p:txBody>
      </p:sp>
      <p:sp>
        <p:nvSpPr>
          <p:cNvPr id="69" name="Text Placeholder 23">
            <a:extLst>
              <a:ext uri="{FF2B5EF4-FFF2-40B4-BE49-F238E27FC236}">
                <a16:creationId xmlns:a16="http://schemas.microsoft.com/office/drawing/2014/main" id="{624A7E35-A4C6-B5D4-B7A4-407C0EB93532}"/>
              </a:ext>
            </a:extLst>
          </p:cNvPr>
          <p:cNvSpPr txBox="1">
            <a:spLocks noGrp="1" noRot="1" noMove="1" noResize="1" noEditPoints="1" noAdjustHandles="1" noChangeArrowheads="1" noChangeShapeType="1"/>
          </p:cNvSpPr>
          <p:nvPr userDrawn="1"/>
        </p:nvSpPr>
        <p:spPr>
          <a:xfrm>
            <a:off x="6215541" y="2892071"/>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a:t>
            </a:r>
            <a:r>
              <a:rPr lang="en-US" sz="900" err="1">
                <a:solidFill>
                  <a:schemeClr val="bg1"/>
                </a:solidFill>
                <a:latin typeface="+mn-lt"/>
              </a:rPr>
              <a:t>XXX</a:t>
            </a:r>
            <a:r>
              <a:rPr lang="en-US" sz="900">
                <a:solidFill>
                  <a:schemeClr val="bg1"/>
                </a:solidFill>
                <a:latin typeface="+mn-lt"/>
              </a:rPr>
              <a:t> XXXX</a:t>
            </a:r>
          </a:p>
          <a:p>
            <a:pPr lvl="1" defTabSz="269868">
              <a:spcAft>
                <a:spcPts val="300"/>
              </a:spcAft>
            </a:pPr>
            <a:r>
              <a:rPr lang="en-US" sz="900" b="1">
                <a:solidFill>
                  <a:schemeClr val="bg1"/>
                </a:solidFill>
                <a:latin typeface="+mn-lt"/>
              </a:rPr>
              <a:t>E: </a:t>
            </a:r>
            <a:r>
              <a:rPr lang="en-US" sz="900" err="1">
                <a:solidFill>
                  <a:schemeClr val="bg1"/>
                </a:solidFill>
                <a:latin typeface="+mn-lt"/>
              </a:rPr>
              <a:t>xxx.xxx@kpmg.xx</a:t>
            </a:r>
            <a:endParaRPr lang="en-US" sz="900">
              <a:solidFill>
                <a:schemeClr val="bg1"/>
              </a:solidFill>
              <a:latin typeface="+mn-lt"/>
            </a:endParaRPr>
          </a:p>
        </p:txBody>
      </p:sp>
      <p:sp>
        <p:nvSpPr>
          <p:cNvPr id="70" name="Text Placeholder 23">
            <a:extLst>
              <a:ext uri="{FF2B5EF4-FFF2-40B4-BE49-F238E27FC236}">
                <a16:creationId xmlns:a16="http://schemas.microsoft.com/office/drawing/2014/main" id="{EF2BAF0E-3CA4-3AB0-4E61-8027AF01CE19}"/>
              </a:ext>
            </a:extLst>
          </p:cNvPr>
          <p:cNvSpPr txBox="1">
            <a:spLocks noGrp="1" noRot="1" noMove="1" noResize="1" noEditPoints="1" noAdjustHandles="1" noChangeArrowheads="1" noChangeShapeType="1"/>
          </p:cNvSpPr>
          <p:nvPr userDrawn="1"/>
        </p:nvSpPr>
        <p:spPr>
          <a:xfrm>
            <a:off x="8831311" y="2892072"/>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a:t>
            </a:r>
            <a:r>
              <a:rPr lang="en-US" sz="900" err="1">
                <a:solidFill>
                  <a:schemeClr val="bg1"/>
                </a:solidFill>
                <a:latin typeface="+mn-lt"/>
              </a:rPr>
              <a:t>XXX</a:t>
            </a:r>
            <a:r>
              <a:rPr lang="en-US" sz="900">
                <a:solidFill>
                  <a:schemeClr val="bg1"/>
                </a:solidFill>
                <a:latin typeface="+mn-lt"/>
              </a:rPr>
              <a:t> XXXX</a:t>
            </a:r>
          </a:p>
          <a:p>
            <a:pPr lvl="1" defTabSz="269868">
              <a:spcAft>
                <a:spcPts val="300"/>
              </a:spcAft>
            </a:pPr>
            <a:r>
              <a:rPr lang="en-US" sz="900" b="1">
                <a:solidFill>
                  <a:schemeClr val="bg1"/>
                </a:solidFill>
                <a:latin typeface="+mn-lt"/>
              </a:rPr>
              <a:t>E: </a:t>
            </a:r>
            <a:r>
              <a:rPr lang="en-US" sz="900" err="1">
                <a:solidFill>
                  <a:schemeClr val="bg1"/>
                </a:solidFill>
                <a:latin typeface="+mn-lt"/>
              </a:rPr>
              <a:t>xxx.xxx@kpmg.xx</a:t>
            </a:r>
            <a:endParaRPr lang="en-US" sz="900">
              <a:solidFill>
                <a:schemeClr val="bg1"/>
              </a:solidFill>
              <a:latin typeface="+mn-lt"/>
            </a:endParaRPr>
          </a:p>
        </p:txBody>
      </p:sp>
      <p:sp>
        <p:nvSpPr>
          <p:cNvPr id="71" name="Text Placeholder 19">
            <a:extLst>
              <a:ext uri="{FF2B5EF4-FFF2-40B4-BE49-F238E27FC236}">
                <a16:creationId xmlns:a16="http://schemas.microsoft.com/office/drawing/2014/main" id="{D6055F5A-6801-7492-330C-39B1260CED67}"/>
              </a:ext>
            </a:extLst>
          </p:cNvPr>
          <p:cNvSpPr txBox="1">
            <a:spLocks noGrp="1" noRot="1" noMove="1" noResize="1" noEditPoints="1" noAdjustHandles="1" noChangeArrowheads="1" noChangeShapeType="1"/>
          </p:cNvSpPr>
          <p:nvPr userDrawn="1"/>
        </p:nvSpPr>
        <p:spPr>
          <a:xfrm>
            <a:off x="984000" y="2890800"/>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XXX XXXX</a:t>
            </a:r>
          </a:p>
          <a:p>
            <a:pPr lvl="1" defTabSz="269868">
              <a:spcAft>
                <a:spcPts val="300"/>
              </a:spcAft>
            </a:pPr>
            <a:r>
              <a:rPr lang="en-US" sz="900" b="1">
                <a:solidFill>
                  <a:schemeClr val="bg1"/>
                </a:solidFill>
                <a:latin typeface="+mn-lt"/>
              </a:rPr>
              <a:t>E: </a:t>
            </a:r>
            <a:r>
              <a:rPr lang="en-US" sz="900">
                <a:solidFill>
                  <a:schemeClr val="bg1"/>
                </a:solidFill>
                <a:latin typeface="+mn-lt"/>
              </a:rPr>
              <a:t>xxx.xxx@kpmg.xx</a:t>
            </a:r>
          </a:p>
        </p:txBody>
      </p:sp>
      <p:sp>
        <p:nvSpPr>
          <p:cNvPr id="72" name="Text Placeholder 21">
            <a:extLst>
              <a:ext uri="{FF2B5EF4-FFF2-40B4-BE49-F238E27FC236}">
                <a16:creationId xmlns:a16="http://schemas.microsoft.com/office/drawing/2014/main" id="{C39D51F6-E860-EC0A-4F14-F63A84989C19}"/>
              </a:ext>
            </a:extLst>
          </p:cNvPr>
          <p:cNvSpPr txBox="1">
            <a:spLocks noGrp="1" noRot="1" noMove="1" noResize="1" noEditPoints="1" noAdjustHandles="1" noChangeArrowheads="1" noChangeShapeType="1"/>
          </p:cNvSpPr>
          <p:nvPr userDrawn="1"/>
        </p:nvSpPr>
        <p:spPr>
          <a:xfrm>
            <a:off x="3599770" y="2892071"/>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a:t>
            </a:r>
            <a:r>
              <a:rPr lang="en-US" sz="900" err="1">
                <a:solidFill>
                  <a:schemeClr val="bg1"/>
                </a:solidFill>
                <a:latin typeface="+mn-lt"/>
              </a:rPr>
              <a:t>XXX</a:t>
            </a:r>
            <a:r>
              <a:rPr lang="en-US" sz="900">
                <a:solidFill>
                  <a:schemeClr val="bg1"/>
                </a:solidFill>
                <a:latin typeface="+mn-lt"/>
              </a:rPr>
              <a:t> XXXX</a:t>
            </a:r>
          </a:p>
          <a:p>
            <a:pPr lvl="1" defTabSz="269868">
              <a:spcAft>
                <a:spcPts val="300"/>
              </a:spcAft>
            </a:pPr>
            <a:r>
              <a:rPr lang="en-US" sz="900" b="1">
                <a:solidFill>
                  <a:schemeClr val="bg1"/>
                </a:solidFill>
                <a:latin typeface="+mn-lt"/>
              </a:rPr>
              <a:t>E: </a:t>
            </a:r>
            <a:r>
              <a:rPr lang="en-US" sz="900" err="1">
                <a:solidFill>
                  <a:schemeClr val="bg1"/>
                </a:solidFill>
                <a:latin typeface="+mn-lt"/>
              </a:rPr>
              <a:t>xxx.xxx@kpmg.xx</a:t>
            </a:r>
            <a:endParaRPr lang="en-US" sz="900">
              <a:solidFill>
                <a:schemeClr val="bg1"/>
              </a:solidFill>
              <a:latin typeface="+mn-lt"/>
            </a:endParaRPr>
          </a:p>
        </p:txBody>
      </p:sp>
      <p:sp>
        <p:nvSpPr>
          <p:cNvPr id="73" name="Rectangle 72">
            <a:extLst>
              <a:ext uri="{FF2B5EF4-FFF2-40B4-BE49-F238E27FC236}">
                <a16:creationId xmlns:a16="http://schemas.microsoft.com/office/drawing/2014/main" id="{9D45FAD2-AACF-F710-EFC5-88E81D9F2398}"/>
              </a:ext>
            </a:extLst>
          </p:cNvPr>
          <p:cNvSpPr>
            <a:spLocks/>
          </p:cNvSpPr>
          <p:nvPr userDrawn="1"/>
        </p:nvSpPr>
        <p:spPr>
          <a:xfrm>
            <a:off x="982663"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2.73cm, vertical 5.33cm</a:t>
            </a:r>
          </a:p>
        </p:txBody>
      </p:sp>
      <p:sp>
        <p:nvSpPr>
          <p:cNvPr id="76" name="Rectangle 75">
            <a:extLst>
              <a:ext uri="{FF2B5EF4-FFF2-40B4-BE49-F238E27FC236}">
                <a16:creationId xmlns:a16="http://schemas.microsoft.com/office/drawing/2014/main" id="{AA7965E0-E57D-A498-F415-405843FF4B14}"/>
              </a:ext>
            </a:extLst>
          </p:cNvPr>
          <p:cNvSpPr/>
          <p:nvPr userDrawn="1"/>
        </p:nvSpPr>
        <p:spPr>
          <a:xfrm>
            <a:off x="3599770"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10cm, vertical 5.33cm</a:t>
            </a:r>
          </a:p>
        </p:txBody>
      </p:sp>
      <p:sp>
        <p:nvSpPr>
          <p:cNvPr id="77" name="Rectangle 76">
            <a:extLst>
              <a:ext uri="{FF2B5EF4-FFF2-40B4-BE49-F238E27FC236}">
                <a16:creationId xmlns:a16="http://schemas.microsoft.com/office/drawing/2014/main" id="{983F045B-9AA4-73EE-D215-9133593CD80C}"/>
              </a:ext>
            </a:extLst>
          </p:cNvPr>
          <p:cNvSpPr>
            <a:spLocks/>
          </p:cNvSpPr>
          <p:nvPr userDrawn="1"/>
        </p:nvSpPr>
        <p:spPr>
          <a:xfrm>
            <a:off x="6215541"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17.27cm, vertical 5.33cm</a:t>
            </a:r>
          </a:p>
        </p:txBody>
      </p:sp>
      <p:sp>
        <p:nvSpPr>
          <p:cNvPr id="78" name="Rectangle 77">
            <a:extLst>
              <a:ext uri="{FF2B5EF4-FFF2-40B4-BE49-F238E27FC236}">
                <a16:creationId xmlns:a16="http://schemas.microsoft.com/office/drawing/2014/main" id="{F046C6DD-3C3B-3211-6B4E-DCE05D80D435}"/>
              </a:ext>
            </a:extLst>
          </p:cNvPr>
          <p:cNvSpPr>
            <a:spLocks/>
          </p:cNvSpPr>
          <p:nvPr userDrawn="1"/>
        </p:nvSpPr>
        <p:spPr>
          <a:xfrm>
            <a:off x="8831311"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24.53cm, vertical 5.33cm</a:t>
            </a:r>
          </a:p>
        </p:txBody>
      </p:sp>
      <p:sp>
        <p:nvSpPr>
          <p:cNvPr id="80" name="Rectangle 79">
            <a:extLst>
              <a:ext uri="{FF2B5EF4-FFF2-40B4-BE49-F238E27FC236}">
                <a16:creationId xmlns:a16="http://schemas.microsoft.com/office/drawing/2014/main" id="{1E9DA085-7F1D-8DF2-D15F-79B9295AFC9F}"/>
              </a:ext>
            </a:extLst>
          </p:cNvPr>
          <p:cNvSpPr>
            <a:spLocks noGrp="1" noRot="1" noMove="1" noResize="1" noEditPoints="1" noAdjustHandles="1" noChangeArrowheads="1" noChangeShapeType="1"/>
          </p:cNvSpPr>
          <p:nvPr userDrawn="1"/>
        </p:nvSpPr>
        <p:spPr>
          <a:xfrm>
            <a:off x="982663" y="4578349"/>
            <a:ext cx="10224000" cy="115200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lvl="0" algn="l" defTabSz="831261">
              <a:spcAft>
                <a:spcPts val="600"/>
              </a:spcAft>
              <a:defRPr/>
            </a:pPr>
            <a:r>
              <a:rPr lang="en-US" altLang="en-US" sz="900" kern="0">
                <a:latin typeface="Arial" panose="020B0604020202020204" pitchFamily="34" charset="0"/>
                <a:cs typeface="Arial" panose="020B0604020202020204" pitchFamily="34" charset="0"/>
              </a:rPr>
              <a:t>The information contained herein has been prepared for [name of client] for the purposes of [state the purpose]. It should not be relied upon by any other party for any other purpose and we expressly disclaim any liability or duty to any other party in this respect. It should not be disclosed, referred to or quoted in whole or in part without our prior written consent. </a:t>
            </a:r>
          </a:p>
          <a:p>
            <a:pPr lvl="0" algn="l" defTabSz="831261">
              <a:spcAft>
                <a:spcPts val="600"/>
              </a:spcAft>
              <a:defRPr/>
            </a:pPr>
            <a:r>
              <a:rPr lang="en-US" altLang="en-US" sz="900" kern="0">
                <a:latin typeface="Arial" panose="020B0604020202020204" pitchFamily="34" charset="0"/>
                <a:cs typeface="Arial" panose="020B0604020202020204" pitchFamily="34" charset="0"/>
              </a:rPr>
              <a:t>© 2026 KPMG Advisory (Hong Kong) Limited, a Hong Kong SAR limited liability company and a member firm of the KPMG global organisation of independent member firms affiliated with KPMG International Limited, a private English company limited by guarantee. All rights reserved.</a:t>
            </a:r>
          </a:p>
          <a:p>
            <a:pPr lvl="0" algn="l" defTabSz="831261">
              <a:spcAft>
                <a:spcPts val="600"/>
              </a:spcAft>
              <a:defRPr/>
            </a:pPr>
            <a:r>
              <a:rPr lang="en-US" altLang="en-US" sz="900" kern="0">
                <a:latin typeface="Arial" panose="020B0604020202020204" pitchFamily="34" charset="0"/>
                <a:cs typeface="Arial" panose="020B0604020202020204" pitchFamily="34" charset="0"/>
              </a:rPr>
              <a:t>The KPMG name and logo are trademarks used under license by the independent member firms of the KPMG global organisation.</a:t>
            </a:r>
          </a:p>
        </p:txBody>
      </p:sp>
    </p:spTree>
    <p:extLst>
      <p:ext uri="{BB962C8B-B14F-4D97-AF65-F5344CB8AC3E}">
        <p14:creationId xmlns:p14="http://schemas.microsoft.com/office/powerpoint/2010/main" val="13443719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Back Cover_Proposal">
    <p:bg>
      <p:bgPr>
        <a:solidFill>
          <a:srgbClr val="0C233C"/>
        </a:solidFill>
        <a:effectLst/>
      </p:bgPr>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BDA10B50-C087-6AD4-0571-081857C10F3E}"/>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47D499C7-5C96-0514-69EF-27EA5440FCD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53" name="TextBox 52">
            <a:hlinkClick r:id="rId6"/>
            <a:extLst>
              <a:ext uri="{FF2B5EF4-FFF2-40B4-BE49-F238E27FC236}">
                <a16:creationId xmlns:a16="http://schemas.microsoft.com/office/drawing/2014/main" id="{88C9BCFA-3DDB-4071-8CD4-78CD6E31825D}"/>
              </a:ext>
            </a:extLst>
          </p:cNvPr>
          <p:cNvSpPr txBox="1">
            <a:spLocks noGrp="1" noRot="1" noMove="1" noResize="1" noEditPoints="1" noAdjustHandles="1" noChangeArrowheads="1" noChangeShapeType="1"/>
          </p:cNvSpPr>
          <p:nvPr userDrawn="1">
            <p:custDataLst>
              <p:tags r:id="rId1"/>
            </p:custDataLst>
          </p:nvPr>
        </p:nvSpPr>
        <p:spPr>
          <a:xfrm>
            <a:off x="983759" y="4328203"/>
            <a:ext cx="1753685" cy="169277"/>
          </a:xfrm>
          <a:prstGeom prst="rect">
            <a:avLst/>
          </a:prstGeom>
          <a:noFill/>
        </p:spPr>
        <p:txBody>
          <a:bodyPr wrap="none" lIns="0" tIns="0" rIns="0" bIns="0" rtlCol="0">
            <a:spAutoFit/>
          </a:bodyPr>
          <a:lstStyle/>
          <a:p>
            <a:r>
              <a:rPr lang="en-GB" sz="1100" b="1">
                <a:solidFill>
                  <a:schemeClr val="bg1"/>
                </a:solidFill>
              </a:rPr>
              <a:t>kpmg.com/</a:t>
            </a:r>
            <a:r>
              <a:rPr lang="en-GB" sz="1100" b="1" err="1">
                <a:solidFill>
                  <a:schemeClr val="bg1"/>
                </a:solidFill>
              </a:rPr>
              <a:t>cn</a:t>
            </a:r>
            <a:r>
              <a:rPr lang="en-GB" sz="1100" b="1">
                <a:solidFill>
                  <a:schemeClr val="bg1"/>
                </a:solidFill>
              </a:rPr>
              <a:t>/</a:t>
            </a:r>
            <a:r>
              <a:rPr lang="en-GB" sz="1100" b="1" err="1">
                <a:solidFill>
                  <a:schemeClr val="bg1"/>
                </a:solidFill>
              </a:rPr>
              <a:t>socialmedia</a:t>
            </a:r>
            <a:endParaRPr lang="en-GB" sz="1100" b="1">
              <a:solidFill>
                <a:schemeClr val="bg1"/>
              </a:solidFill>
            </a:endParaRPr>
          </a:p>
        </p:txBody>
      </p:sp>
      <p:grpSp>
        <p:nvGrpSpPr>
          <p:cNvPr id="6" name="Group 5">
            <a:extLst>
              <a:ext uri="{FF2B5EF4-FFF2-40B4-BE49-F238E27FC236}">
                <a16:creationId xmlns:a16="http://schemas.microsoft.com/office/drawing/2014/main" id="{8DC9C4A4-2DA8-4AC5-9432-2260784D5664}"/>
              </a:ext>
            </a:extLst>
          </p:cNvPr>
          <p:cNvGrpSpPr>
            <a:grpSpLocks noGrp="1" noUngrp="1" noRot="1" noMove="1" noResize="1"/>
          </p:cNvGrpSpPr>
          <p:nvPr userDrawn="1"/>
        </p:nvGrpSpPr>
        <p:grpSpPr>
          <a:xfrm>
            <a:off x="1003201" y="3822716"/>
            <a:ext cx="2524720" cy="390295"/>
            <a:chOff x="1003201" y="2834640"/>
            <a:chExt cx="2524720" cy="390295"/>
          </a:xfrm>
        </p:grpSpPr>
        <p:grpSp>
          <p:nvGrpSpPr>
            <p:cNvPr id="7" name="Group 6">
              <a:extLst>
                <a:ext uri="{FF2B5EF4-FFF2-40B4-BE49-F238E27FC236}">
                  <a16:creationId xmlns:a16="http://schemas.microsoft.com/office/drawing/2014/main" id="{81E66201-CC46-764D-DC4D-6E431ABBFFAC}"/>
                </a:ext>
              </a:extLst>
            </p:cNvPr>
            <p:cNvGrpSpPr>
              <a:grpSpLocks noGrp="1" noUngrp="1" noRot="1" noChangeAspect="1" noMove="1" noResize="1"/>
            </p:cNvGrpSpPr>
            <p:nvPr/>
          </p:nvGrpSpPr>
          <p:grpSpPr>
            <a:xfrm>
              <a:off x="3137626" y="2834640"/>
              <a:ext cx="390295" cy="390295"/>
              <a:chOff x="3643315" y="2834894"/>
              <a:chExt cx="396873" cy="396873"/>
            </a:xfrm>
          </p:grpSpPr>
          <p:sp>
            <p:nvSpPr>
              <p:cNvPr id="29" name="Rectangle: Rounded Corners 28">
                <a:extLst>
                  <a:ext uri="{FF2B5EF4-FFF2-40B4-BE49-F238E27FC236}">
                    <a16:creationId xmlns:a16="http://schemas.microsoft.com/office/drawing/2014/main" id="{27C0EF06-CF7B-D28A-DA62-22B2E3814AA3}"/>
                  </a:ext>
                </a:extLst>
              </p:cNvPr>
              <p:cNvSpPr>
                <a:spLocks noGrp="1" noRot="1" noMove="1" noResize="1" noEditPoints="1" noAdjustHandles="1" noChangeArrowheads="1" noChangeShapeType="1"/>
              </p:cNvSpPr>
              <p:nvPr/>
            </p:nvSpPr>
            <p:spPr>
              <a:xfrm>
                <a:off x="3643315" y="2834894"/>
                <a:ext cx="396873" cy="396873"/>
              </a:xfrm>
              <a:prstGeom prst="roundRect">
                <a:avLst>
                  <a:gd name="adj" fmla="val 6948"/>
                </a:avLst>
              </a:prstGeom>
              <a:solidFill>
                <a:srgbClr val="FF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30" name="Rectangle: Rounded Corners 29">
                <a:extLst>
                  <a:ext uri="{FF2B5EF4-FFF2-40B4-BE49-F238E27FC236}">
                    <a16:creationId xmlns:a16="http://schemas.microsoft.com/office/drawing/2014/main" id="{8B8FD672-2AEB-2B69-480F-1FF6D76E067C}"/>
                  </a:ext>
                </a:extLst>
              </p:cNvPr>
              <p:cNvSpPr>
                <a:spLocks noGrp="1" noRot="1" noMove="1" noResize="1" noEditPoints="1" noAdjustHandles="1" noChangeArrowheads="1" noChangeShapeType="1"/>
              </p:cNvSpPr>
              <p:nvPr/>
            </p:nvSpPr>
            <p:spPr>
              <a:xfrm>
                <a:off x="3714752" y="2935541"/>
                <a:ext cx="253999" cy="195579"/>
              </a:xfrm>
              <a:prstGeom prst="roundRect">
                <a:avLst>
                  <a:gd name="adj" fmla="val 17918"/>
                </a:avLst>
              </a:prstGeom>
              <a:solidFill>
                <a:schemeClr val="bg1">
                  <a:lumMod val="10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sp>
            <p:nvSpPr>
              <p:cNvPr id="31" name="Isosceles Triangle 30">
                <a:extLst>
                  <a:ext uri="{FF2B5EF4-FFF2-40B4-BE49-F238E27FC236}">
                    <a16:creationId xmlns:a16="http://schemas.microsoft.com/office/drawing/2014/main" id="{9008638C-1A6E-34EA-B36C-DF27C4AAE896}"/>
                  </a:ext>
                </a:extLst>
              </p:cNvPr>
              <p:cNvSpPr>
                <a:spLocks noGrp="1" noRot="1" noMove="1" noResize="1" noEditPoints="1" noAdjustHandles="1" noChangeArrowheads="1" noChangeShapeType="1"/>
              </p:cNvSpPr>
              <p:nvPr/>
            </p:nvSpPr>
            <p:spPr>
              <a:xfrm rot="5400000">
                <a:off x="3798844" y="2996342"/>
                <a:ext cx="85815" cy="73978"/>
              </a:xfrm>
              <a:prstGeom prst="triangle">
                <a:avLst/>
              </a:prstGeom>
              <a:solidFill>
                <a:srgbClr val="FF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grpSp>
        <p:grpSp>
          <p:nvGrpSpPr>
            <p:cNvPr id="8" name="Group 7">
              <a:extLst>
                <a:ext uri="{FF2B5EF4-FFF2-40B4-BE49-F238E27FC236}">
                  <a16:creationId xmlns:a16="http://schemas.microsoft.com/office/drawing/2014/main" id="{87BE7938-CE45-2B60-951D-89F5AFB42CC4}"/>
                </a:ext>
              </a:extLst>
            </p:cNvPr>
            <p:cNvGrpSpPr>
              <a:grpSpLocks noGrp="1" noUngrp="1" noRot="1" noMove="1" noResize="1"/>
            </p:cNvGrpSpPr>
            <p:nvPr/>
          </p:nvGrpSpPr>
          <p:grpSpPr>
            <a:xfrm>
              <a:off x="2710741" y="2834640"/>
              <a:ext cx="390295" cy="390295"/>
              <a:chOff x="7127875" y="2970213"/>
              <a:chExt cx="914400" cy="914400"/>
            </a:xfrm>
          </p:grpSpPr>
          <p:sp>
            <p:nvSpPr>
              <p:cNvPr id="27" name="Freeform 37">
                <a:extLst>
                  <a:ext uri="{FF2B5EF4-FFF2-40B4-BE49-F238E27FC236}">
                    <a16:creationId xmlns:a16="http://schemas.microsoft.com/office/drawing/2014/main" id="{BF95B0F3-0749-813B-6718-FBE36E8FC361}"/>
                  </a:ext>
                </a:extLst>
              </p:cNvPr>
              <p:cNvSpPr>
                <a:spLocks noGrp="1" noRot="1" noMove="1" noResize="1" noEditPoints="1" noAdjustHandles="1" noChangeArrowheads="1" noChangeShapeType="1"/>
              </p:cNvSpPr>
              <p:nvPr/>
            </p:nvSpPr>
            <p:spPr bwMode="auto">
              <a:xfrm>
                <a:off x="7127875"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4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4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4" y="20"/>
                    </a:lnTo>
                    <a:lnTo>
                      <a:pt x="2" y="26"/>
                    </a:lnTo>
                    <a:lnTo>
                      <a:pt x="0" y="32"/>
                    </a:lnTo>
                    <a:lnTo>
                      <a:pt x="0" y="544"/>
                    </a:lnTo>
                    <a:lnTo>
                      <a:pt x="0" y="544"/>
                    </a:lnTo>
                    <a:lnTo>
                      <a:pt x="2" y="552"/>
                    </a:lnTo>
                    <a:lnTo>
                      <a:pt x="4" y="558"/>
                    </a:lnTo>
                    <a:lnTo>
                      <a:pt x="10" y="568"/>
                    </a:lnTo>
                    <a:lnTo>
                      <a:pt x="20" y="574"/>
                    </a:lnTo>
                    <a:lnTo>
                      <a:pt x="26" y="576"/>
                    </a:lnTo>
                    <a:lnTo>
                      <a:pt x="32" y="576"/>
                    </a:lnTo>
                    <a:lnTo>
                      <a:pt x="544" y="576"/>
                    </a:lnTo>
                    <a:lnTo>
                      <a:pt x="544" y="576"/>
                    </a:lnTo>
                    <a:close/>
                  </a:path>
                </a:pathLst>
              </a:custGeom>
              <a:solidFill>
                <a:srgbClr val="E527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38">
                <a:extLst>
                  <a:ext uri="{FF2B5EF4-FFF2-40B4-BE49-F238E27FC236}">
                    <a16:creationId xmlns:a16="http://schemas.microsoft.com/office/drawing/2014/main" id="{42436890-8080-CD21-01B4-1136E7A396BD}"/>
                  </a:ext>
                </a:extLst>
              </p:cNvPr>
              <p:cNvSpPr>
                <a:spLocks noGrp="1" noRot="1" noMove="1" noResize="1" noEditPoints="1" noAdjustHandles="1" noChangeArrowheads="1" noChangeShapeType="1"/>
              </p:cNvSpPr>
              <p:nvPr/>
            </p:nvSpPr>
            <p:spPr bwMode="auto">
              <a:xfrm>
                <a:off x="7248525" y="3141663"/>
                <a:ext cx="679450" cy="552450"/>
              </a:xfrm>
              <a:custGeom>
                <a:avLst/>
                <a:gdLst>
                  <a:gd name="T0" fmla="*/ 298 w 428"/>
                  <a:gd name="T1" fmla="*/ 62 h 348"/>
                  <a:gd name="T2" fmla="*/ 348 w 428"/>
                  <a:gd name="T3" fmla="*/ 70 h 348"/>
                  <a:gd name="T4" fmla="*/ 370 w 428"/>
                  <a:gd name="T5" fmla="*/ 116 h 348"/>
                  <a:gd name="T6" fmla="*/ 354 w 428"/>
                  <a:gd name="T7" fmla="*/ 142 h 348"/>
                  <a:gd name="T8" fmla="*/ 340 w 428"/>
                  <a:gd name="T9" fmla="*/ 128 h 348"/>
                  <a:gd name="T10" fmla="*/ 334 w 428"/>
                  <a:gd name="T11" fmla="*/ 96 h 348"/>
                  <a:gd name="T12" fmla="*/ 306 w 428"/>
                  <a:gd name="T13" fmla="*/ 88 h 348"/>
                  <a:gd name="T14" fmla="*/ 292 w 428"/>
                  <a:gd name="T15" fmla="*/ 78 h 348"/>
                  <a:gd name="T16" fmla="*/ 280 w 428"/>
                  <a:gd name="T17" fmla="*/ 10 h 348"/>
                  <a:gd name="T18" fmla="*/ 332 w 428"/>
                  <a:gd name="T19" fmla="*/ 2 h 348"/>
                  <a:gd name="T20" fmla="*/ 400 w 428"/>
                  <a:gd name="T21" fmla="*/ 38 h 348"/>
                  <a:gd name="T22" fmla="*/ 428 w 428"/>
                  <a:gd name="T23" fmla="*/ 116 h 348"/>
                  <a:gd name="T24" fmla="*/ 416 w 428"/>
                  <a:gd name="T25" fmla="*/ 160 h 348"/>
                  <a:gd name="T26" fmla="*/ 392 w 428"/>
                  <a:gd name="T27" fmla="*/ 152 h 348"/>
                  <a:gd name="T28" fmla="*/ 396 w 428"/>
                  <a:gd name="T29" fmla="*/ 116 h 348"/>
                  <a:gd name="T30" fmla="*/ 374 w 428"/>
                  <a:gd name="T31" fmla="*/ 60 h 348"/>
                  <a:gd name="T32" fmla="*/ 328 w 428"/>
                  <a:gd name="T33" fmla="*/ 34 h 348"/>
                  <a:gd name="T34" fmla="*/ 290 w 428"/>
                  <a:gd name="T35" fmla="*/ 36 h 348"/>
                  <a:gd name="T36" fmla="*/ 166 w 428"/>
                  <a:gd name="T37" fmla="*/ 238 h 348"/>
                  <a:gd name="T38" fmla="*/ 178 w 428"/>
                  <a:gd name="T39" fmla="*/ 244 h 348"/>
                  <a:gd name="T40" fmla="*/ 182 w 428"/>
                  <a:gd name="T41" fmla="*/ 230 h 348"/>
                  <a:gd name="T42" fmla="*/ 168 w 428"/>
                  <a:gd name="T43" fmla="*/ 232 h 348"/>
                  <a:gd name="T44" fmla="*/ 128 w 428"/>
                  <a:gd name="T45" fmla="*/ 278 h 348"/>
                  <a:gd name="T46" fmla="*/ 160 w 428"/>
                  <a:gd name="T47" fmla="*/ 268 h 348"/>
                  <a:gd name="T48" fmla="*/ 160 w 428"/>
                  <a:gd name="T49" fmla="*/ 244 h 348"/>
                  <a:gd name="T50" fmla="*/ 126 w 428"/>
                  <a:gd name="T51" fmla="*/ 244 h 348"/>
                  <a:gd name="T52" fmla="*/ 118 w 428"/>
                  <a:gd name="T53" fmla="*/ 266 h 348"/>
                  <a:gd name="T54" fmla="*/ 100 w 428"/>
                  <a:gd name="T55" fmla="*/ 228 h 348"/>
                  <a:gd name="T56" fmla="*/ 152 w 428"/>
                  <a:gd name="T57" fmla="*/ 190 h 348"/>
                  <a:gd name="T58" fmla="*/ 210 w 428"/>
                  <a:gd name="T59" fmla="*/ 200 h 348"/>
                  <a:gd name="T60" fmla="*/ 230 w 428"/>
                  <a:gd name="T61" fmla="*/ 252 h 348"/>
                  <a:gd name="T62" fmla="*/ 188 w 428"/>
                  <a:gd name="T63" fmla="*/ 300 h 348"/>
                  <a:gd name="T64" fmla="*/ 122 w 428"/>
                  <a:gd name="T65" fmla="*/ 298 h 348"/>
                  <a:gd name="T66" fmla="*/ 44 w 428"/>
                  <a:gd name="T67" fmla="*/ 260 h 348"/>
                  <a:gd name="T68" fmla="*/ 102 w 428"/>
                  <a:gd name="T69" fmla="*/ 314 h 348"/>
                  <a:gd name="T70" fmla="*/ 206 w 428"/>
                  <a:gd name="T71" fmla="*/ 320 h 348"/>
                  <a:gd name="T72" fmla="*/ 298 w 428"/>
                  <a:gd name="T73" fmla="*/ 248 h 348"/>
                  <a:gd name="T74" fmla="*/ 292 w 428"/>
                  <a:gd name="T75" fmla="*/ 202 h 348"/>
                  <a:gd name="T76" fmla="*/ 204 w 428"/>
                  <a:gd name="T77" fmla="*/ 154 h 348"/>
                  <a:gd name="T78" fmla="*/ 114 w 428"/>
                  <a:gd name="T79" fmla="*/ 166 h 348"/>
                  <a:gd name="T80" fmla="*/ 56 w 428"/>
                  <a:gd name="T81" fmla="*/ 208 h 348"/>
                  <a:gd name="T82" fmla="*/ 42 w 428"/>
                  <a:gd name="T83" fmla="*/ 252 h 348"/>
                  <a:gd name="T84" fmla="*/ 24 w 428"/>
                  <a:gd name="T85" fmla="*/ 162 h 348"/>
                  <a:gd name="T86" fmla="*/ 124 w 428"/>
                  <a:gd name="T87" fmla="*/ 68 h 348"/>
                  <a:gd name="T88" fmla="*/ 194 w 428"/>
                  <a:gd name="T89" fmla="*/ 52 h 348"/>
                  <a:gd name="T90" fmla="*/ 214 w 428"/>
                  <a:gd name="T91" fmla="*/ 84 h 348"/>
                  <a:gd name="T92" fmla="*/ 210 w 428"/>
                  <a:gd name="T93" fmla="*/ 116 h 348"/>
                  <a:gd name="T94" fmla="*/ 278 w 428"/>
                  <a:gd name="T95" fmla="*/ 100 h 348"/>
                  <a:gd name="T96" fmla="*/ 318 w 428"/>
                  <a:gd name="T97" fmla="*/ 124 h 348"/>
                  <a:gd name="T98" fmla="*/ 314 w 428"/>
                  <a:gd name="T99" fmla="*/ 164 h 348"/>
                  <a:gd name="T100" fmla="*/ 342 w 428"/>
                  <a:gd name="T101" fmla="*/ 176 h 348"/>
                  <a:gd name="T102" fmla="*/ 374 w 428"/>
                  <a:gd name="T103" fmla="*/ 228 h 348"/>
                  <a:gd name="T104" fmla="*/ 352 w 428"/>
                  <a:gd name="T105" fmla="*/ 280 h 348"/>
                  <a:gd name="T106" fmla="*/ 258 w 428"/>
                  <a:gd name="T107" fmla="*/ 338 h 348"/>
                  <a:gd name="T108" fmla="*/ 156 w 428"/>
                  <a:gd name="T109" fmla="*/ 348 h 348"/>
                  <a:gd name="T110" fmla="*/ 40 w 428"/>
                  <a:gd name="T111" fmla="*/ 308 h 348"/>
                  <a:gd name="T112" fmla="*/ 0 w 428"/>
                  <a:gd name="T113" fmla="*/ 23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8" h="348">
                    <a:moveTo>
                      <a:pt x="292" y="78"/>
                    </a:moveTo>
                    <a:lnTo>
                      <a:pt x="292" y="78"/>
                    </a:lnTo>
                    <a:lnTo>
                      <a:pt x="292" y="74"/>
                    </a:lnTo>
                    <a:lnTo>
                      <a:pt x="292" y="74"/>
                    </a:lnTo>
                    <a:lnTo>
                      <a:pt x="294" y="66"/>
                    </a:lnTo>
                    <a:lnTo>
                      <a:pt x="294" y="66"/>
                    </a:lnTo>
                    <a:lnTo>
                      <a:pt x="298" y="62"/>
                    </a:lnTo>
                    <a:lnTo>
                      <a:pt x="304" y="60"/>
                    </a:lnTo>
                    <a:lnTo>
                      <a:pt x="304" y="60"/>
                    </a:lnTo>
                    <a:lnTo>
                      <a:pt x="316" y="60"/>
                    </a:lnTo>
                    <a:lnTo>
                      <a:pt x="316" y="60"/>
                    </a:lnTo>
                    <a:lnTo>
                      <a:pt x="328" y="60"/>
                    </a:lnTo>
                    <a:lnTo>
                      <a:pt x="338" y="64"/>
                    </a:lnTo>
                    <a:lnTo>
                      <a:pt x="348" y="70"/>
                    </a:lnTo>
                    <a:lnTo>
                      <a:pt x="356" y="78"/>
                    </a:lnTo>
                    <a:lnTo>
                      <a:pt x="356" y="78"/>
                    </a:lnTo>
                    <a:lnTo>
                      <a:pt x="364" y="90"/>
                    </a:lnTo>
                    <a:lnTo>
                      <a:pt x="370" y="104"/>
                    </a:lnTo>
                    <a:lnTo>
                      <a:pt x="370" y="104"/>
                    </a:lnTo>
                    <a:lnTo>
                      <a:pt x="370" y="116"/>
                    </a:lnTo>
                    <a:lnTo>
                      <a:pt x="370" y="116"/>
                    </a:lnTo>
                    <a:lnTo>
                      <a:pt x="370" y="124"/>
                    </a:lnTo>
                    <a:lnTo>
                      <a:pt x="368" y="132"/>
                    </a:lnTo>
                    <a:lnTo>
                      <a:pt x="368" y="132"/>
                    </a:lnTo>
                    <a:lnTo>
                      <a:pt x="364" y="136"/>
                    </a:lnTo>
                    <a:lnTo>
                      <a:pt x="360" y="140"/>
                    </a:lnTo>
                    <a:lnTo>
                      <a:pt x="360" y="140"/>
                    </a:lnTo>
                    <a:lnTo>
                      <a:pt x="354" y="142"/>
                    </a:lnTo>
                    <a:lnTo>
                      <a:pt x="354" y="142"/>
                    </a:lnTo>
                    <a:lnTo>
                      <a:pt x="350" y="140"/>
                    </a:lnTo>
                    <a:lnTo>
                      <a:pt x="350" y="140"/>
                    </a:lnTo>
                    <a:lnTo>
                      <a:pt x="344" y="138"/>
                    </a:lnTo>
                    <a:lnTo>
                      <a:pt x="342" y="134"/>
                    </a:lnTo>
                    <a:lnTo>
                      <a:pt x="342" y="134"/>
                    </a:lnTo>
                    <a:lnTo>
                      <a:pt x="340" y="128"/>
                    </a:lnTo>
                    <a:lnTo>
                      <a:pt x="340" y="128"/>
                    </a:lnTo>
                    <a:lnTo>
                      <a:pt x="340" y="124"/>
                    </a:lnTo>
                    <a:lnTo>
                      <a:pt x="340" y="124"/>
                    </a:lnTo>
                    <a:lnTo>
                      <a:pt x="342" y="114"/>
                    </a:lnTo>
                    <a:lnTo>
                      <a:pt x="342" y="114"/>
                    </a:lnTo>
                    <a:lnTo>
                      <a:pt x="340" y="104"/>
                    </a:lnTo>
                    <a:lnTo>
                      <a:pt x="334" y="96"/>
                    </a:lnTo>
                    <a:lnTo>
                      <a:pt x="334" y="96"/>
                    </a:lnTo>
                    <a:lnTo>
                      <a:pt x="326" y="90"/>
                    </a:lnTo>
                    <a:lnTo>
                      <a:pt x="316" y="88"/>
                    </a:lnTo>
                    <a:lnTo>
                      <a:pt x="316" y="88"/>
                    </a:lnTo>
                    <a:lnTo>
                      <a:pt x="310" y="88"/>
                    </a:lnTo>
                    <a:lnTo>
                      <a:pt x="310" y="88"/>
                    </a:lnTo>
                    <a:lnTo>
                      <a:pt x="306" y="88"/>
                    </a:lnTo>
                    <a:lnTo>
                      <a:pt x="306" y="88"/>
                    </a:lnTo>
                    <a:lnTo>
                      <a:pt x="302" y="88"/>
                    </a:lnTo>
                    <a:lnTo>
                      <a:pt x="298" y="86"/>
                    </a:lnTo>
                    <a:lnTo>
                      <a:pt x="298" y="86"/>
                    </a:lnTo>
                    <a:lnTo>
                      <a:pt x="294" y="82"/>
                    </a:lnTo>
                    <a:lnTo>
                      <a:pt x="292" y="78"/>
                    </a:lnTo>
                    <a:lnTo>
                      <a:pt x="292" y="78"/>
                    </a:lnTo>
                    <a:close/>
                    <a:moveTo>
                      <a:pt x="278" y="22"/>
                    </a:moveTo>
                    <a:lnTo>
                      <a:pt x="278" y="22"/>
                    </a:lnTo>
                    <a:lnTo>
                      <a:pt x="278" y="20"/>
                    </a:lnTo>
                    <a:lnTo>
                      <a:pt x="278" y="20"/>
                    </a:lnTo>
                    <a:lnTo>
                      <a:pt x="278" y="14"/>
                    </a:lnTo>
                    <a:lnTo>
                      <a:pt x="280" y="10"/>
                    </a:lnTo>
                    <a:lnTo>
                      <a:pt x="280" y="10"/>
                    </a:lnTo>
                    <a:lnTo>
                      <a:pt x="286" y="6"/>
                    </a:lnTo>
                    <a:lnTo>
                      <a:pt x="292" y="4"/>
                    </a:lnTo>
                    <a:lnTo>
                      <a:pt x="292" y="4"/>
                    </a:lnTo>
                    <a:lnTo>
                      <a:pt x="302" y="2"/>
                    </a:lnTo>
                    <a:lnTo>
                      <a:pt x="314" y="0"/>
                    </a:lnTo>
                    <a:lnTo>
                      <a:pt x="314" y="0"/>
                    </a:lnTo>
                    <a:lnTo>
                      <a:pt x="332" y="2"/>
                    </a:lnTo>
                    <a:lnTo>
                      <a:pt x="350" y="6"/>
                    </a:lnTo>
                    <a:lnTo>
                      <a:pt x="350" y="6"/>
                    </a:lnTo>
                    <a:lnTo>
                      <a:pt x="364" y="12"/>
                    </a:lnTo>
                    <a:lnTo>
                      <a:pt x="376" y="18"/>
                    </a:lnTo>
                    <a:lnTo>
                      <a:pt x="388" y="28"/>
                    </a:lnTo>
                    <a:lnTo>
                      <a:pt x="400" y="38"/>
                    </a:lnTo>
                    <a:lnTo>
                      <a:pt x="400" y="38"/>
                    </a:lnTo>
                    <a:lnTo>
                      <a:pt x="408" y="50"/>
                    </a:lnTo>
                    <a:lnTo>
                      <a:pt x="416" y="64"/>
                    </a:lnTo>
                    <a:lnTo>
                      <a:pt x="422" y="78"/>
                    </a:lnTo>
                    <a:lnTo>
                      <a:pt x="426" y="92"/>
                    </a:lnTo>
                    <a:lnTo>
                      <a:pt x="426" y="92"/>
                    </a:lnTo>
                    <a:lnTo>
                      <a:pt x="428" y="116"/>
                    </a:lnTo>
                    <a:lnTo>
                      <a:pt x="428" y="116"/>
                    </a:lnTo>
                    <a:lnTo>
                      <a:pt x="428" y="132"/>
                    </a:lnTo>
                    <a:lnTo>
                      <a:pt x="424" y="150"/>
                    </a:lnTo>
                    <a:lnTo>
                      <a:pt x="424" y="150"/>
                    </a:lnTo>
                    <a:lnTo>
                      <a:pt x="424" y="150"/>
                    </a:lnTo>
                    <a:lnTo>
                      <a:pt x="420" y="156"/>
                    </a:lnTo>
                    <a:lnTo>
                      <a:pt x="416" y="160"/>
                    </a:lnTo>
                    <a:lnTo>
                      <a:pt x="416" y="160"/>
                    </a:lnTo>
                    <a:lnTo>
                      <a:pt x="408" y="160"/>
                    </a:lnTo>
                    <a:lnTo>
                      <a:pt x="408" y="160"/>
                    </a:lnTo>
                    <a:lnTo>
                      <a:pt x="402" y="160"/>
                    </a:lnTo>
                    <a:lnTo>
                      <a:pt x="402" y="160"/>
                    </a:lnTo>
                    <a:lnTo>
                      <a:pt x="396" y="158"/>
                    </a:lnTo>
                    <a:lnTo>
                      <a:pt x="392" y="152"/>
                    </a:lnTo>
                    <a:lnTo>
                      <a:pt x="392" y="152"/>
                    </a:lnTo>
                    <a:lnTo>
                      <a:pt x="392" y="144"/>
                    </a:lnTo>
                    <a:lnTo>
                      <a:pt x="392" y="144"/>
                    </a:lnTo>
                    <a:lnTo>
                      <a:pt x="392" y="140"/>
                    </a:lnTo>
                    <a:lnTo>
                      <a:pt x="392" y="140"/>
                    </a:lnTo>
                    <a:lnTo>
                      <a:pt x="392" y="140"/>
                    </a:lnTo>
                    <a:lnTo>
                      <a:pt x="394" y="128"/>
                    </a:lnTo>
                    <a:lnTo>
                      <a:pt x="396" y="116"/>
                    </a:lnTo>
                    <a:lnTo>
                      <a:pt x="396" y="116"/>
                    </a:lnTo>
                    <a:lnTo>
                      <a:pt x="394" y="98"/>
                    </a:lnTo>
                    <a:lnTo>
                      <a:pt x="394" y="98"/>
                    </a:lnTo>
                    <a:lnTo>
                      <a:pt x="392" y="88"/>
                    </a:lnTo>
                    <a:lnTo>
                      <a:pt x="388" y="78"/>
                    </a:lnTo>
                    <a:lnTo>
                      <a:pt x="382" y="68"/>
                    </a:lnTo>
                    <a:lnTo>
                      <a:pt x="374" y="60"/>
                    </a:lnTo>
                    <a:lnTo>
                      <a:pt x="374" y="60"/>
                    </a:lnTo>
                    <a:lnTo>
                      <a:pt x="368" y="52"/>
                    </a:lnTo>
                    <a:lnTo>
                      <a:pt x="358" y="46"/>
                    </a:lnTo>
                    <a:lnTo>
                      <a:pt x="350" y="42"/>
                    </a:lnTo>
                    <a:lnTo>
                      <a:pt x="340" y="38"/>
                    </a:lnTo>
                    <a:lnTo>
                      <a:pt x="340" y="38"/>
                    </a:lnTo>
                    <a:lnTo>
                      <a:pt x="328" y="34"/>
                    </a:lnTo>
                    <a:lnTo>
                      <a:pt x="316" y="34"/>
                    </a:lnTo>
                    <a:lnTo>
                      <a:pt x="316" y="34"/>
                    </a:lnTo>
                    <a:lnTo>
                      <a:pt x="298" y="36"/>
                    </a:lnTo>
                    <a:lnTo>
                      <a:pt x="298" y="36"/>
                    </a:lnTo>
                    <a:lnTo>
                      <a:pt x="294" y="36"/>
                    </a:lnTo>
                    <a:lnTo>
                      <a:pt x="294" y="36"/>
                    </a:lnTo>
                    <a:lnTo>
                      <a:pt x="290" y="36"/>
                    </a:lnTo>
                    <a:lnTo>
                      <a:pt x="286" y="34"/>
                    </a:lnTo>
                    <a:lnTo>
                      <a:pt x="286" y="34"/>
                    </a:lnTo>
                    <a:lnTo>
                      <a:pt x="280" y="28"/>
                    </a:lnTo>
                    <a:lnTo>
                      <a:pt x="278" y="22"/>
                    </a:lnTo>
                    <a:lnTo>
                      <a:pt x="278" y="22"/>
                    </a:lnTo>
                    <a:close/>
                    <a:moveTo>
                      <a:pt x="166" y="238"/>
                    </a:moveTo>
                    <a:lnTo>
                      <a:pt x="166" y="238"/>
                    </a:lnTo>
                    <a:lnTo>
                      <a:pt x="168" y="242"/>
                    </a:lnTo>
                    <a:lnTo>
                      <a:pt x="172" y="244"/>
                    </a:lnTo>
                    <a:lnTo>
                      <a:pt x="172" y="244"/>
                    </a:lnTo>
                    <a:lnTo>
                      <a:pt x="174" y="244"/>
                    </a:lnTo>
                    <a:lnTo>
                      <a:pt x="174" y="244"/>
                    </a:lnTo>
                    <a:lnTo>
                      <a:pt x="178" y="244"/>
                    </a:lnTo>
                    <a:lnTo>
                      <a:pt x="178" y="244"/>
                    </a:lnTo>
                    <a:lnTo>
                      <a:pt x="182" y="242"/>
                    </a:lnTo>
                    <a:lnTo>
                      <a:pt x="184" y="238"/>
                    </a:lnTo>
                    <a:lnTo>
                      <a:pt x="184" y="238"/>
                    </a:lnTo>
                    <a:lnTo>
                      <a:pt x="184" y="236"/>
                    </a:lnTo>
                    <a:lnTo>
                      <a:pt x="184" y="232"/>
                    </a:lnTo>
                    <a:lnTo>
                      <a:pt x="184" y="232"/>
                    </a:lnTo>
                    <a:lnTo>
                      <a:pt x="182" y="230"/>
                    </a:lnTo>
                    <a:lnTo>
                      <a:pt x="180" y="228"/>
                    </a:lnTo>
                    <a:lnTo>
                      <a:pt x="180" y="228"/>
                    </a:lnTo>
                    <a:lnTo>
                      <a:pt x="174" y="228"/>
                    </a:lnTo>
                    <a:lnTo>
                      <a:pt x="174" y="228"/>
                    </a:lnTo>
                    <a:lnTo>
                      <a:pt x="170" y="230"/>
                    </a:lnTo>
                    <a:lnTo>
                      <a:pt x="168" y="232"/>
                    </a:lnTo>
                    <a:lnTo>
                      <a:pt x="168" y="232"/>
                    </a:lnTo>
                    <a:lnTo>
                      <a:pt x="166" y="236"/>
                    </a:lnTo>
                    <a:lnTo>
                      <a:pt x="166" y="238"/>
                    </a:lnTo>
                    <a:lnTo>
                      <a:pt x="166" y="238"/>
                    </a:lnTo>
                    <a:close/>
                    <a:moveTo>
                      <a:pt x="118" y="266"/>
                    </a:moveTo>
                    <a:lnTo>
                      <a:pt x="118" y="266"/>
                    </a:lnTo>
                    <a:lnTo>
                      <a:pt x="122" y="274"/>
                    </a:lnTo>
                    <a:lnTo>
                      <a:pt x="128" y="278"/>
                    </a:lnTo>
                    <a:lnTo>
                      <a:pt x="128" y="278"/>
                    </a:lnTo>
                    <a:lnTo>
                      <a:pt x="138" y="280"/>
                    </a:lnTo>
                    <a:lnTo>
                      <a:pt x="138" y="280"/>
                    </a:lnTo>
                    <a:lnTo>
                      <a:pt x="146" y="280"/>
                    </a:lnTo>
                    <a:lnTo>
                      <a:pt x="146" y="280"/>
                    </a:lnTo>
                    <a:lnTo>
                      <a:pt x="154" y="274"/>
                    </a:lnTo>
                    <a:lnTo>
                      <a:pt x="160" y="268"/>
                    </a:lnTo>
                    <a:lnTo>
                      <a:pt x="160" y="268"/>
                    </a:lnTo>
                    <a:lnTo>
                      <a:pt x="164" y="262"/>
                    </a:lnTo>
                    <a:lnTo>
                      <a:pt x="164" y="256"/>
                    </a:lnTo>
                    <a:lnTo>
                      <a:pt x="164" y="256"/>
                    </a:lnTo>
                    <a:lnTo>
                      <a:pt x="164" y="252"/>
                    </a:lnTo>
                    <a:lnTo>
                      <a:pt x="164" y="252"/>
                    </a:lnTo>
                    <a:lnTo>
                      <a:pt x="160" y="244"/>
                    </a:lnTo>
                    <a:lnTo>
                      <a:pt x="152" y="240"/>
                    </a:lnTo>
                    <a:lnTo>
                      <a:pt x="152" y="240"/>
                    </a:lnTo>
                    <a:lnTo>
                      <a:pt x="144" y="238"/>
                    </a:lnTo>
                    <a:lnTo>
                      <a:pt x="144" y="238"/>
                    </a:lnTo>
                    <a:lnTo>
                      <a:pt x="136" y="240"/>
                    </a:lnTo>
                    <a:lnTo>
                      <a:pt x="136" y="240"/>
                    </a:lnTo>
                    <a:lnTo>
                      <a:pt x="126" y="244"/>
                    </a:lnTo>
                    <a:lnTo>
                      <a:pt x="120" y="250"/>
                    </a:lnTo>
                    <a:lnTo>
                      <a:pt x="120" y="250"/>
                    </a:lnTo>
                    <a:lnTo>
                      <a:pt x="118" y="256"/>
                    </a:lnTo>
                    <a:lnTo>
                      <a:pt x="118" y="262"/>
                    </a:lnTo>
                    <a:lnTo>
                      <a:pt x="118" y="262"/>
                    </a:lnTo>
                    <a:lnTo>
                      <a:pt x="118" y="266"/>
                    </a:lnTo>
                    <a:lnTo>
                      <a:pt x="118" y="266"/>
                    </a:lnTo>
                    <a:close/>
                    <a:moveTo>
                      <a:pt x="98" y="274"/>
                    </a:moveTo>
                    <a:lnTo>
                      <a:pt x="98" y="274"/>
                    </a:lnTo>
                    <a:lnTo>
                      <a:pt x="94" y="262"/>
                    </a:lnTo>
                    <a:lnTo>
                      <a:pt x="94" y="252"/>
                    </a:lnTo>
                    <a:lnTo>
                      <a:pt x="94" y="252"/>
                    </a:lnTo>
                    <a:lnTo>
                      <a:pt x="96" y="240"/>
                    </a:lnTo>
                    <a:lnTo>
                      <a:pt x="100" y="228"/>
                    </a:lnTo>
                    <a:lnTo>
                      <a:pt x="100" y="228"/>
                    </a:lnTo>
                    <a:lnTo>
                      <a:pt x="106" y="218"/>
                    </a:lnTo>
                    <a:lnTo>
                      <a:pt x="114" y="208"/>
                    </a:lnTo>
                    <a:lnTo>
                      <a:pt x="124" y="200"/>
                    </a:lnTo>
                    <a:lnTo>
                      <a:pt x="136" y="194"/>
                    </a:lnTo>
                    <a:lnTo>
                      <a:pt x="136" y="194"/>
                    </a:lnTo>
                    <a:lnTo>
                      <a:pt x="152" y="190"/>
                    </a:lnTo>
                    <a:lnTo>
                      <a:pt x="168" y="188"/>
                    </a:lnTo>
                    <a:lnTo>
                      <a:pt x="168" y="188"/>
                    </a:lnTo>
                    <a:lnTo>
                      <a:pt x="178" y="188"/>
                    </a:lnTo>
                    <a:lnTo>
                      <a:pt x="186" y="190"/>
                    </a:lnTo>
                    <a:lnTo>
                      <a:pt x="186" y="190"/>
                    </a:lnTo>
                    <a:lnTo>
                      <a:pt x="198" y="194"/>
                    </a:lnTo>
                    <a:lnTo>
                      <a:pt x="210" y="200"/>
                    </a:lnTo>
                    <a:lnTo>
                      <a:pt x="218" y="208"/>
                    </a:lnTo>
                    <a:lnTo>
                      <a:pt x="224" y="218"/>
                    </a:lnTo>
                    <a:lnTo>
                      <a:pt x="224" y="218"/>
                    </a:lnTo>
                    <a:lnTo>
                      <a:pt x="228" y="230"/>
                    </a:lnTo>
                    <a:lnTo>
                      <a:pt x="230" y="242"/>
                    </a:lnTo>
                    <a:lnTo>
                      <a:pt x="230" y="242"/>
                    </a:lnTo>
                    <a:lnTo>
                      <a:pt x="230" y="252"/>
                    </a:lnTo>
                    <a:lnTo>
                      <a:pt x="226" y="264"/>
                    </a:lnTo>
                    <a:lnTo>
                      <a:pt x="226" y="264"/>
                    </a:lnTo>
                    <a:lnTo>
                      <a:pt x="218" y="276"/>
                    </a:lnTo>
                    <a:lnTo>
                      <a:pt x="210" y="286"/>
                    </a:lnTo>
                    <a:lnTo>
                      <a:pt x="200" y="294"/>
                    </a:lnTo>
                    <a:lnTo>
                      <a:pt x="188" y="300"/>
                    </a:lnTo>
                    <a:lnTo>
                      <a:pt x="188" y="300"/>
                    </a:lnTo>
                    <a:lnTo>
                      <a:pt x="172" y="306"/>
                    </a:lnTo>
                    <a:lnTo>
                      <a:pt x="156" y="308"/>
                    </a:lnTo>
                    <a:lnTo>
                      <a:pt x="156" y="308"/>
                    </a:lnTo>
                    <a:lnTo>
                      <a:pt x="144" y="306"/>
                    </a:lnTo>
                    <a:lnTo>
                      <a:pt x="134" y="304"/>
                    </a:lnTo>
                    <a:lnTo>
                      <a:pt x="134" y="304"/>
                    </a:lnTo>
                    <a:lnTo>
                      <a:pt x="122" y="298"/>
                    </a:lnTo>
                    <a:lnTo>
                      <a:pt x="112" y="292"/>
                    </a:lnTo>
                    <a:lnTo>
                      <a:pt x="104" y="284"/>
                    </a:lnTo>
                    <a:lnTo>
                      <a:pt x="98" y="274"/>
                    </a:lnTo>
                    <a:lnTo>
                      <a:pt x="98" y="274"/>
                    </a:lnTo>
                    <a:close/>
                    <a:moveTo>
                      <a:pt x="42" y="252"/>
                    </a:moveTo>
                    <a:lnTo>
                      <a:pt x="42" y="252"/>
                    </a:lnTo>
                    <a:lnTo>
                      <a:pt x="44" y="260"/>
                    </a:lnTo>
                    <a:lnTo>
                      <a:pt x="46" y="268"/>
                    </a:lnTo>
                    <a:lnTo>
                      <a:pt x="50" y="276"/>
                    </a:lnTo>
                    <a:lnTo>
                      <a:pt x="56" y="284"/>
                    </a:lnTo>
                    <a:lnTo>
                      <a:pt x="68" y="296"/>
                    </a:lnTo>
                    <a:lnTo>
                      <a:pt x="86" y="308"/>
                    </a:lnTo>
                    <a:lnTo>
                      <a:pt x="86" y="308"/>
                    </a:lnTo>
                    <a:lnTo>
                      <a:pt x="102" y="314"/>
                    </a:lnTo>
                    <a:lnTo>
                      <a:pt x="120" y="320"/>
                    </a:lnTo>
                    <a:lnTo>
                      <a:pt x="138" y="324"/>
                    </a:lnTo>
                    <a:lnTo>
                      <a:pt x="158" y="324"/>
                    </a:lnTo>
                    <a:lnTo>
                      <a:pt x="158" y="324"/>
                    </a:lnTo>
                    <a:lnTo>
                      <a:pt x="180" y="324"/>
                    </a:lnTo>
                    <a:lnTo>
                      <a:pt x="180" y="324"/>
                    </a:lnTo>
                    <a:lnTo>
                      <a:pt x="206" y="320"/>
                    </a:lnTo>
                    <a:lnTo>
                      <a:pt x="228" y="312"/>
                    </a:lnTo>
                    <a:lnTo>
                      <a:pt x="250" y="302"/>
                    </a:lnTo>
                    <a:lnTo>
                      <a:pt x="268" y="290"/>
                    </a:lnTo>
                    <a:lnTo>
                      <a:pt x="268" y="290"/>
                    </a:lnTo>
                    <a:lnTo>
                      <a:pt x="282" y="276"/>
                    </a:lnTo>
                    <a:lnTo>
                      <a:pt x="292" y="262"/>
                    </a:lnTo>
                    <a:lnTo>
                      <a:pt x="298" y="248"/>
                    </a:lnTo>
                    <a:lnTo>
                      <a:pt x="300" y="232"/>
                    </a:lnTo>
                    <a:lnTo>
                      <a:pt x="300" y="232"/>
                    </a:lnTo>
                    <a:lnTo>
                      <a:pt x="300" y="226"/>
                    </a:lnTo>
                    <a:lnTo>
                      <a:pt x="300" y="226"/>
                    </a:lnTo>
                    <a:lnTo>
                      <a:pt x="298" y="218"/>
                    </a:lnTo>
                    <a:lnTo>
                      <a:pt x="296" y="210"/>
                    </a:lnTo>
                    <a:lnTo>
                      <a:pt x="292" y="202"/>
                    </a:lnTo>
                    <a:lnTo>
                      <a:pt x="288" y="194"/>
                    </a:lnTo>
                    <a:lnTo>
                      <a:pt x="274" y="182"/>
                    </a:lnTo>
                    <a:lnTo>
                      <a:pt x="256" y="170"/>
                    </a:lnTo>
                    <a:lnTo>
                      <a:pt x="256" y="170"/>
                    </a:lnTo>
                    <a:lnTo>
                      <a:pt x="240" y="162"/>
                    </a:lnTo>
                    <a:lnTo>
                      <a:pt x="222" y="158"/>
                    </a:lnTo>
                    <a:lnTo>
                      <a:pt x="204" y="154"/>
                    </a:lnTo>
                    <a:lnTo>
                      <a:pt x="184" y="154"/>
                    </a:lnTo>
                    <a:lnTo>
                      <a:pt x="184" y="154"/>
                    </a:lnTo>
                    <a:lnTo>
                      <a:pt x="162" y="154"/>
                    </a:lnTo>
                    <a:lnTo>
                      <a:pt x="162" y="154"/>
                    </a:lnTo>
                    <a:lnTo>
                      <a:pt x="146" y="156"/>
                    </a:lnTo>
                    <a:lnTo>
                      <a:pt x="130" y="160"/>
                    </a:lnTo>
                    <a:lnTo>
                      <a:pt x="114" y="166"/>
                    </a:lnTo>
                    <a:lnTo>
                      <a:pt x="100" y="172"/>
                    </a:lnTo>
                    <a:lnTo>
                      <a:pt x="100" y="172"/>
                    </a:lnTo>
                    <a:lnTo>
                      <a:pt x="86" y="180"/>
                    </a:lnTo>
                    <a:lnTo>
                      <a:pt x="74" y="188"/>
                    </a:lnTo>
                    <a:lnTo>
                      <a:pt x="64" y="198"/>
                    </a:lnTo>
                    <a:lnTo>
                      <a:pt x="56" y="208"/>
                    </a:lnTo>
                    <a:lnTo>
                      <a:pt x="56" y="208"/>
                    </a:lnTo>
                    <a:lnTo>
                      <a:pt x="50" y="216"/>
                    </a:lnTo>
                    <a:lnTo>
                      <a:pt x="46" y="226"/>
                    </a:lnTo>
                    <a:lnTo>
                      <a:pt x="44" y="236"/>
                    </a:lnTo>
                    <a:lnTo>
                      <a:pt x="42" y="246"/>
                    </a:lnTo>
                    <a:lnTo>
                      <a:pt x="42" y="246"/>
                    </a:lnTo>
                    <a:lnTo>
                      <a:pt x="42" y="252"/>
                    </a:lnTo>
                    <a:lnTo>
                      <a:pt x="42" y="252"/>
                    </a:lnTo>
                    <a:close/>
                    <a:moveTo>
                      <a:pt x="0" y="234"/>
                    </a:moveTo>
                    <a:lnTo>
                      <a:pt x="0" y="234"/>
                    </a:lnTo>
                    <a:lnTo>
                      <a:pt x="0" y="220"/>
                    </a:lnTo>
                    <a:lnTo>
                      <a:pt x="4" y="206"/>
                    </a:lnTo>
                    <a:lnTo>
                      <a:pt x="8" y="192"/>
                    </a:lnTo>
                    <a:lnTo>
                      <a:pt x="16" y="176"/>
                    </a:lnTo>
                    <a:lnTo>
                      <a:pt x="24" y="162"/>
                    </a:lnTo>
                    <a:lnTo>
                      <a:pt x="36" y="146"/>
                    </a:lnTo>
                    <a:lnTo>
                      <a:pt x="48" y="130"/>
                    </a:lnTo>
                    <a:lnTo>
                      <a:pt x="64" y="114"/>
                    </a:lnTo>
                    <a:lnTo>
                      <a:pt x="64" y="114"/>
                    </a:lnTo>
                    <a:lnTo>
                      <a:pt x="84" y="96"/>
                    </a:lnTo>
                    <a:lnTo>
                      <a:pt x="104" y="80"/>
                    </a:lnTo>
                    <a:lnTo>
                      <a:pt x="124" y="68"/>
                    </a:lnTo>
                    <a:lnTo>
                      <a:pt x="146" y="58"/>
                    </a:lnTo>
                    <a:lnTo>
                      <a:pt x="146" y="58"/>
                    </a:lnTo>
                    <a:lnTo>
                      <a:pt x="164" y="52"/>
                    </a:lnTo>
                    <a:lnTo>
                      <a:pt x="178" y="50"/>
                    </a:lnTo>
                    <a:lnTo>
                      <a:pt x="178" y="50"/>
                    </a:lnTo>
                    <a:lnTo>
                      <a:pt x="186" y="50"/>
                    </a:lnTo>
                    <a:lnTo>
                      <a:pt x="194" y="52"/>
                    </a:lnTo>
                    <a:lnTo>
                      <a:pt x="198" y="54"/>
                    </a:lnTo>
                    <a:lnTo>
                      <a:pt x="204" y="60"/>
                    </a:lnTo>
                    <a:lnTo>
                      <a:pt x="204" y="60"/>
                    </a:lnTo>
                    <a:lnTo>
                      <a:pt x="208" y="64"/>
                    </a:lnTo>
                    <a:lnTo>
                      <a:pt x="210" y="70"/>
                    </a:lnTo>
                    <a:lnTo>
                      <a:pt x="212" y="76"/>
                    </a:lnTo>
                    <a:lnTo>
                      <a:pt x="214" y="84"/>
                    </a:lnTo>
                    <a:lnTo>
                      <a:pt x="214" y="84"/>
                    </a:lnTo>
                    <a:lnTo>
                      <a:pt x="212" y="96"/>
                    </a:lnTo>
                    <a:lnTo>
                      <a:pt x="208" y="110"/>
                    </a:lnTo>
                    <a:lnTo>
                      <a:pt x="208" y="110"/>
                    </a:lnTo>
                    <a:lnTo>
                      <a:pt x="208" y="114"/>
                    </a:lnTo>
                    <a:lnTo>
                      <a:pt x="210" y="116"/>
                    </a:lnTo>
                    <a:lnTo>
                      <a:pt x="210" y="116"/>
                    </a:lnTo>
                    <a:lnTo>
                      <a:pt x="216" y="116"/>
                    </a:lnTo>
                    <a:lnTo>
                      <a:pt x="218" y="114"/>
                    </a:lnTo>
                    <a:lnTo>
                      <a:pt x="218" y="114"/>
                    </a:lnTo>
                    <a:lnTo>
                      <a:pt x="236" y="108"/>
                    </a:lnTo>
                    <a:lnTo>
                      <a:pt x="250" y="104"/>
                    </a:lnTo>
                    <a:lnTo>
                      <a:pt x="264" y="100"/>
                    </a:lnTo>
                    <a:lnTo>
                      <a:pt x="278" y="100"/>
                    </a:lnTo>
                    <a:lnTo>
                      <a:pt x="278" y="100"/>
                    </a:lnTo>
                    <a:lnTo>
                      <a:pt x="290" y="102"/>
                    </a:lnTo>
                    <a:lnTo>
                      <a:pt x="300" y="104"/>
                    </a:lnTo>
                    <a:lnTo>
                      <a:pt x="308" y="108"/>
                    </a:lnTo>
                    <a:lnTo>
                      <a:pt x="316" y="114"/>
                    </a:lnTo>
                    <a:lnTo>
                      <a:pt x="316" y="114"/>
                    </a:lnTo>
                    <a:lnTo>
                      <a:pt x="318" y="124"/>
                    </a:lnTo>
                    <a:lnTo>
                      <a:pt x="320" y="132"/>
                    </a:lnTo>
                    <a:lnTo>
                      <a:pt x="320" y="132"/>
                    </a:lnTo>
                    <a:lnTo>
                      <a:pt x="318" y="144"/>
                    </a:lnTo>
                    <a:lnTo>
                      <a:pt x="314" y="158"/>
                    </a:lnTo>
                    <a:lnTo>
                      <a:pt x="314" y="158"/>
                    </a:lnTo>
                    <a:lnTo>
                      <a:pt x="314" y="160"/>
                    </a:lnTo>
                    <a:lnTo>
                      <a:pt x="314" y="164"/>
                    </a:lnTo>
                    <a:lnTo>
                      <a:pt x="314" y="164"/>
                    </a:lnTo>
                    <a:lnTo>
                      <a:pt x="316" y="166"/>
                    </a:lnTo>
                    <a:lnTo>
                      <a:pt x="316" y="166"/>
                    </a:lnTo>
                    <a:lnTo>
                      <a:pt x="322" y="168"/>
                    </a:lnTo>
                    <a:lnTo>
                      <a:pt x="322" y="168"/>
                    </a:lnTo>
                    <a:lnTo>
                      <a:pt x="332" y="172"/>
                    </a:lnTo>
                    <a:lnTo>
                      <a:pt x="342" y="176"/>
                    </a:lnTo>
                    <a:lnTo>
                      <a:pt x="350" y="182"/>
                    </a:lnTo>
                    <a:lnTo>
                      <a:pt x="358" y="190"/>
                    </a:lnTo>
                    <a:lnTo>
                      <a:pt x="358" y="190"/>
                    </a:lnTo>
                    <a:lnTo>
                      <a:pt x="366" y="198"/>
                    </a:lnTo>
                    <a:lnTo>
                      <a:pt x="370" y="206"/>
                    </a:lnTo>
                    <a:lnTo>
                      <a:pt x="372" y="216"/>
                    </a:lnTo>
                    <a:lnTo>
                      <a:pt x="374" y="228"/>
                    </a:lnTo>
                    <a:lnTo>
                      <a:pt x="374" y="228"/>
                    </a:lnTo>
                    <a:lnTo>
                      <a:pt x="372" y="238"/>
                    </a:lnTo>
                    <a:lnTo>
                      <a:pt x="370" y="248"/>
                    </a:lnTo>
                    <a:lnTo>
                      <a:pt x="366" y="258"/>
                    </a:lnTo>
                    <a:lnTo>
                      <a:pt x="360" y="270"/>
                    </a:lnTo>
                    <a:lnTo>
                      <a:pt x="360" y="270"/>
                    </a:lnTo>
                    <a:lnTo>
                      <a:pt x="352" y="280"/>
                    </a:lnTo>
                    <a:lnTo>
                      <a:pt x="342" y="290"/>
                    </a:lnTo>
                    <a:lnTo>
                      <a:pt x="320" y="308"/>
                    </a:lnTo>
                    <a:lnTo>
                      <a:pt x="320" y="308"/>
                    </a:lnTo>
                    <a:lnTo>
                      <a:pt x="308" y="316"/>
                    </a:lnTo>
                    <a:lnTo>
                      <a:pt x="292" y="324"/>
                    </a:lnTo>
                    <a:lnTo>
                      <a:pt x="276" y="332"/>
                    </a:lnTo>
                    <a:lnTo>
                      <a:pt x="258" y="338"/>
                    </a:lnTo>
                    <a:lnTo>
                      <a:pt x="258" y="338"/>
                    </a:lnTo>
                    <a:lnTo>
                      <a:pt x="240" y="342"/>
                    </a:lnTo>
                    <a:lnTo>
                      <a:pt x="220" y="346"/>
                    </a:lnTo>
                    <a:lnTo>
                      <a:pt x="200" y="348"/>
                    </a:lnTo>
                    <a:lnTo>
                      <a:pt x="180" y="348"/>
                    </a:lnTo>
                    <a:lnTo>
                      <a:pt x="180" y="348"/>
                    </a:lnTo>
                    <a:lnTo>
                      <a:pt x="156" y="348"/>
                    </a:lnTo>
                    <a:lnTo>
                      <a:pt x="134" y="346"/>
                    </a:lnTo>
                    <a:lnTo>
                      <a:pt x="114" y="342"/>
                    </a:lnTo>
                    <a:lnTo>
                      <a:pt x="94" y="336"/>
                    </a:lnTo>
                    <a:lnTo>
                      <a:pt x="94" y="336"/>
                    </a:lnTo>
                    <a:lnTo>
                      <a:pt x="74" y="328"/>
                    </a:lnTo>
                    <a:lnTo>
                      <a:pt x="56" y="318"/>
                    </a:lnTo>
                    <a:lnTo>
                      <a:pt x="40" y="308"/>
                    </a:lnTo>
                    <a:lnTo>
                      <a:pt x="26" y="296"/>
                    </a:lnTo>
                    <a:lnTo>
                      <a:pt x="26" y="296"/>
                    </a:lnTo>
                    <a:lnTo>
                      <a:pt x="14" y="282"/>
                    </a:lnTo>
                    <a:lnTo>
                      <a:pt x="6" y="266"/>
                    </a:lnTo>
                    <a:lnTo>
                      <a:pt x="0" y="252"/>
                    </a:lnTo>
                    <a:lnTo>
                      <a:pt x="0" y="234"/>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9" name="Group 8">
              <a:extLst>
                <a:ext uri="{FF2B5EF4-FFF2-40B4-BE49-F238E27FC236}">
                  <a16:creationId xmlns:a16="http://schemas.microsoft.com/office/drawing/2014/main" id="{56B84EF2-7DF7-4223-4BA3-5A57ED29E6E9}"/>
                </a:ext>
              </a:extLst>
            </p:cNvPr>
            <p:cNvGrpSpPr>
              <a:grpSpLocks noGrp="1" noUngrp="1" noRot="1" noMove="1" noResize="1"/>
            </p:cNvGrpSpPr>
            <p:nvPr/>
          </p:nvGrpSpPr>
          <p:grpSpPr>
            <a:xfrm>
              <a:off x="2283856" y="2834640"/>
              <a:ext cx="390295" cy="390295"/>
              <a:chOff x="6127750" y="2970213"/>
              <a:chExt cx="914400" cy="914400"/>
            </a:xfrm>
          </p:grpSpPr>
          <p:sp>
            <p:nvSpPr>
              <p:cNvPr id="25" name="Freeform 35">
                <a:extLst>
                  <a:ext uri="{FF2B5EF4-FFF2-40B4-BE49-F238E27FC236}">
                    <a16:creationId xmlns:a16="http://schemas.microsoft.com/office/drawing/2014/main" id="{986E4089-127C-716D-0B4C-AB811662DC68}"/>
                  </a:ext>
                </a:extLst>
              </p:cNvPr>
              <p:cNvSpPr>
                <a:spLocks noGrp="1" noRot="1" noMove="1" noResize="1" noEditPoints="1" noAdjustHandles="1" noChangeArrowheads="1" noChangeShapeType="1"/>
              </p:cNvSpPr>
              <p:nvPr/>
            </p:nvSpPr>
            <p:spPr bwMode="auto">
              <a:xfrm>
                <a:off x="6127750"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2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2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2" y="20"/>
                    </a:lnTo>
                    <a:lnTo>
                      <a:pt x="2" y="26"/>
                    </a:lnTo>
                    <a:lnTo>
                      <a:pt x="0" y="32"/>
                    </a:lnTo>
                    <a:lnTo>
                      <a:pt x="0" y="544"/>
                    </a:lnTo>
                    <a:lnTo>
                      <a:pt x="0" y="544"/>
                    </a:lnTo>
                    <a:lnTo>
                      <a:pt x="2" y="552"/>
                    </a:lnTo>
                    <a:lnTo>
                      <a:pt x="2" y="558"/>
                    </a:lnTo>
                    <a:lnTo>
                      <a:pt x="10" y="568"/>
                    </a:lnTo>
                    <a:lnTo>
                      <a:pt x="20" y="574"/>
                    </a:lnTo>
                    <a:lnTo>
                      <a:pt x="26" y="576"/>
                    </a:lnTo>
                    <a:lnTo>
                      <a:pt x="32" y="576"/>
                    </a:lnTo>
                    <a:lnTo>
                      <a:pt x="544" y="576"/>
                    </a:lnTo>
                    <a:lnTo>
                      <a:pt x="544" y="576"/>
                    </a:lnTo>
                    <a:close/>
                  </a:path>
                </a:pathLst>
              </a:custGeom>
              <a:solidFill>
                <a:srgbClr val="7BB3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Freeform 36">
                <a:extLst>
                  <a:ext uri="{FF2B5EF4-FFF2-40B4-BE49-F238E27FC236}">
                    <a16:creationId xmlns:a16="http://schemas.microsoft.com/office/drawing/2014/main" id="{1FF91687-9FE9-8C4C-6046-CE97D1B18912}"/>
                  </a:ext>
                </a:extLst>
              </p:cNvPr>
              <p:cNvSpPr>
                <a:spLocks noGrp="1" noRot="1" noMove="1" noResize="1" noEditPoints="1" noAdjustHandles="1" noChangeArrowheads="1" noChangeShapeType="1"/>
              </p:cNvSpPr>
              <p:nvPr/>
            </p:nvSpPr>
            <p:spPr bwMode="auto">
              <a:xfrm>
                <a:off x="6188075" y="3087688"/>
                <a:ext cx="787400" cy="679450"/>
              </a:xfrm>
              <a:custGeom>
                <a:avLst/>
                <a:gdLst>
                  <a:gd name="T0" fmla="*/ 418 w 496"/>
                  <a:gd name="T1" fmla="*/ 414 h 428"/>
                  <a:gd name="T2" fmla="*/ 384 w 496"/>
                  <a:gd name="T3" fmla="*/ 414 h 428"/>
                  <a:gd name="T4" fmla="*/ 346 w 496"/>
                  <a:gd name="T5" fmla="*/ 420 h 428"/>
                  <a:gd name="T6" fmla="*/ 284 w 496"/>
                  <a:gd name="T7" fmla="*/ 408 h 428"/>
                  <a:gd name="T8" fmla="*/ 244 w 496"/>
                  <a:gd name="T9" fmla="*/ 380 h 428"/>
                  <a:gd name="T10" fmla="*/ 210 w 496"/>
                  <a:gd name="T11" fmla="*/ 332 h 428"/>
                  <a:gd name="T12" fmla="*/ 202 w 496"/>
                  <a:gd name="T13" fmla="*/ 278 h 428"/>
                  <a:gd name="T14" fmla="*/ 220 w 496"/>
                  <a:gd name="T15" fmla="*/ 226 h 428"/>
                  <a:gd name="T16" fmla="*/ 262 w 496"/>
                  <a:gd name="T17" fmla="*/ 182 h 428"/>
                  <a:gd name="T18" fmla="*/ 302 w 496"/>
                  <a:gd name="T19" fmla="*/ 164 h 428"/>
                  <a:gd name="T20" fmla="*/ 360 w 496"/>
                  <a:gd name="T21" fmla="*/ 158 h 428"/>
                  <a:gd name="T22" fmla="*/ 414 w 496"/>
                  <a:gd name="T23" fmla="*/ 172 h 428"/>
                  <a:gd name="T24" fmla="*/ 460 w 496"/>
                  <a:gd name="T25" fmla="*/ 204 h 428"/>
                  <a:gd name="T26" fmla="*/ 492 w 496"/>
                  <a:gd name="T27" fmla="*/ 256 h 428"/>
                  <a:gd name="T28" fmla="*/ 484 w 496"/>
                  <a:gd name="T29" fmla="*/ 342 h 428"/>
                  <a:gd name="T30" fmla="*/ 448 w 496"/>
                  <a:gd name="T31" fmla="*/ 388 h 428"/>
                  <a:gd name="T32" fmla="*/ 446 w 496"/>
                  <a:gd name="T33" fmla="*/ 418 h 428"/>
                  <a:gd name="T34" fmla="*/ 282 w 496"/>
                  <a:gd name="T35" fmla="*/ 268 h 428"/>
                  <a:gd name="T36" fmla="*/ 298 w 496"/>
                  <a:gd name="T37" fmla="*/ 258 h 428"/>
                  <a:gd name="T38" fmla="*/ 296 w 496"/>
                  <a:gd name="T39" fmla="*/ 238 h 428"/>
                  <a:gd name="T40" fmla="*/ 276 w 496"/>
                  <a:gd name="T41" fmla="*/ 234 h 428"/>
                  <a:gd name="T42" fmla="*/ 266 w 496"/>
                  <a:gd name="T43" fmla="*/ 250 h 428"/>
                  <a:gd name="T44" fmla="*/ 282 w 496"/>
                  <a:gd name="T45" fmla="*/ 268 h 428"/>
                  <a:gd name="T46" fmla="*/ 384 w 496"/>
                  <a:gd name="T47" fmla="*/ 234 h 428"/>
                  <a:gd name="T48" fmla="*/ 372 w 496"/>
                  <a:gd name="T49" fmla="*/ 250 h 428"/>
                  <a:gd name="T50" fmla="*/ 390 w 496"/>
                  <a:gd name="T51" fmla="*/ 268 h 428"/>
                  <a:gd name="T52" fmla="*/ 406 w 496"/>
                  <a:gd name="T53" fmla="*/ 258 h 428"/>
                  <a:gd name="T54" fmla="*/ 402 w 496"/>
                  <a:gd name="T55" fmla="*/ 238 h 428"/>
                  <a:gd name="T56" fmla="*/ 244 w 496"/>
                  <a:gd name="T57" fmla="*/ 100 h 428"/>
                  <a:gd name="T58" fmla="*/ 224 w 496"/>
                  <a:gd name="T59" fmla="*/ 114 h 428"/>
                  <a:gd name="T60" fmla="*/ 230 w 496"/>
                  <a:gd name="T61" fmla="*/ 136 h 428"/>
                  <a:gd name="T62" fmla="*/ 252 w 496"/>
                  <a:gd name="T63" fmla="*/ 140 h 428"/>
                  <a:gd name="T64" fmla="*/ 264 w 496"/>
                  <a:gd name="T65" fmla="*/ 122 h 428"/>
                  <a:gd name="T66" fmla="*/ 244 w 496"/>
                  <a:gd name="T67" fmla="*/ 100 h 428"/>
                  <a:gd name="T68" fmla="*/ 132 w 496"/>
                  <a:gd name="T69" fmla="*/ 114 h 428"/>
                  <a:gd name="T70" fmla="*/ 112 w 496"/>
                  <a:gd name="T71" fmla="*/ 100 h 428"/>
                  <a:gd name="T72" fmla="*/ 90 w 496"/>
                  <a:gd name="T73" fmla="*/ 120 h 428"/>
                  <a:gd name="T74" fmla="*/ 102 w 496"/>
                  <a:gd name="T75" fmla="*/ 140 h 428"/>
                  <a:gd name="T76" fmla="*/ 126 w 496"/>
                  <a:gd name="T77" fmla="*/ 136 h 428"/>
                  <a:gd name="T78" fmla="*/ 346 w 496"/>
                  <a:gd name="T79" fmla="*/ 140 h 428"/>
                  <a:gd name="T80" fmla="*/ 296 w 496"/>
                  <a:gd name="T81" fmla="*/ 148 h 428"/>
                  <a:gd name="T82" fmla="*/ 240 w 496"/>
                  <a:gd name="T83" fmla="*/ 178 h 428"/>
                  <a:gd name="T84" fmla="*/ 206 w 496"/>
                  <a:gd name="T85" fmla="*/ 214 h 428"/>
                  <a:gd name="T86" fmla="*/ 184 w 496"/>
                  <a:gd name="T87" fmla="*/ 274 h 428"/>
                  <a:gd name="T88" fmla="*/ 132 w 496"/>
                  <a:gd name="T89" fmla="*/ 302 h 428"/>
                  <a:gd name="T90" fmla="*/ 114 w 496"/>
                  <a:gd name="T91" fmla="*/ 306 h 428"/>
                  <a:gd name="T92" fmla="*/ 74 w 496"/>
                  <a:gd name="T93" fmla="*/ 294 h 428"/>
                  <a:gd name="T94" fmla="*/ 72 w 496"/>
                  <a:gd name="T95" fmla="*/ 278 h 428"/>
                  <a:gd name="T96" fmla="*/ 32 w 496"/>
                  <a:gd name="T97" fmla="*/ 242 h 428"/>
                  <a:gd name="T98" fmla="*/ 0 w 496"/>
                  <a:gd name="T99" fmla="*/ 160 h 428"/>
                  <a:gd name="T100" fmla="*/ 12 w 496"/>
                  <a:gd name="T101" fmla="*/ 96 h 428"/>
                  <a:gd name="T102" fmla="*/ 62 w 496"/>
                  <a:gd name="T103" fmla="*/ 36 h 428"/>
                  <a:gd name="T104" fmla="*/ 116 w 496"/>
                  <a:gd name="T105" fmla="*/ 8 h 428"/>
                  <a:gd name="T106" fmla="*/ 226 w 496"/>
                  <a:gd name="T107" fmla="*/ 8 h 428"/>
                  <a:gd name="T108" fmla="*/ 316 w 496"/>
                  <a:gd name="T109" fmla="*/ 68 h 428"/>
                  <a:gd name="T110" fmla="*/ 342 w 496"/>
                  <a:gd name="T111" fmla="*/ 12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6" h="428">
                    <a:moveTo>
                      <a:pt x="450" y="428"/>
                    </a:moveTo>
                    <a:lnTo>
                      <a:pt x="450" y="428"/>
                    </a:lnTo>
                    <a:lnTo>
                      <a:pt x="428" y="418"/>
                    </a:lnTo>
                    <a:lnTo>
                      <a:pt x="418" y="414"/>
                    </a:lnTo>
                    <a:lnTo>
                      <a:pt x="406" y="410"/>
                    </a:lnTo>
                    <a:lnTo>
                      <a:pt x="406" y="410"/>
                    </a:lnTo>
                    <a:lnTo>
                      <a:pt x="396" y="412"/>
                    </a:lnTo>
                    <a:lnTo>
                      <a:pt x="384" y="414"/>
                    </a:lnTo>
                    <a:lnTo>
                      <a:pt x="374" y="418"/>
                    </a:lnTo>
                    <a:lnTo>
                      <a:pt x="362" y="420"/>
                    </a:lnTo>
                    <a:lnTo>
                      <a:pt x="362" y="420"/>
                    </a:lnTo>
                    <a:lnTo>
                      <a:pt x="346" y="420"/>
                    </a:lnTo>
                    <a:lnTo>
                      <a:pt x="330" y="420"/>
                    </a:lnTo>
                    <a:lnTo>
                      <a:pt x="314" y="418"/>
                    </a:lnTo>
                    <a:lnTo>
                      <a:pt x="298" y="414"/>
                    </a:lnTo>
                    <a:lnTo>
                      <a:pt x="284" y="408"/>
                    </a:lnTo>
                    <a:lnTo>
                      <a:pt x="270" y="400"/>
                    </a:lnTo>
                    <a:lnTo>
                      <a:pt x="256" y="390"/>
                    </a:lnTo>
                    <a:lnTo>
                      <a:pt x="244" y="380"/>
                    </a:lnTo>
                    <a:lnTo>
                      <a:pt x="244" y="380"/>
                    </a:lnTo>
                    <a:lnTo>
                      <a:pt x="232" y="368"/>
                    </a:lnTo>
                    <a:lnTo>
                      <a:pt x="222" y="356"/>
                    </a:lnTo>
                    <a:lnTo>
                      <a:pt x="216" y="344"/>
                    </a:lnTo>
                    <a:lnTo>
                      <a:pt x="210" y="332"/>
                    </a:lnTo>
                    <a:lnTo>
                      <a:pt x="204" y="318"/>
                    </a:lnTo>
                    <a:lnTo>
                      <a:pt x="202" y="304"/>
                    </a:lnTo>
                    <a:lnTo>
                      <a:pt x="200" y="292"/>
                    </a:lnTo>
                    <a:lnTo>
                      <a:pt x="202" y="278"/>
                    </a:lnTo>
                    <a:lnTo>
                      <a:pt x="204" y="264"/>
                    </a:lnTo>
                    <a:lnTo>
                      <a:pt x="208" y="250"/>
                    </a:lnTo>
                    <a:lnTo>
                      <a:pt x="212" y="238"/>
                    </a:lnTo>
                    <a:lnTo>
                      <a:pt x="220" y="226"/>
                    </a:lnTo>
                    <a:lnTo>
                      <a:pt x="228" y="214"/>
                    </a:lnTo>
                    <a:lnTo>
                      <a:pt x="238" y="202"/>
                    </a:lnTo>
                    <a:lnTo>
                      <a:pt x="250" y="192"/>
                    </a:lnTo>
                    <a:lnTo>
                      <a:pt x="262" y="182"/>
                    </a:lnTo>
                    <a:lnTo>
                      <a:pt x="262" y="182"/>
                    </a:lnTo>
                    <a:lnTo>
                      <a:pt x="276" y="176"/>
                    </a:lnTo>
                    <a:lnTo>
                      <a:pt x="288" y="170"/>
                    </a:lnTo>
                    <a:lnTo>
                      <a:pt x="302" y="164"/>
                    </a:lnTo>
                    <a:lnTo>
                      <a:pt x="316" y="162"/>
                    </a:lnTo>
                    <a:lnTo>
                      <a:pt x="330" y="158"/>
                    </a:lnTo>
                    <a:lnTo>
                      <a:pt x="344" y="158"/>
                    </a:lnTo>
                    <a:lnTo>
                      <a:pt x="360" y="158"/>
                    </a:lnTo>
                    <a:lnTo>
                      <a:pt x="374" y="160"/>
                    </a:lnTo>
                    <a:lnTo>
                      <a:pt x="388" y="162"/>
                    </a:lnTo>
                    <a:lnTo>
                      <a:pt x="402" y="166"/>
                    </a:lnTo>
                    <a:lnTo>
                      <a:pt x="414" y="172"/>
                    </a:lnTo>
                    <a:lnTo>
                      <a:pt x="428" y="178"/>
                    </a:lnTo>
                    <a:lnTo>
                      <a:pt x="440" y="186"/>
                    </a:lnTo>
                    <a:lnTo>
                      <a:pt x="450" y="194"/>
                    </a:lnTo>
                    <a:lnTo>
                      <a:pt x="460" y="204"/>
                    </a:lnTo>
                    <a:lnTo>
                      <a:pt x="470" y="214"/>
                    </a:lnTo>
                    <a:lnTo>
                      <a:pt x="470" y="214"/>
                    </a:lnTo>
                    <a:lnTo>
                      <a:pt x="484" y="234"/>
                    </a:lnTo>
                    <a:lnTo>
                      <a:pt x="492" y="256"/>
                    </a:lnTo>
                    <a:lnTo>
                      <a:pt x="496" y="278"/>
                    </a:lnTo>
                    <a:lnTo>
                      <a:pt x="496" y="300"/>
                    </a:lnTo>
                    <a:lnTo>
                      <a:pt x="494" y="320"/>
                    </a:lnTo>
                    <a:lnTo>
                      <a:pt x="484" y="342"/>
                    </a:lnTo>
                    <a:lnTo>
                      <a:pt x="472" y="360"/>
                    </a:lnTo>
                    <a:lnTo>
                      <a:pt x="456" y="378"/>
                    </a:lnTo>
                    <a:lnTo>
                      <a:pt x="456" y="378"/>
                    </a:lnTo>
                    <a:lnTo>
                      <a:pt x="448" y="388"/>
                    </a:lnTo>
                    <a:lnTo>
                      <a:pt x="442" y="396"/>
                    </a:lnTo>
                    <a:lnTo>
                      <a:pt x="442" y="406"/>
                    </a:lnTo>
                    <a:lnTo>
                      <a:pt x="446" y="418"/>
                    </a:lnTo>
                    <a:lnTo>
                      <a:pt x="446" y="418"/>
                    </a:lnTo>
                    <a:lnTo>
                      <a:pt x="448" y="422"/>
                    </a:lnTo>
                    <a:lnTo>
                      <a:pt x="450" y="428"/>
                    </a:lnTo>
                    <a:lnTo>
                      <a:pt x="450" y="428"/>
                    </a:lnTo>
                    <a:close/>
                    <a:moveTo>
                      <a:pt x="282" y="268"/>
                    </a:moveTo>
                    <a:lnTo>
                      <a:pt x="282" y="268"/>
                    </a:lnTo>
                    <a:lnTo>
                      <a:pt x="290" y="266"/>
                    </a:lnTo>
                    <a:lnTo>
                      <a:pt x="294" y="262"/>
                    </a:lnTo>
                    <a:lnTo>
                      <a:pt x="298" y="258"/>
                    </a:lnTo>
                    <a:lnTo>
                      <a:pt x="300" y="252"/>
                    </a:lnTo>
                    <a:lnTo>
                      <a:pt x="300" y="252"/>
                    </a:lnTo>
                    <a:lnTo>
                      <a:pt x="298" y="244"/>
                    </a:lnTo>
                    <a:lnTo>
                      <a:pt x="296" y="238"/>
                    </a:lnTo>
                    <a:lnTo>
                      <a:pt x="290" y="234"/>
                    </a:lnTo>
                    <a:lnTo>
                      <a:pt x="282" y="234"/>
                    </a:lnTo>
                    <a:lnTo>
                      <a:pt x="282" y="234"/>
                    </a:lnTo>
                    <a:lnTo>
                      <a:pt x="276" y="234"/>
                    </a:lnTo>
                    <a:lnTo>
                      <a:pt x="270" y="238"/>
                    </a:lnTo>
                    <a:lnTo>
                      <a:pt x="266" y="244"/>
                    </a:lnTo>
                    <a:lnTo>
                      <a:pt x="266" y="250"/>
                    </a:lnTo>
                    <a:lnTo>
                      <a:pt x="266" y="250"/>
                    </a:lnTo>
                    <a:lnTo>
                      <a:pt x="266" y="258"/>
                    </a:lnTo>
                    <a:lnTo>
                      <a:pt x="270" y="262"/>
                    </a:lnTo>
                    <a:lnTo>
                      <a:pt x="276" y="266"/>
                    </a:lnTo>
                    <a:lnTo>
                      <a:pt x="282" y="268"/>
                    </a:lnTo>
                    <a:lnTo>
                      <a:pt x="282" y="268"/>
                    </a:lnTo>
                    <a:close/>
                    <a:moveTo>
                      <a:pt x="390" y="234"/>
                    </a:moveTo>
                    <a:lnTo>
                      <a:pt x="390" y="234"/>
                    </a:lnTo>
                    <a:lnTo>
                      <a:pt x="384" y="234"/>
                    </a:lnTo>
                    <a:lnTo>
                      <a:pt x="378" y="238"/>
                    </a:lnTo>
                    <a:lnTo>
                      <a:pt x="374" y="244"/>
                    </a:lnTo>
                    <a:lnTo>
                      <a:pt x="372" y="250"/>
                    </a:lnTo>
                    <a:lnTo>
                      <a:pt x="372" y="250"/>
                    </a:lnTo>
                    <a:lnTo>
                      <a:pt x="374" y="256"/>
                    </a:lnTo>
                    <a:lnTo>
                      <a:pt x="378" y="262"/>
                    </a:lnTo>
                    <a:lnTo>
                      <a:pt x="382" y="266"/>
                    </a:lnTo>
                    <a:lnTo>
                      <a:pt x="390" y="268"/>
                    </a:lnTo>
                    <a:lnTo>
                      <a:pt x="390" y="268"/>
                    </a:lnTo>
                    <a:lnTo>
                      <a:pt x="396" y="266"/>
                    </a:lnTo>
                    <a:lnTo>
                      <a:pt x="402" y="262"/>
                    </a:lnTo>
                    <a:lnTo>
                      <a:pt x="406" y="258"/>
                    </a:lnTo>
                    <a:lnTo>
                      <a:pt x="406" y="252"/>
                    </a:lnTo>
                    <a:lnTo>
                      <a:pt x="406" y="252"/>
                    </a:lnTo>
                    <a:lnTo>
                      <a:pt x="406" y="244"/>
                    </a:lnTo>
                    <a:lnTo>
                      <a:pt x="402" y="238"/>
                    </a:lnTo>
                    <a:lnTo>
                      <a:pt x="396" y="234"/>
                    </a:lnTo>
                    <a:lnTo>
                      <a:pt x="390" y="234"/>
                    </a:lnTo>
                    <a:lnTo>
                      <a:pt x="390" y="234"/>
                    </a:lnTo>
                    <a:close/>
                    <a:moveTo>
                      <a:pt x="244" y="100"/>
                    </a:moveTo>
                    <a:lnTo>
                      <a:pt x="244" y="100"/>
                    </a:lnTo>
                    <a:lnTo>
                      <a:pt x="236" y="102"/>
                    </a:lnTo>
                    <a:lnTo>
                      <a:pt x="228" y="108"/>
                    </a:lnTo>
                    <a:lnTo>
                      <a:pt x="224" y="114"/>
                    </a:lnTo>
                    <a:lnTo>
                      <a:pt x="222" y="122"/>
                    </a:lnTo>
                    <a:lnTo>
                      <a:pt x="222" y="122"/>
                    </a:lnTo>
                    <a:lnTo>
                      <a:pt x="224" y="130"/>
                    </a:lnTo>
                    <a:lnTo>
                      <a:pt x="230" y="136"/>
                    </a:lnTo>
                    <a:lnTo>
                      <a:pt x="236" y="140"/>
                    </a:lnTo>
                    <a:lnTo>
                      <a:pt x="244" y="142"/>
                    </a:lnTo>
                    <a:lnTo>
                      <a:pt x="244" y="142"/>
                    </a:lnTo>
                    <a:lnTo>
                      <a:pt x="252" y="140"/>
                    </a:lnTo>
                    <a:lnTo>
                      <a:pt x="258" y="136"/>
                    </a:lnTo>
                    <a:lnTo>
                      <a:pt x="264" y="130"/>
                    </a:lnTo>
                    <a:lnTo>
                      <a:pt x="264" y="122"/>
                    </a:lnTo>
                    <a:lnTo>
                      <a:pt x="264" y="122"/>
                    </a:lnTo>
                    <a:lnTo>
                      <a:pt x="264" y="114"/>
                    </a:lnTo>
                    <a:lnTo>
                      <a:pt x="258" y="106"/>
                    </a:lnTo>
                    <a:lnTo>
                      <a:pt x="252" y="102"/>
                    </a:lnTo>
                    <a:lnTo>
                      <a:pt x="244" y="100"/>
                    </a:lnTo>
                    <a:lnTo>
                      <a:pt x="244" y="100"/>
                    </a:lnTo>
                    <a:close/>
                    <a:moveTo>
                      <a:pt x="132" y="122"/>
                    </a:moveTo>
                    <a:lnTo>
                      <a:pt x="132" y="122"/>
                    </a:lnTo>
                    <a:lnTo>
                      <a:pt x="132" y="114"/>
                    </a:lnTo>
                    <a:lnTo>
                      <a:pt x="128" y="108"/>
                    </a:lnTo>
                    <a:lnTo>
                      <a:pt x="120" y="102"/>
                    </a:lnTo>
                    <a:lnTo>
                      <a:pt x="112" y="100"/>
                    </a:lnTo>
                    <a:lnTo>
                      <a:pt x="112" y="100"/>
                    </a:lnTo>
                    <a:lnTo>
                      <a:pt x="104" y="102"/>
                    </a:lnTo>
                    <a:lnTo>
                      <a:pt x="98" y="106"/>
                    </a:lnTo>
                    <a:lnTo>
                      <a:pt x="92" y="112"/>
                    </a:lnTo>
                    <a:lnTo>
                      <a:pt x="90" y="120"/>
                    </a:lnTo>
                    <a:lnTo>
                      <a:pt x="90" y="120"/>
                    </a:lnTo>
                    <a:lnTo>
                      <a:pt x="92" y="128"/>
                    </a:lnTo>
                    <a:lnTo>
                      <a:pt x="96" y="136"/>
                    </a:lnTo>
                    <a:lnTo>
                      <a:pt x="102" y="140"/>
                    </a:lnTo>
                    <a:lnTo>
                      <a:pt x="112" y="142"/>
                    </a:lnTo>
                    <a:lnTo>
                      <a:pt x="112" y="142"/>
                    </a:lnTo>
                    <a:lnTo>
                      <a:pt x="120" y="140"/>
                    </a:lnTo>
                    <a:lnTo>
                      <a:pt x="126" y="136"/>
                    </a:lnTo>
                    <a:lnTo>
                      <a:pt x="130" y="130"/>
                    </a:lnTo>
                    <a:lnTo>
                      <a:pt x="132" y="122"/>
                    </a:lnTo>
                    <a:lnTo>
                      <a:pt x="132" y="122"/>
                    </a:lnTo>
                    <a:close/>
                    <a:moveTo>
                      <a:pt x="346" y="140"/>
                    </a:moveTo>
                    <a:lnTo>
                      <a:pt x="346" y="140"/>
                    </a:lnTo>
                    <a:lnTo>
                      <a:pt x="328" y="142"/>
                    </a:lnTo>
                    <a:lnTo>
                      <a:pt x="312" y="144"/>
                    </a:lnTo>
                    <a:lnTo>
                      <a:pt x="296" y="148"/>
                    </a:lnTo>
                    <a:lnTo>
                      <a:pt x="280" y="154"/>
                    </a:lnTo>
                    <a:lnTo>
                      <a:pt x="266" y="160"/>
                    </a:lnTo>
                    <a:lnTo>
                      <a:pt x="252" y="168"/>
                    </a:lnTo>
                    <a:lnTo>
                      <a:pt x="240" y="178"/>
                    </a:lnTo>
                    <a:lnTo>
                      <a:pt x="226" y="188"/>
                    </a:lnTo>
                    <a:lnTo>
                      <a:pt x="226" y="188"/>
                    </a:lnTo>
                    <a:lnTo>
                      <a:pt x="214" y="202"/>
                    </a:lnTo>
                    <a:lnTo>
                      <a:pt x="206" y="214"/>
                    </a:lnTo>
                    <a:lnTo>
                      <a:pt x="196" y="228"/>
                    </a:lnTo>
                    <a:lnTo>
                      <a:pt x="190" y="242"/>
                    </a:lnTo>
                    <a:lnTo>
                      <a:pt x="186" y="258"/>
                    </a:lnTo>
                    <a:lnTo>
                      <a:pt x="184" y="274"/>
                    </a:lnTo>
                    <a:lnTo>
                      <a:pt x="182" y="290"/>
                    </a:lnTo>
                    <a:lnTo>
                      <a:pt x="182" y="308"/>
                    </a:lnTo>
                    <a:lnTo>
                      <a:pt x="182" y="308"/>
                    </a:lnTo>
                    <a:lnTo>
                      <a:pt x="132" y="302"/>
                    </a:lnTo>
                    <a:lnTo>
                      <a:pt x="132" y="302"/>
                    </a:lnTo>
                    <a:lnTo>
                      <a:pt x="122" y="302"/>
                    </a:lnTo>
                    <a:lnTo>
                      <a:pt x="114" y="306"/>
                    </a:lnTo>
                    <a:lnTo>
                      <a:pt x="114" y="306"/>
                    </a:lnTo>
                    <a:lnTo>
                      <a:pt x="64" y="336"/>
                    </a:lnTo>
                    <a:lnTo>
                      <a:pt x="64" y="336"/>
                    </a:lnTo>
                    <a:lnTo>
                      <a:pt x="70" y="314"/>
                    </a:lnTo>
                    <a:lnTo>
                      <a:pt x="74" y="294"/>
                    </a:lnTo>
                    <a:lnTo>
                      <a:pt x="74" y="294"/>
                    </a:lnTo>
                    <a:lnTo>
                      <a:pt x="76" y="288"/>
                    </a:lnTo>
                    <a:lnTo>
                      <a:pt x="74" y="284"/>
                    </a:lnTo>
                    <a:lnTo>
                      <a:pt x="72" y="278"/>
                    </a:lnTo>
                    <a:lnTo>
                      <a:pt x="66" y="274"/>
                    </a:lnTo>
                    <a:lnTo>
                      <a:pt x="66" y="274"/>
                    </a:lnTo>
                    <a:lnTo>
                      <a:pt x="48" y="258"/>
                    </a:lnTo>
                    <a:lnTo>
                      <a:pt x="32" y="242"/>
                    </a:lnTo>
                    <a:lnTo>
                      <a:pt x="18" y="222"/>
                    </a:lnTo>
                    <a:lnTo>
                      <a:pt x="8" y="204"/>
                    </a:lnTo>
                    <a:lnTo>
                      <a:pt x="2" y="182"/>
                    </a:lnTo>
                    <a:lnTo>
                      <a:pt x="0" y="160"/>
                    </a:lnTo>
                    <a:lnTo>
                      <a:pt x="0" y="138"/>
                    </a:lnTo>
                    <a:lnTo>
                      <a:pt x="6" y="116"/>
                    </a:lnTo>
                    <a:lnTo>
                      <a:pt x="6" y="116"/>
                    </a:lnTo>
                    <a:lnTo>
                      <a:pt x="12" y="96"/>
                    </a:lnTo>
                    <a:lnTo>
                      <a:pt x="22" y="78"/>
                    </a:lnTo>
                    <a:lnTo>
                      <a:pt x="34" y="62"/>
                    </a:lnTo>
                    <a:lnTo>
                      <a:pt x="46" y="48"/>
                    </a:lnTo>
                    <a:lnTo>
                      <a:pt x="62" y="36"/>
                    </a:lnTo>
                    <a:lnTo>
                      <a:pt x="78" y="26"/>
                    </a:lnTo>
                    <a:lnTo>
                      <a:pt x="96" y="16"/>
                    </a:lnTo>
                    <a:lnTo>
                      <a:pt x="116" y="8"/>
                    </a:lnTo>
                    <a:lnTo>
                      <a:pt x="116" y="8"/>
                    </a:lnTo>
                    <a:lnTo>
                      <a:pt x="144" y="2"/>
                    </a:lnTo>
                    <a:lnTo>
                      <a:pt x="172" y="0"/>
                    </a:lnTo>
                    <a:lnTo>
                      <a:pt x="200" y="2"/>
                    </a:lnTo>
                    <a:lnTo>
                      <a:pt x="226" y="8"/>
                    </a:lnTo>
                    <a:lnTo>
                      <a:pt x="252" y="18"/>
                    </a:lnTo>
                    <a:lnTo>
                      <a:pt x="276" y="30"/>
                    </a:lnTo>
                    <a:lnTo>
                      <a:pt x="298" y="48"/>
                    </a:lnTo>
                    <a:lnTo>
                      <a:pt x="316" y="68"/>
                    </a:lnTo>
                    <a:lnTo>
                      <a:pt x="316" y="68"/>
                    </a:lnTo>
                    <a:lnTo>
                      <a:pt x="328" y="84"/>
                    </a:lnTo>
                    <a:lnTo>
                      <a:pt x="336" y="102"/>
                    </a:lnTo>
                    <a:lnTo>
                      <a:pt x="342" y="120"/>
                    </a:lnTo>
                    <a:lnTo>
                      <a:pt x="346" y="140"/>
                    </a:lnTo>
                    <a:lnTo>
                      <a:pt x="346"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0" name="Group 9">
              <a:extLst>
                <a:ext uri="{FF2B5EF4-FFF2-40B4-BE49-F238E27FC236}">
                  <a16:creationId xmlns:a16="http://schemas.microsoft.com/office/drawing/2014/main" id="{E61BD6DF-EEFA-4AB9-272D-2112C535F16C}"/>
                </a:ext>
              </a:extLst>
            </p:cNvPr>
            <p:cNvGrpSpPr>
              <a:grpSpLocks noGrp="1" noUngrp="1" noRot="1" noMove="1" noResize="1"/>
            </p:cNvGrpSpPr>
            <p:nvPr/>
          </p:nvGrpSpPr>
          <p:grpSpPr>
            <a:xfrm>
              <a:off x="1856971" y="2834640"/>
              <a:ext cx="390295" cy="390295"/>
              <a:chOff x="5127625" y="2970213"/>
              <a:chExt cx="914400" cy="914400"/>
            </a:xfrm>
          </p:grpSpPr>
          <p:sp>
            <p:nvSpPr>
              <p:cNvPr id="22" name="Freeform 31">
                <a:extLst>
                  <a:ext uri="{FF2B5EF4-FFF2-40B4-BE49-F238E27FC236}">
                    <a16:creationId xmlns:a16="http://schemas.microsoft.com/office/drawing/2014/main" id="{5770E1F7-1D2D-25A9-ABFF-A272B40328D3}"/>
                  </a:ext>
                </a:extLst>
              </p:cNvPr>
              <p:cNvSpPr>
                <a:spLocks noGrp="1" noRot="1" noMove="1" noResize="1" noEditPoints="1" noAdjustHandles="1" noChangeArrowheads="1" noChangeShapeType="1"/>
              </p:cNvSpPr>
              <p:nvPr/>
            </p:nvSpPr>
            <p:spPr bwMode="auto">
              <a:xfrm>
                <a:off x="5127625"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30 w 576"/>
                  <a:gd name="T25" fmla="*/ 576 h 576"/>
                  <a:gd name="T26" fmla="*/ 22 w 576"/>
                  <a:gd name="T27" fmla="*/ 574 h 576"/>
                  <a:gd name="T28" fmla="*/ 16 w 576"/>
                  <a:gd name="T29" fmla="*/ 570 h 576"/>
                  <a:gd name="T30" fmla="*/ 10 w 576"/>
                  <a:gd name="T31" fmla="*/ 566 h 576"/>
                  <a:gd name="T32" fmla="*/ 6 w 576"/>
                  <a:gd name="T33" fmla="*/ 560 h 576"/>
                  <a:gd name="T34" fmla="*/ 4 w 576"/>
                  <a:gd name="T35" fmla="*/ 554 h 576"/>
                  <a:gd name="T36" fmla="*/ 2 w 576"/>
                  <a:gd name="T37" fmla="*/ 548 h 576"/>
                  <a:gd name="T38" fmla="*/ 0 w 576"/>
                  <a:gd name="T39" fmla="*/ 540 h 576"/>
                  <a:gd name="T40" fmla="*/ 0 w 576"/>
                  <a:gd name="T41" fmla="*/ 36 h 576"/>
                  <a:gd name="T42" fmla="*/ 0 w 576"/>
                  <a:gd name="T43" fmla="*/ 36 h 576"/>
                  <a:gd name="T44" fmla="*/ 2 w 576"/>
                  <a:gd name="T45" fmla="*/ 30 h 576"/>
                  <a:gd name="T46" fmla="*/ 4 w 576"/>
                  <a:gd name="T47" fmla="*/ 22 h 576"/>
                  <a:gd name="T48" fmla="*/ 6 w 576"/>
                  <a:gd name="T49" fmla="*/ 16 h 576"/>
                  <a:gd name="T50" fmla="*/ 10 w 576"/>
                  <a:gd name="T51" fmla="*/ 12 h 576"/>
                  <a:gd name="T52" fmla="*/ 16 w 576"/>
                  <a:gd name="T53" fmla="*/ 6 h 576"/>
                  <a:gd name="T54" fmla="*/ 22 w 576"/>
                  <a:gd name="T55" fmla="*/ 4 h 576"/>
                  <a:gd name="T56" fmla="*/ 30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30" y="576"/>
                    </a:lnTo>
                    <a:lnTo>
                      <a:pt x="22" y="574"/>
                    </a:lnTo>
                    <a:lnTo>
                      <a:pt x="16" y="570"/>
                    </a:lnTo>
                    <a:lnTo>
                      <a:pt x="10" y="566"/>
                    </a:lnTo>
                    <a:lnTo>
                      <a:pt x="6" y="560"/>
                    </a:lnTo>
                    <a:lnTo>
                      <a:pt x="4" y="554"/>
                    </a:lnTo>
                    <a:lnTo>
                      <a:pt x="2" y="548"/>
                    </a:lnTo>
                    <a:lnTo>
                      <a:pt x="0" y="540"/>
                    </a:lnTo>
                    <a:lnTo>
                      <a:pt x="0" y="36"/>
                    </a:lnTo>
                    <a:lnTo>
                      <a:pt x="0" y="36"/>
                    </a:lnTo>
                    <a:lnTo>
                      <a:pt x="2" y="30"/>
                    </a:lnTo>
                    <a:lnTo>
                      <a:pt x="4" y="22"/>
                    </a:lnTo>
                    <a:lnTo>
                      <a:pt x="6" y="16"/>
                    </a:lnTo>
                    <a:lnTo>
                      <a:pt x="10" y="12"/>
                    </a:lnTo>
                    <a:lnTo>
                      <a:pt x="16" y="6"/>
                    </a:lnTo>
                    <a:lnTo>
                      <a:pt x="22" y="4"/>
                    </a:lnTo>
                    <a:lnTo>
                      <a:pt x="30"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F52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32">
                <a:extLst>
                  <a:ext uri="{FF2B5EF4-FFF2-40B4-BE49-F238E27FC236}">
                    <a16:creationId xmlns:a16="http://schemas.microsoft.com/office/drawing/2014/main" id="{823F78F5-F42E-5EA3-89F7-7F6C8FE86E54}"/>
                  </a:ext>
                </a:extLst>
              </p:cNvPr>
              <p:cNvSpPr>
                <a:spLocks noGrp="1" noRot="1" noMove="1" noResize="1" noEditPoints="1" noAdjustHandles="1" noChangeArrowheads="1" noChangeShapeType="1"/>
              </p:cNvSpPr>
              <p:nvPr/>
            </p:nvSpPr>
            <p:spPr bwMode="auto">
              <a:xfrm>
                <a:off x="5499100" y="3113088"/>
                <a:ext cx="400050" cy="771525"/>
              </a:xfrm>
              <a:custGeom>
                <a:avLst/>
                <a:gdLst>
                  <a:gd name="T0" fmla="*/ 162 w 252"/>
                  <a:gd name="T1" fmla="*/ 486 h 486"/>
                  <a:gd name="T2" fmla="*/ 162 w 252"/>
                  <a:gd name="T3" fmla="*/ 270 h 486"/>
                  <a:gd name="T4" fmla="*/ 234 w 252"/>
                  <a:gd name="T5" fmla="*/ 270 h 486"/>
                  <a:gd name="T6" fmla="*/ 252 w 252"/>
                  <a:gd name="T7" fmla="*/ 180 h 486"/>
                  <a:gd name="T8" fmla="*/ 162 w 252"/>
                  <a:gd name="T9" fmla="*/ 180 h 486"/>
                  <a:gd name="T10" fmla="*/ 162 w 252"/>
                  <a:gd name="T11" fmla="*/ 144 h 486"/>
                  <a:gd name="T12" fmla="*/ 162 w 252"/>
                  <a:gd name="T13" fmla="*/ 144 h 486"/>
                  <a:gd name="T14" fmla="*/ 164 w 252"/>
                  <a:gd name="T15" fmla="*/ 132 h 486"/>
                  <a:gd name="T16" fmla="*/ 166 w 252"/>
                  <a:gd name="T17" fmla="*/ 122 h 486"/>
                  <a:gd name="T18" fmla="*/ 170 w 252"/>
                  <a:gd name="T19" fmla="*/ 112 h 486"/>
                  <a:gd name="T20" fmla="*/ 176 w 252"/>
                  <a:gd name="T21" fmla="*/ 104 h 486"/>
                  <a:gd name="T22" fmla="*/ 184 w 252"/>
                  <a:gd name="T23" fmla="*/ 98 h 486"/>
                  <a:gd name="T24" fmla="*/ 192 w 252"/>
                  <a:gd name="T25" fmla="*/ 94 h 486"/>
                  <a:gd name="T26" fmla="*/ 204 w 252"/>
                  <a:gd name="T27" fmla="*/ 92 h 486"/>
                  <a:gd name="T28" fmla="*/ 216 w 252"/>
                  <a:gd name="T29" fmla="*/ 90 h 486"/>
                  <a:gd name="T30" fmla="*/ 252 w 252"/>
                  <a:gd name="T31" fmla="*/ 90 h 486"/>
                  <a:gd name="T32" fmla="*/ 252 w 252"/>
                  <a:gd name="T33" fmla="*/ 0 h 486"/>
                  <a:gd name="T34" fmla="*/ 252 w 252"/>
                  <a:gd name="T35" fmla="*/ 0 h 486"/>
                  <a:gd name="T36" fmla="*/ 180 w 252"/>
                  <a:gd name="T37" fmla="*/ 0 h 486"/>
                  <a:gd name="T38" fmla="*/ 180 w 252"/>
                  <a:gd name="T39" fmla="*/ 0 h 486"/>
                  <a:gd name="T40" fmla="*/ 168 w 252"/>
                  <a:gd name="T41" fmla="*/ 2 h 486"/>
                  <a:gd name="T42" fmla="*/ 156 w 252"/>
                  <a:gd name="T43" fmla="*/ 4 h 486"/>
                  <a:gd name="T44" fmla="*/ 146 w 252"/>
                  <a:gd name="T45" fmla="*/ 6 h 486"/>
                  <a:gd name="T46" fmla="*/ 136 w 252"/>
                  <a:gd name="T47" fmla="*/ 10 h 486"/>
                  <a:gd name="T48" fmla="*/ 126 w 252"/>
                  <a:gd name="T49" fmla="*/ 16 h 486"/>
                  <a:gd name="T50" fmla="*/ 118 w 252"/>
                  <a:gd name="T51" fmla="*/ 22 h 486"/>
                  <a:gd name="T52" fmla="*/ 102 w 252"/>
                  <a:gd name="T53" fmla="*/ 36 h 486"/>
                  <a:gd name="T54" fmla="*/ 90 w 252"/>
                  <a:gd name="T55" fmla="*/ 54 h 486"/>
                  <a:gd name="T56" fmla="*/ 80 w 252"/>
                  <a:gd name="T57" fmla="*/ 76 h 486"/>
                  <a:gd name="T58" fmla="*/ 74 w 252"/>
                  <a:gd name="T59" fmla="*/ 100 h 486"/>
                  <a:gd name="T60" fmla="*/ 72 w 252"/>
                  <a:gd name="T61" fmla="*/ 126 h 486"/>
                  <a:gd name="T62" fmla="*/ 72 w 252"/>
                  <a:gd name="T63" fmla="*/ 180 h 486"/>
                  <a:gd name="T64" fmla="*/ 0 w 252"/>
                  <a:gd name="T65" fmla="*/ 180 h 486"/>
                  <a:gd name="T66" fmla="*/ 0 w 252"/>
                  <a:gd name="T67" fmla="*/ 270 h 486"/>
                  <a:gd name="T68" fmla="*/ 72 w 252"/>
                  <a:gd name="T69" fmla="*/ 270 h 486"/>
                  <a:gd name="T70" fmla="*/ 72 w 252"/>
                  <a:gd name="T71" fmla="*/ 486 h 486"/>
                  <a:gd name="T72" fmla="*/ 162 w 252"/>
                  <a:gd name="T73" fmla="*/ 486 h 486"/>
                  <a:gd name="T74" fmla="*/ 162 w 252"/>
                  <a:gd name="T75" fmla="*/ 486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2" h="486">
                    <a:moveTo>
                      <a:pt x="162" y="486"/>
                    </a:moveTo>
                    <a:lnTo>
                      <a:pt x="162" y="270"/>
                    </a:lnTo>
                    <a:lnTo>
                      <a:pt x="234" y="270"/>
                    </a:lnTo>
                    <a:lnTo>
                      <a:pt x="252" y="180"/>
                    </a:lnTo>
                    <a:lnTo>
                      <a:pt x="162" y="180"/>
                    </a:lnTo>
                    <a:lnTo>
                      <a:pt x="162" y="144"/>
                    </a:lnTo>
                    <a:lnTo>
                      <a:pt x="162" y="144"/>
                    </a:lnTo>
                    <a:lnTo>
                      <a:pt x="164" y="132"/>
                    </a:lnTo>
                    <a:lnTo>
                      <a:pt x="166" y="122"/>
                    </a:lnTo>
                    <a:lnTo>
                      <a:pt x="170" y="112"/>
                    </a:lnTo>
                    <a:lnTo>
                      <a:pt x="176" y="104"/>
                    </a:lnTo>
                    <a:lnTo>
                      <a:pt x="184" y="98"/>
                    </a:lnTo>
                    <a:lnTo>
                      <a:pt x="192" y="94"/>
                    </a:lnTo>
                    <a:lnTo>
                      <a:pt x="204" y="92"/>
                    </a:lnTo>
                    <a:lnTo>
                      <a:pt x="216" y="90"/>
                    </a:lnTo>
                    <a:lnTo>
                      <a:pt x="252" y="90"/>
                    </a:lnTo>
                    <a:lnTo>
                      <a:pt x="252" y="0"/>
                    </a:lnTo>
                    <a:lnTo>
                      <a:pt x="252" y="0"/>
                    </a:lnTo>
                    <a:lnTo>
                      <a:pt x="180" y="0"/>
                    </a:lnTo>
                    <a:lnTo>
                      <a:pt x="180" y="0"/>
                    </a:lnTo>
                    <a:lnTo>
                      <a:pt x="168" y="2"/>
                    </a:lnTo>
                    <a:lnTo>
                      <a:pt x="156" y="4"/>
                    </a:lnTo>
                    <a:lnTo>
                      <a:pt x="146" y="6"/>
                    </a:lnTo>
                    <a:lnTo>
                      <a:pt x="136" y="10"/>
                    </a:lnTo>
                    <a:lnTo>
                      <a:pt x="126" y="16"/>
                    </a:lnTo>
                    <a:lnTo>
                      <a:pt x="118" y="22"/>
                    </a:lnTo>
                    <a:lnTo>
                      <a:pt x="102" y="36"/>
                    </a:lnTo>
                    <a:lnTo>
                      <a:pt x="90" y="54"/>
                    </a:lnTo>
                    <a:lnTo>
                      <a:pt x="80" y="76"/>
                    </a:lnTo>
                    <a:lnTo>
                      <a:pt x="74" y="100"/>
                    </a:lnTo>
                    <a:lnTo>
                      <a:pt x="72" y="126"/>
                    </a:lnTo>
                    <a:lnTo>
                      <a:pt x="72" y="180"/>
                    </a:lnTo>
                    <a:lnTo>
                      <a:pt x="0" y="180"/>
                    </a:lnTo>
                    <a:lnTo>
                      <a:pt x="0" y="270"/>
                    </a:lnTo>
                    <a:lnTo>
                      <a:pt x="72" y="270"/>
                    </a:lnTo>
                    <a:lnTo>
                      <a:pt x="72" y="486"/>
                    </a:lnTo>
                    <a:lnTo>
                      <a:pt x="162" y="486"/>
                    </a:lnTo>
                    <a:lnTo>
                      <a:pt x="162" y="48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2" name="Group 11">
              <a:extLst>
                <a:ext uri="{FF2B5EF4-FFF2-40B4-BE49-F238E27FC236}">
                  <a16:creationId xmlns:a16="http://schemas.microsoft.com/office/drawing/2014/main" id="{DC815EE4-5B81-8582-2E24-4A4BAF9D84E2}"/>
                </a:ext>
              </a:extLst>
            </p:cNvPr>
            <p:cNvGrpSpPr>
              <a:grpSpLocks noGrp="1" noUngrp="1" noRot="1" noMove="1" noResize="1"/>
            </p:cNvGrpSpPr>
            <p:nvPr/>
          </p:nvGrpSpPr>
          <p:grpSpPr>
            <a:xfrm>
              <a:off x="1003201" y="2834640"/>
              <a:ext cx="390295" cy="390295"/>
              <a:chOff x="3127375" y="2970213"/>
              <a:chExt cx="914400" cy="914400"/>
            </a:xfrm>
          </p:grpSpPr>
          <p:sp>
            <p:nvSpPr>
              <p:cNvPr id="14" name="Freeform 26">
                <a:extLst>
                  <a:ext uri="{FF2B5EF4-FFF2-40B4-BE49-F238E27FC236}">
                    <a16:creationId xmlns:a16="http://schemas.microsoft.com/office/drawing/2014/main" id="{D61330DA-CABE-AEE3-03A8-FBBBEE97D8D0}"/>
                  </a:ext>
                </a:extLst>
              </p:cNvPr>
              <p:cNvSpPr>
                <a:spLocks noGrp="1" noRot="1" noMove="1" noResize="1" noEditPoints="1" noAdjustHandles="1" noChangeArrowheads="1" noChangeShapeType="1"/>
              </p:cNvSpPr>
              <p:nvPr/>
            </p:nvSpPr>
            <p:spPr bwMode="auto">
              <a:xfrm>
                <a:off x="3127375" y="2970213"/>
                <a:ext cx="914400" cy="914400"/>
              </a:xfrm>
              <a:custGeom>
                <a:avLst/>
                <a:gdLst>
                  <a:gd name="T0" fmla="*/ 534 w 576"/>
                  <a:gd name="T1" fmla="*/ 0 h 576"/>
                  <a:gd name="T2" fmla="*/ 42 w 576"/>
                  <a:gd name="T3" fmla="*/ 0 h 576"/>
                  <a:gd name="T4" fmla="*/ 42 w 576"/>
                  <a:gd name="T5" fmla="*/ 0 h 576"/>
                  <a:gd name="T6" fmla="*/ 34 w 576"/>
                  <a:gd name="T7" fmla="*/ 2 h 576"/>
                  <a:gd name="T8" fmla="*/ 26 w 576"/>
                  <a:gd name="T9" fmla="*/ 4 h 576"/>
                  <a:gd name="T10" fmla="*/ 18 w 576"/>
                  <a:gd name="T11" fmla="*/ 8 h 576"/>
                  <a:gd name="T12" fmla="*/ 12 w 576"/>
                  <a:gd name="T13" fmla="*/ 12 h 576"/>
                  <a:gd name="T14" fmla="*/ 8 w 576"/>
                  <a:gd name="T15" fmla="*/ 20 h 576"/>
                  <a:gd name="T16" fmla="*/ 4 w 576"/>
                  <a:gd name="T17" fmla="*/ 26 h 576"/>
                  <a:gd name="T18" fmla="*/ 0 w 576"/>
                  <a:gd name="T19" fmla="*/ 34 h 576"/>
                  <a:gd name="T20" fmla="*/ 0 w 576"/>
                  <a:gd name="T21" fmla="*/ 42 h 576"/>
                  <a:gd name="T22" fmla="*/ 0 w 576"/>
                  <a:gd name="T23" fmla="*/ 536 h 576"/>
                  <a:gd name="T24" fmla="*/ 0 w 576"/>
                  <a:gd name="T25" fmla="*/ 536 h 576"/>
                  <a:gd name="T26" fmla="*/ 0 w 576"/>
                  <a:gd name="T27" fmla="*/ 544 h 576"/>
                  <a:gd name="T28" fmla="*/ 4 w 576"/>
                  <a:gd name="T29" fmla="*/ 552 h 576"/>
                  <a:gd name="T30" fmla="*/ 8 w 576"/>
                  <a:gd name="T31" fmla="*/ 558 h 576"/>
                  <a:gd name="T32" fmla="*/ 12 w 576"/>
                  <a:gd name="T33" fmla="*/ 564 h 576"/>
                  <a:gd name="T34" fmla="*/ 18 w 576"/>
                  <a:gd name="T35" fmla="*/ 570 h 576"/>
                  <a:gd name="T36" fmla="*/ 26 w 576"/>
                  <a:gd name="T37" fmla="*/ 574 h 576"/>
                  <a:gd name="T38" fmla="*/ 34 w 576"/>
                  <a:gd name="T39" fmla="*/ 576 h 576"/>
                  <a:gd name="T40" fmla="*/ 42 w 576"/>
                  <a:gd name="T41" fmla="*/ 576 h 576"/>
                  <a:gd name="T42" fmla="*/ 534 w 576"/>
                  <a:gd name="T43" fmla="*/ 576 h 576"/>
                  <a:gd name="T44" fmla="*/ 534 w 576"/>
                  <a:gd name="T45" fmla="*/ 576 h 576"/>
                  <a:gd name="T46" fmla="*/ 542 w 576"/>
                  <a:gd name="T47" fmla="*/ 576 h 576"/>
                  <a:gd name="T48" fmla="*/ 550 w 576"/>
                  <a:gd name="T49" fmla="*/ 574 h 576"/>
                  <a:gd name="T50" fmla="*/ 558 w 576"/>
                  <a:gd name="T51" fmla="*/ 570 h 576"/>
                  <a:gd name="T52" fmla="*/ 564 w 576"/>
                  <a:gd name="T53" fmla="*/ 564 h 576"/>
                  <a:gd name="T54" fmla="*/ 568 w 576"/>
                  <a:gd name="T55" fmla="*/ 558 h 576"/>
                  <a:gd name="T56" fmla="*/ 572 w 576"/>
                  <a:gd name="T57" fmla="*/ 552 h 576"/>
                  <a:gd name="T58" fmla="*/ 576 w 576"/>
                  <a:gd name="T59" fmla="*/ 544 h 576"/>
                  <a:gd name="T60" fmla="*/ 576 w 576"/>
                  <a:gd name="T61" fmla="*/ 536 h 576"/>
                  <a:gd name="T62" fmla="*/ 576 w 576"/>
                  <a:gd name="T63" fmla="*/ 42 h 576"/>
                  <a:gd name="T64" fmla="*/ 576 w 576"/>
                  <a:gd name="T65" fmla="*/ 42 h 576"/>
                  <a:gd name="T66" fmla="*/ 576 w 576"/>
                  <a:gd name="T67" fmla="*/ 34 h 576"/>
                  <a:gd name="T68" fmla="*/ 572 w 576"/>
                  <a:gd name="T69" fmla="*/ 26 h 576"/>
                  <a:gd name="T70" fmla="*/ 568 w 576"/>
                  <a:gd name="T71" fmla="*/ 20 h 576"/>
                  <a:gd name="T72" fmla="*/ 564 w 576"/>
                  <a:gd name="T73" fmla="*/ 12 h 576"/>
                  <a:gd name="T74" fmla="*/ 558 w 576"/>
                  <a:gd name="T75" fmla="*/ 8 h 576"/>
                  <a:gd name="T76" fmla="*/ 550 w 576"/>
                  <a:gd name="T77" fmla="*/ 4 h 576"/>
                  <a:gd name="T78" fmla="*/ 542 w 576"/>
                  <a:gd name="T79" fmla="*/ 2 h 576"/>
                  <a:gd name="T80" fmla="*/ 534 w 576"/>
                  <a:gd name="T81" fmla="*/ 0 h 576"/>
                  <a:gd name="T82" fmla="*/ 534 w 576"/>
                  <a:gd name="T83"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34" y="0"/>
                    </a:moveTo>
                    <a:lnTo>
                      <a:pt x="42" y="0"/>
                    </a:lnTo>
                    <a:lnTo>
                      <a:pt x="42" y="0"/>
                    </a:lnTo>
                    <a:lnTo>
                      <a:pt x="34" y="2"/>
                    </a:lnTo>
                    <a:lnTo>
                      <a:pt x="26" y="4"/>
                    </a:lnTo>
                    <a:lnTo>
                      <a:pt x="18" y="8"/>
                    </a:lnTo>
                    <a:lnTo>
                      <a:pt x="12" y="12"/>
                    </a:lnTo>
                    <a:lnTo>
                      <a:pt x="8" y="20"/>
                    </a:lnTo>
                    <a:lnTo>
                      <a:pt x="4" y="26"/>
                    </a:lnTo>
                    <a:lnTo>
                      <a:pt x="0" y="34"/>
                    </a:lnTo>
                    <a:lnTo>
                      <a:pt x="0" y="42"/>
                    </a:lnTo>
                    <a:lnTo>
                      <a:pt x="0" y="536"/>
                    </a:lnTo>
                    <a:lnTo>
                      <a:pt x="0" y="536"/>
                    </a:lnTo>
                    <a:lnTo>
                      <a:pt x="0" y="544"/>
                    </a:lnTo>
                    <a:lnTo>
                      <a:pt x="4" y="552"/>
                    </a:lnTo>
                    <a:lnTo>
                      <a:pt x="8" y="558"/>
                    </a:lnTo>
                    <a:lnTo>
                      <a:pt x="12" y="564"/>
                    </a:lnTo>
                    <a:lnTo>
                      <a:pt x="18" y="570"/>
                    </a:lnTo>
                    <a:lnTo>
                      <a:pt x="26" y="574"/>
                    </a:lnTo>
                    <a:lnTo>
                      <a:pt x="34" y="576"/>
                    </a:lnTo>
                    <a:lnTo>
                      <a:pt x="42" y="576"/>
                    </a:lnTo>
                    <a:lnTo>
                      <a:pt x="534" y="576"/>
                    </a:lnTo>
                    <a:lnTo>
                      <a:pt x="534" y="576"/>
                    </a:lnTo>
                    <a:lnTo>
                      <a:pt x="542" y="576"/>
                    </a:lnTo>
                    <a:lnTo>
                      <a:pt x="550" y="574"/>
                    </a:lnTo>
                    <a:lnTo>
                      <a:pt x="558" y="570"/>
                    </a:lnTo>
                    <a:lnTo>
                      <a:pt x="564" y="564"/>
                    </a:lnTo>
                    <a:lnTo>
                      <a:pt x="568" y="558"/>
                    </a:lnTo>
                    <a:lnTo>
                      <a:pt x="572" y="552"/>
                    </a:lnTo>
                    <a:lnTo>
                      <a:pt x="576" y="544"/>
                    </a:lnTo>
                    <a:lnTo>
                      <a:pt x="576" y="536"/>
                    </a:lnTo>
                    <a:lnTo>
                      <a:pt x="576" y="42"/>
                    </a:lnTo>
                    <a:lnTo>
                      <a:pt x="576" y="42"/>
                    </a:lnTo>
                    <a:lnTo>
                      <a:pt x="576" y="34"/>
                    </a:lnTo>
                    <a:lnTo>
                      <a:pt x="572" y="26"/>
                    </a:lnTo>
                    <a:lnTo>
                      <a:pt x="568" y="20"/>
                    </a:lnTo>
                    <a:lnTo>
                      <a:pt x="564" y="12"/>
                    </a:lnTo>
                    <a:lnTo>
                      <a:pt x="558" y="8"/>
                    </a:lnTo>
                    <a:lnTo>
                      <a:pt x="550" y="4"/>
                    </a:lnTo>
                    <a:lnTo>
                      <a:pt x="542" y="2"/>
                    </a:lnTo>
                    <a:lnTo>
                      <a:pt x="534" y="0"/>
                    </a:lnTo>
                    <a:lnTo>
                      <a:pt x="534" y="0"/>
                    </a:lnTo>
                    <a:close/>
                  </a:path>
                </a:pathLst>
              </a:custGeom>
              <a:solidFill>
                <a:srgbClr val="0076B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27">
                <a:extLst>
                  <a:ext uri="{FF2B5EF4-FFF2-40B4-BE49-F238E27FC236}">
                    <a16:creationId xmlns:a16="http://schemas.microsoft.com/office/drawing/2014/main" id="{08A02CC3-ACCC-2BD9-CE12-723993F3E00E}"/>
                  </a:ext>
                </a:extLst>
              </p:cNvPr>
              <p:cNvSpPr>
                <a:spLocks noGrp="1" noRot="1" noMove="1" noResize="1" noEditPoints="1" noAdjustHandles="1" noChangeArrowheads="1" noChangeShapeType="1"/>
              </p:cNvSpPr>
              <p:nvPr/>
            </p:nvSpPr>
            <p:spPr bwMode="auto">
              <a:xfrm>
                <a:off x="3251200" y="3097213"/>
                <a:ext cx="158750" cy="654050"/>
              </a:xfrm>
              <a:custGeom>
                <a:avLst/>
                <a:gdLst>
                  <a:gd name="T0" fmla="*/ 8 w 100"/>
                  <a:gd name="T1" fmla="*/ 136 h 412"/>
                  <a:gd name="T2" fmla="*/ 92 w 100"/>
                  <a:gd name="T3" fmla="*/ 136 h 412"/>
                  <a:gd name="T4" fmla="*/ 92 w 100"/>
                  <a:gd name="T5" fmla="*/ 412 h 412"/>
                  <a:gd name="T6" fmla="*/ 8 w 100"/>
                  <a:gd name="T7" fmla="*/ 412 h 412"/>
                  <a:gd name="T8" fmla="*/ 8 w 100"/>
                  <a:gd name="T9" fmla="*/ 136 h 412"/>
                  <a:gd name="T10" fmla="*/ 8 w 100"/>
                  <a:gd name="T11" fmla="*/ 136 h 412"/>
                  <a:gd name="T12" fmla="*/ 50 w 100"/>
                  <a:gd name="T13" fmla="*/ 0 h 412"/>
                  <a:gd name="T14" fmla="*/ 50 w 100"/>
                  <a:gd name="T15" fmla="*/ 0 h 412"/>
                  <a:gd name="T16" fmla="*/ 60 w 100"/>
                  <a:gd name="T17" fmla="*/ 2 h 412"/>
                  <a:gd name="T18" fmla="*/ 70 w 100"/>
                  <a:gd name="T19" fmla="*/ 4 h 412"/>
                  <a:gd name="T20" fmla="*/ 78 w 100"/>
                  <a:gd name="T21" fmla="*/ 8 h 412"/>
                  <a:gd name="T22" fmla="*/ 86 w 100"/>
                  <a:gd name="T23" fmla="*/ 14 h 412"/>
                  <a:gd name="T24" fmla="*/ 92 w 100"/>
                  <a:gd name="T25" fmla="*/ 22 h 412"/>
                  <a:gd name="T26" fmla="*/ 96 w 100"/>
                  <a:gd name="T27" fmla="*/ 30 h 412"/>
                  <a:gd name="T28" fmla="*/ 98 w 100"/>
                  <a:gd name="T29" fmla="*/ 40 h 412"/>
                  <a:gd name="T30" fmla="*/ 100 w 100"/>
                  <a:gd name="T31" fmla="*/ 50 h 412"/>
                  <a:gd name="T32" fmla="*/ 100 w 100"/>
                  <a:gd name="T33" fmla="*/ 50 h 412"/>
                  <a:gd name="T34" fmla="*/ 98 w 100"/>
                  <a:gd name="T35" fmla="*/ 60 h 412"/>
                  <a:gd name="T36" fmla="*/ 96 w 100"/>
                  <a:gd name="T37" fmla="*/ 68 h 412"/>
                  <a:gd name="T38" fmla="*/ 92 w 100"/>
                  <a:gd name="T39" fmla="*/ 78 h 412"/>
                  <a:gd name="T40" fmla="*/ 86 w 100"/>
                  <a:gd name="T41" fmla="*/ 84 h 412"/>
                  <a:gd name="T42" fmla="*/ 78 w 100"/>
                  <a:gd name="T43" fmla="*/ 90 h 412"/>
                  <a:gd name="T44" fmla="*/ 70 w 100"/>
                  <a:gd name="T45" fmla="*/ 96 h 412"/>
                  <a:gd name="T46" fmla="*/ 60 w 100"/>
                  <a:gd name="T47" fmla="*/ 98 h 412"/>
                  <a:gd name="T48" fmla="*/ 50 w 100"/>
                  <a:gd name="T49" fmla="*/ 100 h 412"/>
                  <a:gd name="T50" fmla="*/ 50 w 100"/>
                  <a:gd name="T51" fmla="*/ 100 h 412"/>
                  <a:gd name="T52" fmla="*/ 40 w 100"/>
                  <a:gd name="T53" fmla="*/ 98 h 412"/>
                  <a:gd name="T54" fmla="*/ 30 w 100"/>
                  <a:gd name="T55" fmla="*/ 96 h 412"/>
                  <a:gd name="T56" fmla="*/ 22 w 100"/>
                  <a:gd name="T57" fmla="*/ 90 h 412"/>
                  <a:gd name="T58" fmla="*/ 16 w 100"/>
                  <a:gd name="T59" fmla="*/ 84 h 412"/>
                  <a:gd name="T60" fmla="*/ 10 w 100"/>
                  <a:gd name="T61" fmla="*/ 78 h 412"/>
                  <a:gd name="T62" fmla="*/ 4 w 100"/>
                  <a:gd name="T63" fmla="*/ 68 h 412"/>
                  <a:gd name="T64" fmla="*/ 2 w 100"/>
                  <a:gd name="T65" fmla="*/ 60 h 412"/>
                  <a:gd name="T66" fmla="*/ 0 w 100"/>
                  <a:gd name="T67" fmla="*/ 50 h 412"/>
                  <a:gd name="T68" fmla="*/ 0 w 100"/>
                  <a:gd name="T69" fmla="*/ 50 h 412"/>
                  <a:gd name="T70" fmla="*/ 2 w 100"/>
                  <a:gd name="T71" fmla="*/ 40 h 412"/>
                  <a:gd name="T72" fmla="*/ 4 w 100"/>
                  <a:gd name="T73" fmla="*/ 30 h 412"/>
                  <a:gd name="T74" fmla="*/ 10 w 100"/>
                  <a:gd name="T75" fmla="*/ 22 h 412"/>
                  <a:gd name="T76" fmla="*/ 16 w 100"/>
                  <a:gd name="T77" fmla="*/ 14 h 412"/>
                  <a:gd name="T78" fmla="*/ 22 w 100"/>
                  <a:gd name="T79" fmla="*/ 8 h 412"/>
                  <a:gd name="T80" fmla="*/ 30 w 100"/>
                  <a:gd name="T81" fmla="*/ 4 h 412"/>
                  <a:gd name="T82" fmla="*/ 40 w 100"/>
                  <a:gd name="T83" fmla="*/ 2 h 412"/>
                  <a:gd name="T84" fmla="*/ 50 w 100"/>
                  <a:gd name="T85"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 h="412">
                    <a:moveTo>
                      <a:pt x="8" y="136"/>
                    </a:moveTo>
                    <a:lnTo>
                      <a:pt x="92" y="136"/>
                    </a:lnTo>
                    <a:lnTo>
                      <a:pt x="92" y="412"/>
                    </a:lnTo>
                    <a:lnTo>
                      <a:pt x="8" y="412"/>
                    </a:lnTo>
                    <a:lnTo>
                      <a:pt x="8" y="136"/>
                    </a:lnTo>
                    <a:lnTo>
                      <a:pt x="8" y="136"/>
                    </a:lnTo>
                    <a:close/>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28">
                <a:extLst>
                  <a:ext uri="{FF2B5EF4-FFF2-40B4-BE49-F238E27FC236}">
                    <a16:creationId xmlns:a16="http://schemas.microsoft.com/office/drawing/2014/main" id="{D5C5EDC9-4DE9-4FB8-B032-9F4CE123AAEC}"/>
                  </a:ext>
                </a:extLst>
              </p:cNvPr>
              <p:cNvSpPr>
                <a:spLocks noGrp="1" noRot="1" noMove="1" noResize="1" noEditPoints="1" noAdjustHandles="1" noChangeArrowheads="1" noChangeShapeType="1"/>
              </p:cNvSpPr>
              <p:nvPr/>
            </p:nvSpPr>
            <p:spPr bwMode="auto">
              <a:xfrm>
                <a:off x="3263900" y="3313113"/>
                <a:ext cx="133350" cy="438150"/>
              </a:xfrm>
              <a:custGeom>
                <a:avLst/>
                <a:gdLst>
                  <a:gd name="T0" fmla="*/ 0 w 84"/>
                  <a:gd name="T1" fmla="*/ 0 h 276"/>
                  <a:gd name="T2" fmla="*/ 84 w 84"/>
                  <a:gd name="T3" fmla="*/ 0 h 276"/>
                  <a:gd name="T4" fmla="*/ 84 w 84"/>
                  <a:gd name="T5" fmla="*/ 276 h 276"/>
                  <a:gd name="T6" fmla="*/ 0 w 84"/>
                  <a:gd name="T7" fmla="*/ 276 h 276"/>
                  <a:gd name="T8" fmla="*/ 0 w 84"/>
                  <a:gd name="T9" fmla="*/ 0 h 276"/>
                  <a:gd name="T10" fmla="*/ 0 w 84"/>
                  <a:gd name="T11" fmla="*/ 0 h 276"/>
                </a:gdLst>
                <a:ahLst/>
                <a:cxnLst>
                  <a:cxn ang="0">
                    <a:pos x="T0" y="T1"/>
                  </a:cxn>
                  <a:cxn ang="0">
                    <a:pos x="T2" y="T3"/>
                  </a:cxn>
                  <a:cxn ang="0">
                    <a:pos x="T4" y="T5"/>
                  </a:cxn>
                  <a:cxn ang="0">
                    <a:pos x="T6" y="T7"/>
                  </a:cxn>
                  <a:cxn ang="0">
                    <a:pos x="T8" y="T9"/>
                  </a:cxn>
                  <a:cxn ang="0">
                    <a:pos x="T10" y="T11"/>
                  </a:cxn>
                </a:cxnLst>
                <a:rect l="0" t="0" r="r" b="b"/>
                <a:pathLst>
                  <a:path w="84" h="276">
                    <a:moveTo>
                      <a:pt x="0" y="0"/>
                    </a:moveTo>
                    <a:lnTo>
                      <a:pt x="84" y="0"/>
                    </a:lnTo>
                    <a:lnTo>
                      <a:pt x="84" y="276"/>
                    </a:lnTo>
                    <a:lnTo>
                      <a:pt x="0" y="276"/>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29">
                <a:extLst>
                  <a:ext uri="{FF2B5EF4-FFF2-40B4-BE49-F238E27FC236}">
                    <a16:creationId xmlns:a16="http://schemas.microsoft.com/office/drawing/2014/main" id="{B0777464-12A7-F265-4D64-9A21CE1E6331}"/>
                  </a:ext>
                </a:extLst>
              </p:cNvPr>
              <p:cNvSpPr>
                <a:spLocks noGrp="1" noRot="1" noMove="1" noResize="1" noEditPoints="1" noAdjustHandles="1" noChangeArrowheads="1" noChangeShapeType="1"/>
              </p:cNvSpPr>
              <p:nvPr/>
            </p:nvSpPr>
            <p:spPr bwMode="auto">
              <a:xfrm>
                <a:off x="3251200" y="3097213"/>
                <a:ext cx="158750" cy="158750"/>
              </a:xfrm>
              <a:custGeom>
                <a:avLst/>
                <a:gdLst>
                  <a:gd name="T0" fmla="*/ 50 w 100"/>
                  <a:gd name="T1" fmla="*/ 0 h 100"/>
                  <a:gd name="T2" fmla="*/ 50 w 100"/>
                  <a:gd name="T3" fmla="*/ 0 h 100"/>
                  <a:gd name="T4" fmla="*/ 60 w 100"/>
                  <a:gd name="T5" fmla="*/ 2 h 100"/>
                  <a:gd name="T6" fmla="*/ 70 w 100"/>
                  <a:gd name="T7" fmla="*/ 4 h 100"/>
                  <a:gd name="T8" fmla="*/ 78 w 100"/>
                  <a:gd name="T9" fmla="*/ 8 h 100"/>
                  <a:gd name="T10" fmla="*/ 86 w 100"/>
                  <a:gd name="T11" fmla="*/ 14 h 100"/>
                  <a:gd name="T12" fmla="*/ 92 w 100"/>
                  <a:gd name="T13" fmla="*/ 22 h 100"/>
                  <a:gd name="T14" fmla="*/ 96 w 100"/>
                  <a:gd name="T15" fmla="*/ 30 h 100"/>
                  <a:gd name="T16" fmla="*/ 98 w 100"/>
                  <a:gd name="T17" fmla="*/ 40 h 100"/>
                  <a:gd name="T18" fmla="*/ 100 w 100"/>
                  <a:gd name="T19" fmla="*/ 50 h 100"/>
                  <a:gd name="T20" fmla="*/ 100 w 100"/>
                  <a:gd name="T21" fmla="*/ 50 h 100"/>
                  <a:gd name="T22" fmla="*/ 98 w 100"/>
                  <a:gd name="T23" fmla="*/ 60 h 100"/>
                  <a:gd name="T24" fmla="*/ 96 w 100"/>
                  <a:gd name="T25" fmla="*/ 68 h 100"/>
                  <a:gd name="T26" fmla="*/ 92 w 100"/>
                  <a:gd name="T27" fmla="*/ 78 h 100"/>
                  <a:gd name="T28" fmla="*/ 86 w 100"/>
                  <a:gd name="T29" fmla="*/ 84 h 100"/>
                  <a:gd name="T30" fmla="*/ 78 w 100"/>
                  <a:gd name="T31" fmla="*/ 90 h 100"/>
                  <a:gd name="T32" fmla="*/ 70 w 100"/>
                  <a:gd name="T33" fmla="*/ 96 h 100"/>
                  <a:gd name="T34" fmla="*/ 60 w 100"/>
                  <a:gd name="T35" fmla="*/ 98 h 100"/>
                  <a:gd name="T36" fmla="*/ 50 w 100"/>
                  <a:gd name="T37" fmla="*/ 100 h 100"/>
                  <a:gd name="T38" fmla="*/ 50 w 100"/>
                  <a:gd name="T39" fmla="*/ 100 h 100"/>
                  <a:gd name="T40" fmla="*/ 40 w 100"/>
                  <a:gd name="T41" fmla="*/ 98 h 100"/>
                  <a:gd name="T42" fmla="*/ 30 w 100"/>
                  <a:gd name="T43" fmla="*/ 96 h 100"/>
                  <a:gd name="T44" fmla="*/ 22 w 100"/>
                  <a:gd name="T45" fmla="*/ 90 h 100"/>
                  <a:gd name="T46" fmla="*/ 16 w 100"/>
                  <a:gd name="T47" fmla="*/ 84 h 100"/>
                  <a:gd name="T48" fmla="*/ 10 w 100"/>
                  <a:gd name="T49" fmla="*/ 78 h 100"/>
                  <a:gd name="T50" fmla="*/ 4 w 100"/>
                  <a:gd name="T51" fmla="*/ 68 h 100"/>
                  <a:gd name="T52" fmla="*/ 2 w 100"/>
                  <a:gd name="T53" fmla="*/ 60 h 100"/>
                  <a:gd name="T54" fmla="*/ 0 w 100"/>
                  <a:gd name="T55" fmla="*/ 50 h 100"/>
                  <a:gd name="T56" fmla="*/ 0 w 100"/>
                  <a:gd name="T57" fmla="*/ 50 h 100"/>
                  <a:gd name="T58" fmla="*/ 2 w 100"/>
                  <a:gd name="T59" fmla="*/ 40 h 100"/>
                  <a:gd name="T60" fmla="*/ 4 w 100"/>
                  <a:gd name="T61" fmla="*/ 30 h 100"/>
                  <a:gd name="T62" fmla="*/ 10 w 100"/>
                  <a:gd name="T63" fmla="*/ 22 h 100"/>
                  <a:gd name="T64" fmla="*/ 16 w 100"/>
                  <a:gd name="T65" fmla="*/ 14 h 100"/>
                  <a:gd name="T66" fmla="*/ 22 w 100"/>
                  <a:gd name="T67" fmla="*/ 8 h 100"/>
                  <a:gd name="T68" fmla="*/ 30 w 100"/>
                  <a:gd name="T69" fmla="*/ 4 h 100"/>
                  <a:gd name="T70" fmla="*/ 40 w 100"/>
                  <a:gd name="T71" fmla="*/ 2 h 100"/>
                  <a:gd name="T72" fmla="*/ 50 w 100"/>
                  <a:gd name="T7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0" h="100">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30">
                <a:extLst>
                  <a:ext uri="{FF2B5EF4-FFF2-40B4-BE49-F238E27FC236}">
                    <a16:creationId xmlns:a16="http://schemas.microsoft.com/office/drawing/2014/main" id="{CD666067-AD98-62B0-938F-6614CB47965F}"/>
                  </a:ext>
                </a:extLst>
              </p:cNvPr>
              <p:cNvSpPr>
                <a:spLocks noGrp="1" noRot="1" noMove="1" noResize="1" noEditPoints="1" noAdjustHandles="1" noChangeArrowheads="1" noChangeShapeType="1"/>
              </p:cNvSpPr>
              <p:nvPr/>
            </p:nvSpPr>
            <p:spPr bwMode="auto">
              <a:xfrm>
                <a:off x="3482975" y="3303588"/>
                <a:ext cx="422275" cy="447675"/>
              </a:xfrm>
              <a:custGeom>
                <a:avLst/>
                <a:gdLst>
                  <a:gd name="T0" fmla="*/ 0 w 266"/>
                  <a:gd name="T1" fmla="*/ 6 h 282"/>
                  <a:gd name="T2" fmla="*/ 82 w 266"/>
                  <a:gd name="T3" fmla="*/ 6 h 282"/>
                  <a:gd name="T4" fmla="*/ 82 w 266"/>
                  <a:gd name="T5" fmla="*/ 44 h 282"/>
                  <a:gd name="T6" fmla="*/ 84 w 266"/>
                  <a:gd name="T7" fmla="*/ 44 h 282"/>
                  <a:gd name="T8" fmla="*/ 84 w 266"/>
                  <a:gd name="T9" fmla="*/ 44 h 282"/>
                  <a:gd name="T10" fmla="*/ 88 w 266"/>
                  <a:gd name="T11" fmla="*/ 36 h 282"/>
                  <a:gd name="T12" fmla="*/ 96 w 266"/>
                  <a:gd name="T13" fmla="*/ 28 h 282"/>
                  <a:gd name="T14" fmla="*/ 104 w 266"/>
                  <a:gd name="T15" fmla="*/ 20 h 282"/>
                  <a:gd name="T16" fmla="*/ 112 w 266"/>
                  <a:gd name="T17" fmla="*/ 14 h 282"/>
                  <a:gd name="T18" fmla="*/ 124 w 266"/>
                  <a:gd name="T19" fmla="*/ 8 h 282"/>
                  <a:gd name="T20" fmla="*/ 136 w 266"/>
                  <a:gd name="T21" fmla="*/ 4 h 282"/>
                  <a:gd name="T22" fmla="*/ 150 w 266"/>
                  <a:gd name="T23" fmla="*/ 0 h 282"/>
                  <a:gd name="T24" fmla="*/ 164 w 266"/>
                  <a:gd name="T25" fmla="*/ 0 h 282"/>
                  <a:gd name="T26" fmla="*/ 164 w 266"/>
                  <a:gd name="T27" fmla="*/ 0 h 282"/>
                  <a:gd name="T28" fmla="*/ 180 w 266"/>
                  <a:gd name="T29" fmla="*/ 0 h 282"/>
                  <a:gd name="T30" fmla="*/ 194 w 266"/>
                  <a:gd name="T31" fmla="*/ 2 h 282"/>
                  <a:gd name="T32" fmla="*/ 206 w 266"/>
                  <a:gd name="T33" fmla="*/ 6 h 282"/>
                  <a:gd name="T34" fmla="*/ 216 w 266"/>
                  <a:gd name="T35" fmla="*/ 10 h 282"/>
                  <a:gd name="T36" fmla="*/ 226 w 266"/>
                  <a:gd name="T37" fmla="*/ 16 h 282"/>
                  <a:gd name="T38" fmla="*/ 234 w 266"/>
                  <a:gd name="T39" fmla="*/ 22 h 282"/>
                  <a:gd name="T40" fmla="*/ 242 w 266"/>
                  <a:gd name="T41" fmla="*/ 30 h 282"/>
                  <a:gd name="T42" fmla="*/ 248 w 266"/>
                  <a:gd name="T43" fmla="*/ 38 h 282"/>
                  <a:gd name="T44" fmla="*/ 254 w 266"/>
                  <a:gd name="T45" fmla="*/ 46 h 282"/>
                  <a:gd name="T46" fmla="*/ 258 w 266"/>
                  <a:gd name="T47" fmla="*/ 56 h 282"/>
                  <a:gd name="T48" fmla="*/ 262 w 266"/>
                  <a:gd name="T49" fmla="*/ 80 h 282"/>
                  <a:gd name="T50" fmla="*/ 266 w 266"/>
                  <a:gd name="T51" fmla="*/ 104 h 282"/>
                  <a:gd name="T52" fmla="*/ 266 w 266"/>
                  <a:gd name="T53" fmla="*/ 130 h 282"/>
                  <a:gd name="T54" fmla="*/ 266 w 266"/>
                  <a:gd name="T55" fmla="*/ 282 h 282"/>
                  <a:gd name="T56" fmla="*/ 182 w 266"/>
                  <a:gd name="T57" fmla="*/ 282 h 282"/>
                  <a:gd name="T58" fmla="*/ 182 w 266"/>
                  <a:gd name="T59" fmla="*/ 148 h 282"/>
                  <a:gd name="T60" fmla="*/ 182 w 266"/>
                  <a:gd name="T61" fmla="*/ 148 h 282"/>
                  <a:gd name="T62" fmla="*/ 180 w 266"/>
                  <a:gd name="T63" fmla="*/ 124 h 282"/>
                  <a:gd name="T64" fmla="*/ 178 w 266"/>
                  <a:gd name="T65" fmla="*/ 110 h 282"/>
                  <a:gd name="T66" fmla="*/ 176 w 266"/>
                  <a:gd name="T67" fmla="*/ 100 h 282"/>
                  <a:gd name="T68" fmla="*/ 170 w 266"/>
                  <a:gd name="T69" fmla="*/ 90 h 282"/>
                  <a:gd name="T70" fmla="*/ 162 w 266"/>
                  <a:gd name="T71" fmla="*/ 82 h 282"/>
                  <a:gd name="T72" fmla="*/ 152 w 266"/>
                  <a:gd name="T73" fmla="*/ 76 h 282"/>
                  <a:gd name="T74" fmla="*/ 138 w 266"/>
                  <a:gd name="T75" fmla="*/ 76 h 282"/>
                  <a:gd name="T76" fmla="*/ 138 w 266"/>
                  <a:gd name="T77" fmla="*/ 76 h 282"/>
                  <a:gd name="T78" fmla="*/ 122 w 266"/>
                  <a:gd name="T79" fmla="*/ 76 h 282"/>
                  <a:gd name="T80" fmla="*/ 110 w 266"/>
                  <a:gd name="T81" fmla="*/ 82 h 282"/>
                  <a:gd name="T82" fmla="*/ 102 w 266"/>
                  <a:gd name="T83" fmla="*/ 88 h 282"/>
                  <a:gd name="T84" fmla="*/ 94 w 266"/>
                  <a:gd name="T85" fmla="*/ 96 h 282"/>
                  <a:gd name="T86" fmla="*/ 90 w 266"/>
                  <a:gd name="T87" fmla="*/ 108 h 282"/>
                  <a:gd name="T88" fmla="*/ 88 w 266"/>
                  <a:gd name="T89" fmla="*/ 120 h 282"/>
                  <a:gd name="T90" fmla="*/ 86 w 266"/>
                  <a:gd name="T91" fmla="*/ 146 h 282"/>
                  <a:gd name="T92" fmla="*/ 86 w 266"/>
                  <a:gd name="T93" fmla="*/ 282 h 282"/>
                  <a:gd name="T94" fmla="*/ 0 w 266"/>
                  <a:gd name="T95" fmla="*/ 282 h 282"/>
                  <a:gd name="T96" fmla="*/ 0 w 266"/>
                  <a:gd name="T97" fmla="*/ 6 h 282"/>
                  <a:gd name="T98" fmla="*/ 0 w 266"/>
                  <a:gd name="T99" fmla="*/ 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6" h="282">
                    <a:moveTo>
                      <a:pt x="0" y="6"/>
                    </a:moveTo>
                    <a:lnTo>
                      <a:pt x="82" y="6"/>
                    </a:lnTo>
                    <a:lnTo>
                      <a:pt x="82" y="44"/>
                    </a:lnTo>
                    <a:lnTo>
                      <a:pt x="84" y="44"/>
                    </a:lnTo>
                    <a:lnTo>
                      <a:pt x="84" y="44"/>
                    </a:lnTo>
                    <a:lnTo>
                      <a:pt x="88" y="36"/>
                    </a:lnTo>
                    <a:lnTo>
                      <a:pt x="96" y="28"/>
                    </a:lnTo>
                    <a:lnTo>
                      <a:pt x="104" y="20"/>
                    </a:lnTo>
                    <a:lnTo>
                      <a:pt x="112" y="14"/>
                    </a:lnTo>
                    <a:lnTo>
                      <a:pt x="124" y="8"/>
                    </a:lnTo>
                    <a:lnTo>
                      <a:pt x="136" y="4"/>
                    </a:lnTo>
                    <a:lnTo>
                      <a:pt x="150" y="0"/>
                    </a:lnTo>
                    <a:lnTo>
                      <a:pt x="164" y="0"/>
                    </a:lnTo>
                    <a:lnTo>
                      <a:pt x="164" y="0"/>
                    </a:lnTo>
                    <a:lnTo>
                      <a:pt x="180" y="0"/>
                    </a:lnTo>
                    <a:lnTo>
                      <a:pt x="194" y="2"/>
                    </a:lnTo>
                    <a:lnTo>
                      <a:pt x="206" y="6"/>
                    </a:lnTo>
                    <a:lnTo>
                      <a:pt x="216" y="10"/>
                    </a:lnTo>
                    <a:lnTo>
                      <a:pt x="226" y="16"/>
                    </a:lnTo>
                    <a:lnTo>
                      <a:pt x="234" y="22"/>
                    </a:lnTo>
                    <a:lnTo>
                      <a:pt x="242" y="30"/>
                    </a:lnTo>
                    <a:lnTo>
                      <a:pt x="248" y="38"/>
                    </a:lnTo>
                    <a:lnTo>
                      <a:pt x="254" y="46"/>
                    </a:lnTo>
                    <a:lnTo>
                      <a:pt x="258" y="56"/>
                    </a:lnTo>
                    <a:lnTo>
                      <a:pt x="262" y="80"/>
                    </a:lnTo>
                    <a:lnTo>
                      <a:pt x="266" y="104"/>
                    </a:lnTo>
                    <a:lnTo>
                      <a:pt x="266" y="130"/>
                    </a:lnTo>
                    <a:lnTo>
                      <a:pt x="266" y="282"/>
                    </a:lnTo>
                    <a:lnTo>
                      <a:pt x="182" y="282"/>
                    </a:lnTo>
                    <a:lnTo>
                      <a:pt x="182" y="148"/>
                    </a:lnTo>
                    <a:lnTo>
                      <a:pt x="182" y="148"/>
                    </a:lnTo>
                    <a:lnTo>
                      <a:pt x="180" y="124"/>
                    </a:lnTo>
                    <a:lnTo>
                      <a:pt x="178" y="110"/>
                    </a:lnTo>
                    <a:lnTo>
                      <a:pt x="176" y="100"/>
                    </a:lnTo>
                    <a:lnTo>
                      <a:pt x="170" y="90"/>
                    </a:lnTo>
                    <a:lnTo>
                      <a:pt x="162" y="82"/>
                    </a:lnTo>
                    <a:lnTo>
                      <a:pt x="152" y="76"/>
                    </a:lnTo>
                    <a:lnTo>
                      <a:pt x="138" y="76"/>
                    </a:lnTo>
                    <a:lnTo>
                      <a:pt x="138" y="76"/>
                    </a:lnTo>
                    <a:lnTo>
                      <a:pt x="122" y="76"/>
                    </a:lnTo>
                    <a:lnTo>
                      <a:pt x="110" y="82"/>
                    </a:lnTo>
                    <a:lnTo>
                      <a:pt x="102" y="88"/>
                    </a:lnTo>
                    <a:lnTo>
                      <a:pt x="94" y="96"/>
                    </a:lnTo>
                    <a:lnTo>
                      <a:pt x="90" y="108"/>
                    </a:lnTo>
                    <a:lnTo>
                      <a:pt x="88" y="120"/>
                    </a:lnTo>
                    <a:lnTo>
                      <a:pt x="86" y="146"/>
                    </a:lnTo>
                    <a:lnTo>
                      <a:pt x="86" y="282"/>
                    </a:lnTo>
                    <a:lnTo>
                      <a:pt x="0" y="282"/>
                    </a:lnTo>
                    <a:lnTo>
                      <a:pt x="0" y="6"/>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pic>
          <p:nvPicPr>
            <p:cNvPr id="13" name="Graphic 12">
              <a:extLst>
                <a:ext uri="{FF2B5EF4-FFF2-40B4-BE49-F238E27FC236}">
                  <a16:creationId xmlns:a16="http://schemas.microsoft.com/office/drawing/2014/main" id="{520A74AB-FB73-C418-EF73-6228A0819356}"/>
                </a:ext>
              </a:extLst>
            </p:cNvPr>
            <p:cNvPicPr>
              <a:picLocks noGrp="1" noRot="1" noChangeAspect="1" noMove="1" noResize="1" noEditPoints="1" noAdjustHandles="1" noChangeArrowheads="1" noChangeShapeType="1" noCrop="1"/>
            </p:cNvPicPr>
            <p:nvPr/>
          </p:nvPicPr>
          <p:blipFill>
            <a:blip r:embed="rId7">
              <a:extLst>
                <a:ext uri="{96DAC541-7B7A-43D3-8B79-37D633B846F1}">
                  <asvg:svgBlip xmlns:asvg="http://schemas.microsoft.com/office/drawing/2016/SVG/main" r:embed="rId8"/>
                </a:ext>
              </a:extLst>
            </a:blip>
            <a:stretch>
              <a:fillRect/>
            </a:stretch>
          </p:blipFill>
          <p:spPr>
            <a:xfrm>
              <a:off x="1430951" y="2836135"/>
              <a:ext cx="388800" cy="388800"/>
            </a:xfrm>
            <a:prstGeom prst="rect">
              <a:avLst/>
            </a:prstGeom>
          </p:spPr>
        </p:pic>
      </p:grpSp>
      <p:sp>
        <p:nvSpPr>
          <p:cNvPr id="20" name="Text Placeholder 12">
            <a:extLst>
              <a:ext uri="{FF2B5EF4-FFF2-40B4-BE49-F238E27FC236}">
                <a16:creationId xmlns:a16="http://schemas.microsoft.com/office/drawing/2014/main" id="{C568F71D-8F0D-4AE8-9FD1-A861121A6697}"/>
              </a:ext>
            </a:extLst>
          </p:cNvPr>
          <p:cNvSpPr txBox="1">
            <a:spLocks noGrp="1" noRot="1" noMove="1" noResize="1" noEditPoints="1" noAdjustHandles="1" noChangeArrowheads="1" noChangeShapeType="1"/>
          </p:cNvSpPr>
          <p:nvPr userDrawn="1"/>
        </p:nvSpPr>
        <p:spPr>
          <a:xfrm>
            <a:off x="984000" y="1342800"/>
            <a:ext cx="10224000" cy="396000"/>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nSpc>
                <a:spcPct val="70000"/>
              </a:lnSpc>
              <a:spcAft>
                <a:spcPts val="0"/>
              </a:spcAft>
            </a:pPr>
            <a:r>
              <a:rPr lang="en-US" sz="3600" b="0" spc="-20">
                <a:solidFill>
                  <a:schemeClr val="bg1"/>
                </a:solidFill>
                <a:latin typeface="+mj-lt"/>
              </a:rPr>
              <a:t>The contacts at KPMG in connection with this proposal are:</a:t>
            </a:r>
          </a:p>
        </p:txBody>
      </p:sp>
      <p:sp>
        <p:nvSpPr>
          <p:cNvPr id="21" name="Rectangle 20">
            <a:extLst>
              <a:ext uri="{FF2B5EF4-FFF2-40B4-BE49-F238E27FC236}">
                <a16:creationId xmlns:a16="http://schemas.microsoft.com/office/drawing/2014/main" id="{9B28933D-CC29-8906-33BF-7C29A5ADB874}"/>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24" name="Rectangle 23">
            <a:extLst>
              <a:ext uri="{FF2B5EF4-FFF2-40B4-BE49-F238E27FC236}">
                <a16:creationId xmlns:a16="http://schemas.microsoft.com/office/drawing/2014/main" id="{4A6097CB-951E-D475-910C-B956A0F2B8D0}"/>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32" name="Rectangle 31">
            <a:extLst>
              <a:ext uri="{FF2B5EF4-FFF2-40B4-BE49-F238E27FC236}">
                <a16:creationId xmlns:a16="http://schemas.microsoft.com/office/drawing/2014/main" id="{48B0E9EA-599D-5880-B325-838DE35345B4}"/>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33" name="Rectangle 32">
            <a:extLst>
              <a:ext uri="{FF2B5EF4-FFF2-40B4-BE49-F238E27FC236}">
                <a16:creationId xmlns:a16="http://schemas.microsoft.com/office/drawing/2014/main" id="{AE5CC623-0A20-A193-A8B9-49F4758703D2}"/>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34" name="Rectangle 33">
            <a:extLst>
              <a:ext uri="{FF2B5EF4-FFF2-40B4-BE49-F238E27FC236}">
                <a16:creationId xmlns:a16="http://schemas.microsoft.com/office/drawing/2014/main" id="{E3AEA470-5555-8D44-BCAC-B20FFFE2CBA6}"/>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35" name="Rectangle 34">
            <a:extLst>
              <a:ext uri="{FF2B5EF4-FFF2-40B4-BE49-F238E27FC236}">
                <a16:creationId xmlns:a16="http://schemas.microsoft.com/office/drawing/2014/main" id="{B39C49C7-C0D1-0468-765B-C7F4131B33F6}"/>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36" name="Rectangle 35">
            <a:extLst>
              <a:ext uri="{FF2B5EF4-FFF2-40B4-BE49-F238E27FC236}">
                <a16:creationId xmlns:a16="http://schemas.microsoft.com/office/drawing/2014/main" id="{FAF1645A-E5C2-154F-7A31-73DAAC666F20}"/>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37" name="Group 36">
            <a:extLst>
              <a:ext uri="{FF2B5EF4-FFF2-40B4-BE49-F238E27FC236}">
                <a16:creationId xmlns:a16="http://schemas.microsoft.com/office/drawing/2014/main" id="{31A2FEE1-8E98-49D2-5AD3-BA09A0F2B7AA}"/>
              </a:ext>
            </a:extLst>
          </p:cNvPr>
          <p:cNvGrpSpPr/>
          <p:nvPr userDrawn="1"/>
        </p:nvGrpSpPr>
        <p:grpSpPr>
          <a:xfrm>
            <a:off x="985838" y="6975139"/>
            <a:ext cx="10223500" cy="230049"/>
            <a:chOff x="985838" y="6975139"/>
            <a:chExt cx="10223500" cy="230049"/>
          </a:xfrm>
        </p:grpSpPr>
        <p:cxnSp>
          <p:nvCxnSpPr>
            <p:cNvPr id="38" name="Straight Arrow Connector 37">
              <a:extLst>
                <a:ext uri="{FF2B5EF4-FFF2-40B4-BE49-F238E27FC236}">
                  <a16:creationId xmlns:a16="http://schemas.microsoft.com/office/drawing/2014/main" id="{578558A4-70F1-9F8A-E78D-2ACEF58601BA}"/>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6D36627E-4874-0C62-A0B3-9C827531B6B0}"/>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40" name="Group 39">
            <a:extLst>
              <a:ext uri="{FF2B5EF4-FFF2-40B4-BE49-F238E27FC236}">
                <a16:creationId xmlns:a16="http://schemas.microsoft.com/office/drawing/2014/main" id="{11F2CCB2-CF5C-CC7F-9EE4-8CBBEA8B24C9}"/>
              </a:ext>
            </a:extLst>
          </p:cNvPr>
          <p:cNvGrpSpPr/>
          <p:nvPr userDrawn="1"/>
        </p:nvGrpSpPr>
        <p:grpSpPr>
          <a:xfrm>
            <a:off x="0" y="7255521"/>
            <a:ext cx="12192000" cy="230049"/>
            <a:chOff x="0" y="7255521"/>
            <a:chExt cx="12192000" cy="230049"/>
          </a:xfrm>
        </p:grpSpPr>
        <p:cxnSp>
          <p:nvCxnSpPr>
            <p:cNvPr id="41" name="Straight Arrow Connector 40">
              <a:extLst>
                <a:ext uri="{FF2B5EF4-FFF2-40B4-BE49-F238E27FC236}">
                  <a16:creationId xmlns:a16="http://schemas.microsoft.com/office/drawing/2014/main" id="{1D3210E6-930D-6B95-570F-CD9266121A44}"/>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A4544F3B-7108-3DD3-905A-D2FE2CB52E2E}"/>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43" name="Group 42">
            <a:extLst>
              <a:ext uri="{FF2B5EF4-FFF2-40B4-BE49-F238E27FC236}">
                <a16:creationId xmlns:a16="http://schemas.microsoft.com/office/drawing/2014/main" id="{85F9D541-F11A-7A4E-3C0E-E3FBAEC0327C}"/>
              </a:ext>
            </a:extLst>
          </p:cNvPr>
          <p:cNvGrpSpPr>
            <a:grpSpLocks/>
          </p:cNvGrpSpPr>
          <p:nvPr userDrawn="1"/>
        </p:nvGrpSpPr>
        <p:grpSpPr>
          <a:xfrm>
            <a:off x="982800" y="7491081"/>
            <a:ext cx="4930775" cy="230049"/>
            <a:chOff x="985838" y="7724761"/>
            <a:chExt cx="4930775" cy="230049"/>
          </a:xfrm>
        </p:grpSpPr>
        <p:cxnSp>
          <p:nvCxnSpPr>
            <p:cNvPr id="44" name="Straight Arrow Connector 43">
              <a:extLst>
                <a:ext uri="{FF2B5EF4-FFF2-40B4-BE49-F238E27FC236}">
                  <a16:creationId xmlns:a16="http://schemas.microsoft.com/office/drawing/2014/main" id="{7195D9EA-D0BA-B2DB-D627-546C7C830BAF}"/>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AA422BA8-68E7-1BDD-E2C9-293FFD87A07D}"/>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46" name="Group 45">
            <a:extLst>
              <a:ext uri="{FF2B5EF4-FFF2-40B4-BE49-F238E27FC236}">
                <a16:creationId xmlns:a16="http://schemas.microsoft.com/office/drawing/2014/main" id="{9B30D2AE-7AE7-6B44-FC62-913D3214A039}"/>
              </a:ext>
            </a:extLst>
          </p:cNvPr>
          <p:cNvGrpSpPr>
            <a:grpSpLocks/>
          </p:cNvGrpSpPr>
          <p:nvPr userDrawn="1"/>
        </p:nvGrpSpPr>
        <p:grpSpPr>
          <a:xfrm>
            <a:off x="6274800" y="7491081"/>
            <a:ext cx="4930775" cy="230049"/>
            <a:chOff x="985838" y="7724761"/>
            <a:chExt cx="4930775" cy="230049"/>
          </a:xfrm>
        </p:grpSpPr>
        <p:cxnSp>
          <p:nvCxnSpPr>
            <p:cNvPr id="47" name="Straight Arrow Connector 46">
              <a:extLst>
                <a:ext uri="{FF2B5EF4-FFF2-40B4-BE49-F238E27FC236}">
                  <a16:creationId xmlns:a16="http://schemas.microsoft.com/office/drawing/2014/main" id="{1E7D347C-BB9A-B79F-D81E-97CB28DC4CCF}"/>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AEAB1EAF-FFF6-5AF5-2140-CE9BDDC139CC}"/>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49" name="Group 48">
            <a:extLst>
              <a:ext uri="{FF2B5EF4-FFF2-40B4-BE49-F238E27FC236}">
                <a16:creationId xmlns:a16="http://schemas.microsoft.com/office/drawing/2014/main" id="{80DA3F31-F8F7-0D75-A354-8C2CD07C9C5C}"/>
              </a:ext>
            </a:extLst>
          </p:cNvPr>
          <p:cNvGrpSpPr/>
          <p:nvPr userDrawn="1"/>
        </p:nvGrpSpPr>
        <p:grpSpPr>
          <a:xfrm>
            <a:off x="12750953" y="0"/>
            <a:ext cx="230051" cy="6858000"/>
            <a:chOff x="-1090386" y="0"/>
            <a:chExt cx="230051" cy="6858000"/>
          </a:xfrm>
        </p:grpSpPr>
        <p:cxnSp>
          <p:nvCxnSpPr>
            <p:cNvPr id="50" name="Straight Arrow Connector 49">
              <a:extLst>
                <a:ext uri="{FF2B5EF4-FFF2-40B4-BE49-F238E27FC236}">
                  <a16:creationId xmlns:a16="http://schemas.microsoft.com/office/drawing/2014/main" id="{D727AA30-EBFB-9A5F-A69A-99048CD54BC2}"/>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D474996D-CFB7-ADC7-39A2-7F76F1043EFB}"/>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grpSp>
        <p:nvGrpSpPr>
          <p:cNvPr id="52" name="Group 51">
            <a:extLst>
              <a:ext uri="{FF2B5EF4-FFF2-40B4-BE49-F238E27FC236}">
                <a16:creationId xmlns:a16="http://schemas.microsoft.com/office/drawing/2014/main" id="{530D535A-00E8-E4D7-E927-839082013C2D}"/>
              </a:ext>
            </a:extLst>
          </p:cNvPr>
          <p:cNvGrpSpPr>
            <a:grpSpLocks/>
          </p:cNvGrpSpPr>
          <p:nvPr userDrawn="1"/>
        </p:nvGrpSpPr>
        <p:grpSpPr>
          <a:xfrm>
            <a:off x="12251088" y="1341438"/>
            <a:ext cx="230049" cy="4536000"/>
            <a:chOff x="-321485" y="1341438"/>
            <a:chExt cx="230049" cy="4536000"/>
          </a:xfrm>
        </p:grpSpPr>
        <p:cxnSp>
          <p:nvCxnSpPr>
            <p:cNvPr id="54" name="Straight Arrow Connector 53">
              <a:extLst>
                <a:ext uri="{FF2B5EF4-FFF2-40B4-BE49-F238E27FC236}">
                  <a16:creationId xmlns:a16="http://schemas.microsoft.com/office/drawing/2014/main" id="{5C6348FB-0B36-059A-C017-68224B7C75C4}"/>
                </a:ext>
              </a:extLst>
            </p:cNvPr>
            <p:cNvCxnSpPr>
              <a:cxnSpLocks/>
            </p:cNvCxnSpPr>
            <p:nvPr userDrawn="1"/>
          </p:nvCxnSpPr>
          <p:spPr>
            <a:xfrm flipH="1">
              <a:off x="-206460" y="1341438"/>
              <a:ext cx="0" cy="4536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8D59CCE0-F440-5A14-885B-BD4A7322CBF5}"/>
                </a:ext>
              </a:extLst>
            </p:cNvPr>
            <p:cNvSpPr>
              <a:spLocks/>
            </p:cNvSpPr>
            <p:nvPr userDrawn="1"/>
          </p:nvSpPr>
          <p:spPr>
            <a:xfrm rot="16200000">
              <a:off x="-650244" y="3494413"/>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12.60cm</a:t>
              </a:r>
            </a:p>
          </p:txBody>
        </p:sp>
      </p:grpSp>
      <p:grpSp>
        <p:nvGrpSpPr>
          <p:cNvPr id="56" name="Group 55">
            <a:extLst>
              <a:ext uri="{FF2B5EF4-FFF2-40B4-BE49-F238E27FC236}">
                <a16:creationId xmlns:a16="http://schemas.microsoft.com/office/drawing/2014/main" id="{5BCA118A-9B41-2F03-3721-7D046EF70526}"/>
              </a:ext>
            </a:extLst>
          </p:cNvPr>
          <p:cNvGrpSpPr/>
          <p:nvPr userDrawn="1"/>
        </p:nvGrpSpPr>
        <p:grpSpPr>
          <a:xfrm>
            <a:off x="12257572" y="981075"/>
            <a:ext cx="539998" cy="360363"/>
            <a:chOff x="-520806" y="981075"/>
            <a:chExt cx="539998" cy="360363"/>
          </a:xfrm>
        </p:grpSpPr>
        <p:cxnSp>
          <p:nvCxnSpPr>
            <p:cNvPr id="57" name="Straight Arrow Connector 56">
              <a:extLst>
                <a:ext uri="{FF2B5EF4-FFF2-40B4-BE49-F238E27FC236}">
                  <a16:creationId xmlns:a16="http://schemas.microsoft.com/office/drawing/2014/main" id="{956F88D4-C26E-DCF0-C76D-3C89F066C859}"/>
                </a:ext>
              </a:extLst>
            </p:cNvPr>
            <p:cNvCxnSpPr>
              <a:cxnSpLocks/>
            </p:cNvCxnSpPr>
            <p:nvPr userDrawn="1"/>
          </p:nvCxnSpPr>
          <p:spPr>
            <a:xfrm>
              <a:off x="-281425" y="981075"/>
              <a:ext cx="0" cy="360363"/>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70DD2E72-BEF9-62FC-17F8-1255E43676FF}"/>
                </a:ext>
              </a:extLst>
            </p:cNvPr>
            <p:cNvSpPr>
              <a:spLocks/>
            </p:cNvSpPr>
            <p:nvPr userDrawn="1"/>
          </p:nvSpPr>
          <p:spPr>
            <a:xfrm>
              <a:off x="-520806" y="1085544"/>
              <a:ext cx="539998" cy="151425"/>
            </a:xfrm>
            <a:prstGeom prst="rect">
              <a:avLst/>
            </a:prstGeom>
            <a:solidFill>
              <a:schemeClr val="bg1"/>
            </a:solidFill>
            <a:ln w="12700" cap="flat" cmpd="sng" algn="ctr">
              <a:solidFill>
                <a:srgbClr val="FD349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1.00cm</a:t>
              </a:r>
            </a:p>
          </p:txBody>
        </p:sp>
      </p:grpSp>
      <p:sp>
        <p:nvSpPr>
          <p:cNvPr id="59" name="Rectangle 58">
            <a:extLst>
              <a:ext uri="{FF2B5EF4-FFF2-40B4-BE49-F238E27FC236}">
                <a16:creationId xmlns:a16="http://schemas.microsoft.com/office/drawing/2014/main" id="{6A737A84-FB97-8A80-A63E-103131EC579C}"/>
              </a:ext>
            </a:extLst>
          </p:cNvPr>
          <p:cNvSpPr>
            <a:spLocks/>
          </p:cNvSpPr>
          <p:nvPr userDrawn="1"/>
        </p:nvSpPr>
        <p:spPr>
          <a:xfrm>
            <a:off x="-699796" y="3636736"/>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10.03cm</a:t>
            </a:r>
          </a:p>
        </p:txBody>
      </p:sp>
      <p:sp>
        <p:nvSpPr>
          <p:cNvPr id="60" name="Rectangle 59">
            <a:extLst>
              <a:ext uri="{FF2B5EF4-FFF2-40B4-BE49-F238E27FC236}">
                <a16:creationId xmlns:a16="http://schemas.microsoft.com/office/drawing/2014/main" id="{28E0EF7E-A502-A3A0-0153-ED8926CCEF34}"/>
              </a:ext>
            </a:extLst>
          </p:cNvPr>
          <p:cNvSpPr>
            <a:spLocks/>
          </p:cNvSpPr>
          <p:nvPr userDrawn="1"/>
        </p:nvSpPr>
        <p:spPr>
          <a:xfrm>
            <a:off x="-2318387" y="6281348"/>
            <a:ext cx="2290335"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NO CONTENT BELOW THIS LINE UNDER ANY CIRCUMSTANCES</a:t>
            </a:r>
          </a:p>
        </p:txBody>
      </p:sp>
      <p:sp>
        <p:nvSpPr>
          <p:cNvPr id="61" name="Rectangle 60">
            <a:extLst>
              <a:ext uri="{FF2B5EF4-FFF2-40B4-BE49-F238E27FC236}">
                <a16:creationId xmlns:a16="http://schemas.microsoft.com/office/drawing/2014/main" id="{4035EB0F-C914-2AC8-12E1-49A4CF09FACF}"/>
              </a:ext>
            </a:extLst>
          </p:cNvPr>
          <p:cNvSpPr>
            <a:spLocks/>
          </p:cNvSpPr>
          <p:nvPr userDrawn="1"/>
        </p:nvSpPr>
        <p:spPr>
          <a:xfrm>
            <a:off x="-583407" y="3360421"/>
            <a:ext cx="45808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sp>
        <p:nvSpPr>
          <p:cNvPr id="62" name="Rectangle 61">
            <a:extLst>
              <a:ext uri="{FF2B5EF4-FFF2-40B4-BE49-F238E27FC236}">
                <a16:creationId xmlns:a16="http://schemas.microsoft.com/office/drawing/2014/main" id="{78BC6D35-413F-5FCB-A156-87D6DE32A9BD}"/>
              </a:ext>
            </a:extLst>
          </p:cNvPr>
          <p:cNvSpPr>
            <a:spLocks/>
          </p:cNvSpPr>
          <p:nvPr userDrawn="1"/>
        </p:nvSpPr>
        <p:spPr>
          <a:xfrm>
            <a:off x="-617633" y="3821430"/>
            <a:ext cx="492308"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cxnSp>
        <p:nvCxnSpPr>
          <p:cNvPr id="63" name="Straight Arrow Connector 62">
            <a:extLst>
              <a:ext uri="{FF2B5EF4-FFF2-40B4-BE49-F238E27FC236}">
                <a16:creationId xmlns:a16="http://schemas.microsoft.com/office/drawing/2014/main" id="{6C33396C-B9B9-08F5-19D1-0F09D2EA7753}"/>
              </a:ext>
            </a:extLst>
          </p:cNvPr>
          <p:cNvCxnSpPr>
            <a:cxnSpLocks/>
          </p:cNvCxnSpPr>
          <p:nvPr userDrawn="1"/>
        </p:nvCxnSpPr>
        <p:spPr>
          <a:xfrm>
            <a:off x="13322741" y="3644901"/>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7AF6F914-A329-DD2A-2A61-602F3CDCD1AE}"/>
              </a:ext>
            </a:extLst>
          </p:cNvPr>
          <p:cNvSpPr>
            <a:spLocks/>
          </p:cNvSpPr>
          <p:nvPr userDrawn="1"/>
        </p:nvSpPr>
        <p:spPr>
          <a:xfrm rot="16200000">
            <a:off x="12878141" y="4641806"/>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cxnSp>
        <p:nvCxnSpPr>
          <p:cNvPr id="65" name="Straight Arrow Connector 64">
            <a:extLst>
              <a:ext uri="{FF2B5EF4-FFF2-40B4-BE49-F238E27FC236}">
                <a16:creationId xmlns:a16="http://schemas.microsoft.com/office/drawing/2014/main" id="{266120E2-2CBF-AD2E-E69D-65304A31DBD7}"/>
              </a:ext>
            </a:extLst>
          </p:cNvPr>
          <p:cNvCxnSpPr>
            <a:cxnSpLocks/>
          </p:cNvCxnSpPr>
          <p:nvPr userDrawn="1"/>
        </p:nvCxnSpPr>
        <p:spPr>
          <a:xfrm>
            <a:off x="13322742" y="1341434"/>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71CC7521-10DD-0F4D-7ED4-6A2CC076B321}"/>
              </a:ext>
            </a:extLst>
          </p:cNvPr>
          <p:cNvSpPr>
            <a:spLocks/>
          </p:cNvSpPr>
          <p:nvPr userDrawn="1"/>
        </p:nvSpPr>
        <p:spPr>
          <a:xfrm rot="16200000">
            <a:off x="12878142" y="2338339"/>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sp>
        <p:nvSpPr>
          <p:cNvPr id="67" name="Rectangle 66">
            <a:extLst>
              <a:ext uri="{FF2B5EF4-FFF2-40B4-BE49-F238E27FC236}">
                <a16:creationId xmlns:a16="http://schemas.microsoft.com/office/drawing/2014/main" id="{4F480CF8-F0C8-E5E5-9429-C57DDD3852AE}"/>
              </a:ext>
            </a:extLst>
          </p:cNvPr>
          <p:cNvSpPr>
            <a:spLocks/>
          </p:cNvSpPr>
          <p:nvPr userDrawn="1"/>
        </p:nvSpPr>
        <p:spPr>
          <a:xfrm>
            <a:off x="6275388" y="-473416"/>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16.93cm</a:t>
            </a:r>
          </a:p>
        </p:txBody>
      </p:sp>
      <p:sp>
        <p:nvSpPr>
          <p:cNvPr id="68" name="Rectangle 67">
            <a:extLst>
              <a:ext uri="{FF2B5EF4-FFF2-40B4-BE49-F238E27FC236}">
                <a16:creationId xmlns:a16="http://schemas.microsoft.com/office/drawing/2014/main" id="{7243EF59-7742-4B49-7A71-A69580A1033C}"/>
              </a:ext>
            </a:extLst>
          </p:cNvPr>
          <p:cNvSpPr>
            <a:spLocks/>
          </p:cNvSpPr>
          <p:nvPr userDrawn="1"/>
        </p:nvSpPr>
        <p:spPr>
          <a:xfrm>
            <a:off x="5396117"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16.43cm</a:t>
            </a:r>
          </a:p>
        </p:txBody>
      </p:sp>
      <p:sp>
        <p:nvSpPr>
          <p:cNvPr id="69" name="Text Placeholder 23">
            <a:extLst>
              <a:ext uri="{FF2B5EF4-FFF2-40B4-BE49-F238E27FC236}">
                <a16:creationId xmlns:a16="http://schemas.microsoft.com/office/drawing/2014/main" id="{624A7E35-A4C6-B5D4-B7A4-407C0EB93532}"/>
              </a:ext>
            </a:extLst>
          </p:cNvPr>
          <p:cNvSpPr txBox="1">
            <a:spLocks noGrp="1" noRot="1" noMove="1" noResize="1" noEditPoints="1" noAdjustHandles="1" noChangeArrowheads="1" noChangeShapeType="1"/>
          </p:cNvSpPr>
          <p:nvPr userDrawn="1"/>
        </p:nvSpPr>
        <p:spPr>
          <a:xfrm>
            <a:off x="6215541" y="2892071"/>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a:t>
            </a:r>
            <a:r>
              <a:rPr lang="en-US" sz="900" err="1">
                <a:solidFill>
                  <a:schemeClr val="bg1"/>
                </a:solidFill>
                <a:latin typeface="+mn-lt"/>
              </a:rPr>
              <a:t>XXX</a:t>
            </a:r>
            <a:r>
              <a:rPr lang="en-US" sz="900">
                <a:solidFill>
                  <a:schemeClr val="bg1"/>
                </a:solidFill>
                <a:latin typeface="+mn-lt"/>
              </a:rPr>
              <a:t> XXXX</a:t>
            </a:r>
          </a:p>
          <a:p>
            <a:pPr lvl="1" defTabSz="269868">
              <a:spcAft>
                <a:spcPts val="300"/>
              </a:spcAft>
            </a:pPr>
            <a:r>
              <a:rPr lang="en-US" sz="900" b="1">
                <a:solidFill>
                  <a:schemeClr val="bg1"/>
                </a:solidFill>
                <a:latin typeface="+mn-lt"/>
              </a:rPr>
              <a:t>E: </a:t>
            </a:r>
            <a:r>
              <a:rPr lang="en-US" sz="900" err="1">
                <a:solidFill>
                  <a:schemeClr val="bg1"/>
                </a:solidFill>
                <a:latin typeface="+mn-lt"/>
              </a:rPr>
              <a:t>xxx.xxx@kpmg.xx</a:t>
            </a:r>
            <a:endParaRPr lang="en-US" sz="900">
              <a:solidFill>
                <a:schemeClr val="bg1"/>
              </a:solidFill>
              <a:latin typeface="+mn-lt"/>
            </a:endParaRPr>
          </a:p>
        </p:txBody>
      </p:sp>
      <p:sp>
        <p:nvSpPr>
          <p:cNvPr id="70" name="Text Placeholder 23">
            <a:extLst>
              <a:ext uri="{FF2B5EF4-FFF2-40B4-BE49-F238E27FC236}">
                <a16:creationId xmlns:a16="http://schemas.microsoft.com/office/drawing/2014/main" id="{EF2BAF0E-3CA4-3AB0-4E61-8027AF01CE19}"/>
              </a:ext>
            </a:extLst>
          </p:cNvPr>
          <p:cNvSpPr txBox="1">
            <a:spLocks noGrp="1" noRot="1" noMove="1" noResize="1" noEditPoints="1" noAdjustHandles="1" noChangeArrowheads="1" noChangeShapeType="1"/>
          </p:cNvSpPr>
          <p:nvPr userDrawn="1"/>
        </p:nvSpPr>
        <p:spPr>
          <a:xfrm>
            <a:off x="8831311" y="2892072"/>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a:t>
            </a:r>
            <a:r>
              <a:rPr lang="en-US" sz="900" err="1">
                <a:solidFill>
                  <a:schemeClr val="bg1"/>
                </a:solidFill>
                <a:latin typeface="+mn-lt"/>
              </a:rPr>
              <a:t>XXX</a:t>
            </a:r>
            <a:r>
              <a:rPr lang="en-US" sz="900">
                <a:solidFill>
                  <a:schemeClr val="bg1"/>
                </a:solidFill>
                <a:latin typeface="+mn-lt"/>
              </a:rPr>
              <a:t> XXXX</a:t>
            </a:r>
          </a:p>
          <a:p>
            <a:pPr lvl="1" defTabSz="269868">
              <a:spcAft>
                <a:spcPts val="300"/>
              </a:spcAft>
            </a:pPr>
            <a:r>
              <a:rPr lang="en-US" sz="900" b="1">
                <a:solidFill>
                  <a:schemeClr val="bg1"/>
                </a:solidFill>
                <a:latin typeface="+mn-lt"/>
              </a:rPr>
              <a:t>E: </a:t>
            </a:r>
            <a:r>
              <a:rPr lang="en-US" sz="900" err="1">
                <a:solidFill>
                  <a:schemeClr val="bg1"/>
                </a:solidFill>
                <a:latin typeface="+mn-lt"/>
              </a:rPr>
              <a:t>xxx.xxx@kpmg.xx</a:t>
            </a:r>
            <a:endParaRPr lang="en-US" sz="900">
              <a:solidFill>
                <a:schemeClr val="bg1"/>
              </a:solidFill>
              <a:latin typeface="+mn-lt"/>
            </a:endParaRPr>
          </a:p>
        </p:txBody>
      </p:sp>
      <p:sp>
        <p:nvSpPr>
          <p:cNvPr id="71" name="Text Placeholder 19">
            <a:extLst>
              <a:ext uri="{FF2B5EF4-FFF2-40B4-BE49-F238E27FC236}">
                <a16:creationId xmlns:a16="http://schemas.microsoft.com/office/drawing/2014/main" id="{D6055F5A-6801-7492-330C-39B1260CED67}"/>
              </a:ext>
            </a:extLst>
          </p:cNvPr>
          <p:cNvSpPr txBox="1">
            <a:spLocks noGrp="1" noRot="1" noMove="1" noResize="1" noEditPoints="1" noAdjustHandles="1" noChangeArrowheads="1" noChangeShapeType="1"/>
          </p:cNvSpPr>
          <p:nvPr userDrawn="1"/>
        </p:nvSpPr>
        <p:spPr>
          <a:xfrm>
            <a:off x="984000" y="2890800"/>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XXX XXXX</a:t>
            </a:r>
          </a:p>
          <a:p>
            <a:pPr lvl="1" defTabSz="269868">
              <a:spcAft>
                <a:spcPts val="300"/>
              </a:spcAft>
            </a:pPr>
            <a:r>
              <a:rPr lang="en-US" sz="900" b="1">
                <a:solidFill>
                  <a:schemeClr val="bg1"/>
                </a:solidFill>
                <a:latin typeface="+mn-lt"/>
              </a:rPr>
              <a:t>E: </a:t>
            </a:r>
            <a:r>
              <a:rPr lang="en-US" sz="900">
                <a:solidFill>
                  <a:schemeClr val="bg1"/>
                </a:solidFill>
                <a:latin typeface="+mn-lt"/>
              </a:rPr>
              <a:t>xxx.xxx@kpmg.xx</a:t>
            </a:r>
          </a:p>
        </p:txBody>
      </p:sp>
      <p:sp>
        <p:nvSpPr>
          <p:cNvPr id="72" name="Text Placeholder 21">
            <a:extLst>
              <a:ext uri="{FF2B5EF4-FFF2-40B4-BE49-F238E27FC236}">
                <a16:creationId xmlns:a16="http://schemas.microsoft.com/office/drawing/2014/main" id="{C39D51F6-E860-EC0A-4F14-F63A84989C19}"/>
              </a:ext>
            </a:extLst>
          </p:cNvPr>
          <p:cNvSpPr txBox="1">
            <a:spLocks noGrp="1" noRot="1" noMove="1" noResize="1" noEditPoints="1" noAdjustHandles="1" noChangeArrowheads="1" noChangeShapeType="1"/>
          </p:cNvSpPr>
          <p:nvPr userDrawn="1"/>
        </p:nvSpPr>
        <p:spPr>
          <a:xfrm>
            <a:off x="3599770" y="2892071"/>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a:t>
            </a:r>
            <a:r>
              <a:rPr lang="en-US" sz="900" err="1">
                <a:solidFill>
                  <a:schemeClr val="bg1"/>
                </a:solidFill>
                <a:latin typeface="+mn-lt"/>
              </a:rPr>
              <a:t>XXX</a:t>
            </a:r>
            <a:r>
              <a:rPr lang="en-US" sz="900">
                <a:solidFill>
                  <a:schemeClr val="bg1"/>
                </a:solidFill>
                <a:latin typeface="+mn-lt"/>
              </a:rPr>
              <a:t> XXXX</a:t>
            </a:r>
          </a:p>
          <a:p>
            <a:pPr lvl="1" defTabSz="269868">
              <a:spcAft>
                <a:spcPts val="300"/>
              </a:spcAft>
            </a:pPr>
            <a:r>
              <a:rPr lang="en-US" sz="900" b="1">
                <a:solidFill>
                  <a:schemeClr val="bg1"/>
                </a:solidFill>
                <a:latin typeface="+mn-lt"/>
              </a:rPr>
              <a:t>E: </a:t>
            </a:r>
            <a:r>
              <a:rPr lang="en-US" sz="900" err="1">
                <a:solidFill>
                  <a:schemeClr val="bg1"/>
                </a:solidFill>
                <a:latin typeface="+mn-lt"/>
              </a:rPr>
              <a:t>xxx.xxx@kpmg.xx</a:t>
            </a:r>
            <a:endParaRPr lang="en-US" sz="900">
              <a:solidFill>
                <a:schemeClr val="bg1"/>
              </a:solidFill>
              <a:latin typeface="+mn-lt"/>
            </a:endParaRPr>
          </a:p>
        </p:txBody>
      </p:sp>
      <p:sp>
        <p:nvSpPr>
          <p:cNvPr id="73" name="Rectangle 72">
            <a:extLst>
              <a:ext uri="{FF2B5EF4-FFF2-40B4-BE49-F238E27FC236}">
                <a16:creationId xmlns:a16="http://schemas.microsoft.com/office/drawing/2014/main" id="{9D45FAD2-AACF-F710-EFC5-88E81D9F2398}"/>
              </a:ext>
            </a:extLst>
          </p:cNvPr>
          <p:cNvSpPr/>
          <p:nvPr userDrawn="1"/>
        </p:nvSpPr>
        <p:spPr>
          <a:xfrm>
            <a:off x="982663"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2.73cm, vertical 5.33cm</a:t>
            </a:r>
          </a:p>
        </p:txBody>
      </p:sp>
      <p:sp>
        <p:nvSpPr>
          <p:cNvPr id="76" name="Rectangle 75">
            <a:extLst>
              <a:ext uri="{FF2B5EF4-FFF2-40B4-BE49-F238E27FC236}">
                <a16:creationId xmlns:a16="http://schemas.microsoft.com/office/drawing/2014/main" id="{AA7965E0-E57D-A498-F415-405843FF4B14}"/>
              </a:ext>
            </a:extLst>
          </p:cNvPr>
          <p:cNvSpPr/>
          <p:nvPr userDrawn="1"/>
        </p:nvSpPr>
        <p:spPr>
          <a:xfrm>
            <a:off x="3599770"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10cm, vertical 5.33cm</a:t>
            </a:r>
          </a:p>
        </p:txBody>
      </p:sp>
      <p:sp>
        <p:nvSpPr>
          <p:cNvPr id="77" name="Rectangle 76">
            <a:extLst>
              <a:ext uri="{FF2B5EF4-FFF2-40B4-BE49-F238E27FC236}">
                <a16:creationId xmlns:a16="http://schemas.microsoft.com/office/drawing/2014/main" id="{983F045B-9AA4-73EE-D215-9133593CD80C}"/>
              </a:ext>
            </a:extLst>
          </p:cNvPr>
          <p:cNvSpPr>
            <a:spLocks/>
          </p:cNvSpPr>
          <p:nvPr userDrawn="1"/>
        </p:nvSpPr>
        <p:spPr>
          <a:xfrm>
            <a:off x="6215541"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17.27cm, vertical 5.33cm</a:t>
            </a:r>
          </a:p>
        </p:txBody>
      </p:sp>
      <p:sp>
        <p:nvSpPr>
          <p:cNvPr id="78" name="Rectangle 77">
            <a:extLst>
              <a:ext uri="{FF2B5EF4-FFF2-40B4-BE49-F238E27FC236}">
                <a16:creationId xmlns:a16="http://schemas.microsoft.com/office/drawing/2014/main" id="{F046C6DD-3C3B-3211-6B4E-DCE05D80D435}"/>
              </a:ext>
            </a:extLst>
          </p:cNvPr>
          <p:cNvSpPr>
            <a:spLocks/>
          </p:cNvSpPr>
          <p:nvPr userDrawn="1"/>
        </p:nvSpPr>
        <p:spPr>
          <a:xfrm>
            <a:off x="8831311"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24.53cm, vertical 5.33cm</a:t>
            </a:r>
          </a:p>
        </p:txBody>
      </p:sp>
      <p:sp>
        <p:nvSpPr>
          <p:cNvPr id="4" name="TextBox 3">
            <a:extLst>
              <a:ext uri="{FF2B5EF4-FFF2-40B4-BE49-F238E27FC236}">
                <a16:creationId xmlns:a16="http://schemas.microsoft.com/office/drawing/2014/main" id="{938D0F00-E669-6046-96AC-5EBE5DEE1AC1}"/>
              </a:ext>
            </a:extLst>
          </p:cNvPr>
          <p:cNvSpPr txBox="1">
            <a:spLocks noGrp="1" noRot="1" noMove="1" noResize="1" noEditPoints="1" noAdjustHandles="1" noChangeArrowheads="1" noChangeShapeType="1"/>
          </p:cNvSpPr>
          <p:nvPr userDrawn="1">
            <p:custDataLst>
              <p:tags r:id="rId2"/>
            </p:custDataLst>
          </p:nvPr>
        </p:nvSpPr>
        <p:spPr>
          <a:xfrm>
            <a:off x="982800" y="5734800"/>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bg1"/>
                </a:solidFill>
                <a:latin typeface="+mn-lt"/>
                <a:ea typeface="+mn-ea"/>
                <a:cs typeface="+mn-cs"/>
              </a:rPr>
              <a:t>Document Classification: KPMG Confidential</a:t>
            </a:r>
          </a:p>
        </p:txBody>
      </p:sp>
      <p:sp>
        <p:nvSpPr>
          <p:cNvPr id="5" name="Rectangle 4">
            <a:extLst>
              <a:ext uri="{FF2B5EF4-FFF2-40B4-BE49-F238E27FC236}">
                <a16:creationId xmlns:a16="http://schemas.microsoft.com/office/drawing/2014/main" id="{3BC849E6-176E-80EF-AB82-A6BD1A417DD7}"/>
              </a:ext>
            </a:extLst>
          </p:cNvPr>
          <p:cNvSpPr>
            <a:spLocks noGrp="1" noRot="1" noMove="1" noResize="1" noEditPoints="1" noAdjustHandles="1" noChangeArrowheads="1" noChangeShapeType="1"/>
          </p:cNvSpPr>
          <p:nvPr userDrawn="1"/>
        </p:nvSpPr>
        <p:spPr>
          <a:xfrm>
            <a:off x="984000" y="4578349"/>
            <a:ext cx="10224000" cy="115200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lvl="0" defTabSz="831261">
              <a:spcAft>
                <a:spcPts val="600"/>
              </a:spcAft>
              <a:defRPr/>
            </a:pPr>
            <a:r>
              <a:rPr lang="en-US" altLang="en-US" sz="900" kern="0">
                <a:latin typeface="Arial" panose="020B0604020202020204" pitchFamily="34" charset="0"/>
                <a:cs typeface="Arial" panose="020B0604020202020204" pitchFamily="34" charset="0"/>
              </a:rPr>
              <a:t>This document has been prepared specifically for [insert client/target name]. It contains confidential or proprietary KPMG information, the disclosure of which would provide a competitive advantage to others. It is not to be used or duplicated for any purpose other than to evaluate KPMG and is not to be disclosed or referred to, in whole or in part, without our prior written consent. The restriction pertains to all data throughout the entire document. </a:t>
            </a:r>
          </a:p>
          <a:p>
            <a:pPr lvl="0" defTabSz="831261">
              <a:spcAft>
                <a:spcPts val="600"/>
              </a:spcAft>
              <a:defRPr/>
            </a:pPr>
            <a:r>
              <a:rPr lang="en-US" altLang="en-US" sz="900" kern="0">
                <a:latin typeface="Arial" panose="020B0604020202020204" pitchFamily="34" charset="0"/>
                <a:cs typeface="Arial" panose="020B0604020202020204" pitchFamily="34" charset="0"/>
              </a:rPr>
              <a:t>© 2026 KPMG Advisory (Hong Kong) Limited, a Hong Kong SAR limited liability company and a member firm of the KPMG global organisation of independent member firms affiliated with KPMG International Limited, a private English company limited by guarantee. All rights reserved.</a:t>
            </a:r>
          </a:p>
          <a:p>
            <a:pPr lvl="0" defTabSz="831261">
              <a:spcAft>
                <a:spcPts val="600"/>
              </a:spcAft>
              <a:defRPr/>
            </a:pPr>
            <a:r>
              <a:rPr lang="en-US" altLang="en-US" sz="900" kern="0">
                <a:latin typeface="Arial" panose="020B0604020202020204" pitchFamily="34" charset="0"/>
                <a:cs typeface="Arial" panose="020B0604020202020204" pitchFamily="34" charset="0"/>
              </a:rPr>
              <a:t>The KPMG name and logo are trademarks used under license by the independent member firms of the KPMG global organisation.</a:t>
            </a:r>
          </a:p>
        </p:txBody>
      </p:sp>
    </p:spTree>
    <p:extLst>
      <p:ext uri="{BB962C8B-B14F-4D97-AF65-F5344CB8AC3E}">
        <p14:creationId xmlns:p14="http://schemas.microsoft.com/office/powerpoint/2010/main" val="14750397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Back Cover_Publications">
    <p:bg>
      <p:bgPr>
        <a:solidFill>
          <a:srgbClr val="0C233C"/>
        </a:solidFill>
        <a:effectLst/>
      </p:bgPr>
    </p:bg>
    <p:spTree>
      <p:nvGrpSpPr>
        <p:cNvPr id="1" name=""/>
        <p:cNvGrpSpPr/>
        <p:nvPr/>
      </p:nvGrpSpPr>
      <p:grpSpPr>
        <a:xfrm>
          <a:off x="0" y="0"/>
          <a:ext cx="0" cy="0"/>
          <a:chOff x="0" y="0"/>
          <a:chExt cx="0" cy="0"/>
        </a:xfrm>
      </p:grpSpPr>
      <p:sp>
        <p:nvSpPr>
          <p:cNvPr id="11" name="TextBox 10"/>
          <p:cNvSpPr txBox="1"/>
          <p:nvPr userDrawn="1">
            <p:custDataLst>
              <p:tags r:id="rId1"/>
            </p:custDataLst>
          </p:nvPr>
        </p:nvSpPr>
        <p:spPr>
          <a:xfrm>
            <a:off x="982800" y="5734800"/>
            <a:ext cx="5112000" cy="14400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bg1"/>
                </a:solidFill>
                <a:latin typeface="+mn-lt"/>
                <a:ea typeface="+mn-ea"/>
                <a:cs typeface="+mn-cs"/>
              </a:rPr>
              <a:t>Document Classification: KPMG Public</a:t>
            </a:r>
          </a:p>
        </p:txBody>
      </p:sp>
      <p:pic>
        <p:nvPicPr>
          <p:cNvPr id="19" name="Graphic 18">
            <a:extLst>
              <a:ext uri="{FF2B5EF4-FFF2-40B4-BE49-F238E27FC236}">
                <a16:creationId xmlns:a16="http://schemas.microsoft.com/office/drawing/2014/main" id="{BDA10B50-C087-6AD4-0571-081857C10F3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47D499C7-5C96-0514-69EF-27EA5440FCD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53" name="TextBox 52">
            <a:hlinkClick r:id="rId6"/>
            <a:extLst>
              <a:ext uri="{FF2B5EF4-FFF2-40B4-BE49-F238E27FC236}">
                <a16:creationId xmlns:a16="http://schemas.microsoft.com/office/drawing/2014/main" id="{88C9BCFA-3DDB-4071-8CD4-78CD6E31825D}"/>
              </a:ext>
            </a:extLst>
          </p:cNvPr>
          <p:cNvSpPr txBox="1"/>
          <p:nvPr userDrawn="1">
            <p:custDataLst>
              <p:tags r:id="rId2"/>
            </p:custDataLst>
          </p:nvPr>
        </p:nvSpPr>
        <p:spPr>
          <a:xfrm>
            <a:off x="983759" y="4328203"/>
            <a:ext cx="1753685" cy="169277"/>
          </a:xfrm>
          <a:prstGeom prst="rect">
            <a:avLst/>
          </a:prstGeom>
          <a:noFill/>
        </p:spPr>
        <p:txBody>
          <a:bodyPr wrap="none" lIns="0" tIns="0" rIns="0" bIns="0" rtlCol="0">
            <a:spAutoFit/>
          </a:bodyPr>
          <a:lstStyle/>
          <a:p>
            <a:r>
              <a:rPr lang="en-GB" sz="1100" b="1">
                <a:solidFill>
                  <a:schemeClr val="bg1"/>
                </a:solidFill>
              </a:rPr>
              <a:t>kpmg.com/</a:t>
            </a:r>
            <a:r>
              <a:rPr lang="en-GB" sz="1100" b="1" err="1">
                <a:solidFill>
                  <a:schemeClr val="bg1"/>
                </a:solidFill>
              </a:rPr>
              <a:t>cn</a:t>
            </a:r>
            <a:r>
              <a:rPr lang="en-GB" sz="1100" b="1">
                <a:solidFill>
                  <a:schemeClr val="bg1"/>
                </a:solidFill>
              </a:rPr>
              <a:t>/</a:t>
            </a:r>
            <a:r>
              <a:rPr lang="en-GB" sz="1100" b="1" err="1">
                <a:solidFill>
                  <a:schemeClr val="bg1"/>
                </a:solidFill>
              </a:rPr>
              <a:t>socialmedia</a:t>
            </a:r>
            <a:endParaRPr lang="en-GB" sz="1100" b="1">
              <a:solidFill>
                <a:schemeClr val="bg1"/>
              </a:solidFill>
            </a:endParaRPr>
          </a:p>
        </p:txBody>
      </p:sp>
      <p:grpSp>
        <p:nvGrpSpPr>
          <p:cNvPr id="6" name="Group 5">
            <a:extLst>
              <a:ext uri="{FF2B5EF4-FFF2-40B4-BE49-F238E27FC236}">
                <a16:creationId xmlns:a16="http://schemas.microsoft.com/office/drawing/2014/main" id="{8DC9C4A4-2DA8-4AC5-9432-2260784D5664}"/>
              </a:ext>
            </a:extLst>
          </p:cNvPr>
          <p:cNvGrpSpPr>
            <a:grpSpLocks/>
          </p:cNvGrpSpPr>
          <p:nvPr userDrawn="1"/>
        </p:nvGrpSpPr>
        <p:grpSpPr>
          <a:xfrm>
            <a:off x="1003201" y="3822716"/>
            <a:ext cx="2524720" cy="390295"/>
            <a:chOff x="1003201" y="2834640"/>
            <a:chExt cx="2524720" cy="390295"/>
          </a:xfrm>
        </p:grpSpPr>
        <p:grpSp>
          <p:nvGrpSpPr>
            <p:cNvPr id="7" name="Group 6">
              <a:extLst>
                <a:ext uri="{FF2B5EF4-FFF2-40B4-BE49-F238E27FC236}">
                  <a16:creationId xmlns:a16="http://schemas.microsoft.com/office/drawing/2014/main" id="{81E66201-CC46-764D-DC4D-6E431ABBFFAC}"/>
                </a:ext>
              </a:extLst>
            </p:cNvPr>
            <p:cNvGrpSpPr>
              <a:grpSpLocks noChangeAspect="1"/>
            </p:cNvGrpSpPr>
            <p:nvPr/>
          </p:nvGrpSpPr>
          <p:grpSpPr>
            <a:xfrm>
              <a:off x="3137626" y="2834640"/>
              <a:ext cx="390295" cy="390295"/>
              <a:chOff x="3643315" y="2834894"/>
              <a:chExt cx="396873" cy="396873"/>
            </a:xfrm>
          </p:grpSpPr>
          <p:sp>
            <p:nvSpPr>
              <p:cNvPr id="29" name="Rectangle: Rounded Corners 28">
                <a:extLst>
                  <a:ext uri="{FF2B5EF4-FFF2-40B4-BE49-F238E27FC236}">
                    <a16:creationId xmlns:a16="http://schemas.microsoft.com/office/drawing/2014/main" id="{27C0EF06-CF7B-D28A-DA62-22B2E3814AA3}"/>
                  </a:ext>
                </a:extLst>
              </p:cNvPr>
              <p:cNvSpPr>
                <a:spLocks/>
              </p:cNvSpPr>
              <p:nvPr/>
            </p:nvSpPr>
            <p:spPr>
              <a:xfrm>
                <a:off x="3643315" y="2834894"/>
                <a:ext cx="396873" cy="396873"/>
              </a:xfrm>
              <a:prstGeom prst="roundRect">
                <a:avLst>
                  <a:gd name="adj" fmla="val 6948"/>
                </a:avLst>
              </a:prstGeom>
              <a:solidFill>
                <a:srgbClr val="FF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30" name="Rectangle: Rounded Corners 29">
                <a:extLst>
                  <a:ext uri="{FF2B5EF4-FFF2-40B4-BE49-F238E27FC236}">
                    <a16:creationId xmlns:a16="http://schemas.microsoft.com/office/drawing/2014/main" id="{8B8FD672-2AEB-2B69-480F-1FF6D76E067C}"/>
                  </a:ext>
                </a:extLst>
              </p:cNvPr>
              <p:cNvSpPr>
                <a:spLocks/>
              </p:cNvSpPr>
              <p:nvPr/>
            </p:nvSpPr>
            <p:spPr>
              <a:xfrm>
                <a:off x="3714752" y="2935541"/>
                <a:ext cx="253999" cy="195579"/>
              </a:xfrm>
              <a:prstGeom prst="roundRect">
                <a:avLst>
                  <a:gd name="adj" fmla="val 17918"/>
                </a:avLst>
              </a:prstGeom>
              <a:solidFill>
                <a:schemeClr val="bg1">
                  <a:lumMod val="10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sp>
            <p:nvSpPr>
              <p:cNvPr id="31" name="Isosceles Triangle 30">
                <a:extLst>
                  <a:ext uri="{FF2B5EF4-FFF2-40B4-BE49-F238E27FC236}">
                    <a16:creationId xmlns:a16="http://schemas.microsoft.com/office/drawing/2014/main" id="{9008638C-1A6E-34EA-B36C-DF27C4AAE896}"/>
                  </a:ext>
                </a:extLst>
              </p:cNvPr>
              <p:cNvSpPr>
                <a:spLocks/>
              </p:cNvSpPr>
              <p:nvPr/>
            </p:nvSpPr>
            <p:spPr>
              <a:xfrm rot="5400000">
                <a:off x="3798844" y="2996342"/>
                <a:ext cx="85815" cy="73978"/>
              </a:xfrm>
              <a:prstGeom prst="triangle">
                <a:avLst/>
              </a:prstGeom>
              <a:solidFill>
                <a:srgbClr val="FF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grpSp>
        <p:grpSp>
          <p:nvGrpSpPr>
            <p:cNvPr id="8" name="Group 7">
              <a:extLst>
                <a:ext uri="{FF2B5EF4-FFF2-40B4-BE49-F238E27FC236}">
                  <a16:creationId xmlns:a16="http://schemas.microsoft.com/office/drawing/2014/main" id="{87BE7938-CE45-2B60-951D-89F5AFB42CC4}"/>
                </a:ext>
              </a:extLst>
            </p:cNvPr>
            <p:cNvGrpSpPr>
              <a:grpSpLocks/>
            </p:cNvGrpSpPr>
            <p:nvPr/>
          </p:nvGrpSpPr>
          <p:grpSpPr>
            <a:xfrm>
              <a:off x="2710741" y="2834640"/>
              <a:ext cx="390295" cy="390295"/>
              <a:chOff x="7127875" y="2970213"/>
              <a:chExt cx="914400" cy="914400"/>
            </a:xfrm>
          </p:grpSpPr>
          <p:sp>
            <p:nvSpPr>
              <p:cNvPr id="27" name="Freeform 37">
                <a:extLst>
                  <a:ext uri="{FF2B5EF4-FFF2-40B4-BE49-F238E27FC236}">
                    <a16:creationId xmlns:a16="http://schemas.microsoft.com/office/drawing/2014/main" id="{BF95B0F3-0749-813B-6718-FBE36E8FC361}"/>
                  </a:ext>
                </a:extLst>
              </p:cNvPr>
              <p:cNvSpPr>
                <a:spLocks/>
              </p:cNvSpPr>
              <p:nvPr/>
            </p:nvSpPr>
            <p:spPr bwMode="auto">
              <a:xfrm>
                <a:off x="7127875"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4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4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4" y="20"/>
                    </a:lnTo>
                    <a:lnTo>
                      <a:pt x="2" y="26"/>
                    </a:lnTo>
                    <a:lnTo>
                      <a:pt x="0" y="32"/>
                    </a:lnTo>
                    <a:lnTo>
                      <a:pt x="0" y="544"/>
                    </a:lnTo>
                    <a:lnTo>
                      <a:pt x="0" y="544"/>
                    </a:lnTo>
                    <a:lnTo>
                      <a:pt x="2" y="552"/>
                    </a:lnTo>
                    <a:lnTo>
                      <a:pt x="4" y="558"/>
                    </a:lnTo>
                    <a:lnTo>
                      <a:pt x="10" y="568"/>
                    </a:lnTo>
                    <a:lnTo>
                      <a:pt x="20" y="574"/>
                    </a:lnTo>
                    <a:lnTo>
                      <a:pt x="26" y="576"/>
                    </a:lnTo>
                    <a:lnTo>
                      <a:pt x="32" y="576"/>
                    </a:lnTo>
                    <a:lnTo>
                      <a:pt x="544" y="576"/>
                    </a:lnTo>
                    <a:lnTo>
                      <a:pt x="544" y="576"/>
                    </a:lnTo>
                    <a:close/>
                  </a:path>
                </a:pathLst>
              </a:custGeom>
              <a:solidFill>
                <a:srgbClr val="E527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38">
                <a:extLst>
                  <a:ext uri="{FF2B5EF4-FFF2-40B4-BE49-F238E27FC236}">
                    <a16:creationId xmlns:a16="http://schemas.microsoft.com/office/drawing/2014/main" id="{42436890-8080-CD21-01B4-1136E7A396BD}"/>
                  </a:ext>
                </a:extLst>
              </p:cNvPr>
              <p:cNvSpPr>
                <a:spLocks noEditPoints="1"/>
              </p:cNvSpPr>
              <p:nvPr/>
            </p:nvSpPr>
            <p:spPr bwMode="auto">
              <a:xfrm>
                <a:off x="7248525" y="3141663"/>
                <a:ext cx="679450" cy="552450"/>
              </a:xfrm>
              <a:custGeom>
                <a:avLst/>
                <a:gdLst>
                  <a:gd name="T0" fmla="*/ 298 w 428"/>
                  <a:gd name="T1" fmla="*/ 62 h 348"/>
                  <a:gd name="T2" fmla="*/ 348 w 428"/>
                  <a:gd name="T3" fmla="*/ 70 h 348"/>
                  <a:gd name="T4" fmla="*/ 370 w 428"/>
                  <a:gd name="T5" fmla="*/ 116 h 348"/>
                  <a:gd name="T6" fmla="*/ 354 w 428"/>
                  <a:gd name="T7" fmla="*/ 142 h 348"/>
                  <a:gd name="T8" fmla="*/ 340 w 428"/>
                  <a:gd name="T9" fmla="*/ 128 h 348"/>
                  <a:gd name="T10" fmla="*/ 334 w 428"/>
                  <a:gd name="T11" fmla="*/ 96 h 348"/>
                  <a:gd name="T12" fmla="*/ 306 w 428"/>
                  <a:gd name="T13" fmla="*/ 88 h 348"/>
                  <a:gd name="T14" fmla="*/ 292 w 428"/>
                  <a:gd name="T15" fmla="*/ 78 h 348"/>
                  <a:gd name="T16" fmla="*/ 280 w 428"/>
                  <a:gd name="T17" fmla="*/ 10 h 348"/>
                  <a:gd name="T18" fmla="*/ 332 w 428"/>
                  <a:gd name="T19" fmla="*/ 2 h 348"/>
                  <a:gd name="T20" fmla="*/ 400 w 428"/>
                  <a:gd name="T21" fmla="*/ 38 h 348"/>
                  <a:gd name="T22" fmla="*/ 428 w 428"/>
                  <a:gd name="T23" fmla="*/ 116 h 348"/>
                  <a:gd name="T24" fmla="*/ 416 w 428"/>
                  <a:gd name="T25" fmla="*/ 160 h 348"/>
                  <a:gd name="T26" fmla="*/ 392 w 428"/>
                  <a:gd name="T27" fmla="*/ 152 h 348"/>
                  <a:gd name="T28" fmla="*/ 396 w 428"/>
                  <a:gd name="T29" fmla="*/ 116 h 348"/>
                  <a:gd name="T30" fmla="*/ 374 w 428"/>
                  <a:gd name="T31" fmla="*/ 60 h 348"/>
                  <a:gd name="T32" fmla="*/ 328 w 428"/>
                  <a:gd name="T33" fmla="*/ 34 h 348"/>
                  <a:gd name="T34" fmla="*/ 290 w 428"/>
                  <a:gd name="T35" fmla="*/ 36 h 348"/>
                  <a:gd name="T36" fmla="*/ 166 w 428"/>
                  <a:gd name="T37" fmla="*/ 238 h 348"/>
                  <a:gd name="T38" fmla="*/ 178 w 428"/>
                  <a:gd name="T39" fmla="*/ 244 h 348"/>
                  <a:gd name="T40" fmla="*/ 182 w 428"/>
                  <a:gd name="T41" fmla="*/ 230 h 348"/>
                  <a:gd name="T42" fmla="*/ 168 w 428"/>
                  <a:gd name="T43" fmla="*/ 232 h 348"/>
                  <a:gd name="T44" fmla="*/ 128 w 428"/>
                  <a:gd name="T45" fmla="*/ 278 h 348"/>
                  <a:gd name="T46" fmla="*/ 160 w 428"/>
                  <a:gd name="T47" fmla="*/ 268 h 348"/>
                  <a:gd name="T48" fmla="*/ 160 w 428"/>
                  <a:gd name="T49" fmla="*/ 244 h 348"/>
                  <a:gd name="T50" fmla="*/ 126 w 428"/>
                  <a:gd name="T51" fmla="*/ 244 h 348"/>
                  <a:gd name="T52" fmla="*/ 118 w 428"/>
                  <a:gd name="T53" fmla="*/ 266 h 348"/>
                  <a:gd name="T54" fmla="*/ 100 w 428"/>
                  <a:gd name="T55" fmla="*/ 228 h 348"/>
                  <a:gd name="T56" fmla="*/ 152 w 428"/>
                  <a:gd name="T57" fmla="*/ 190 h 348"/>
                  <a:gd name="T58" fmla="*/ 210 w 428"/>
                  <a:gd name="T59" fmla="*/ 200 h 348"/>
                  <a:gd name="T60" fmla="*/ 230 w 428"/>
                  <a:gd name="T61" fmla="*/ 252 h 348"/>
                  <a:gd name="T62" fmla="*/ 188 w 428"/>
                  <a:gd name="T63" fmla="*/ 300 h 348"/>
                  <a:gd name="T64" fmla="*/ 122 w 428"/>
                  <a:gd name="T65" fmla="*/ 298 h 348"/>
                  <a:gd name="T66" fmla="*/ 44 w 428"/>
                  <a:gd name="T67" fmla="*/ 260 h 348"/>
                  <a:gd name="T68" fmla="*/ 102 w 428"/>
                  <a:gd name="T69" fmla="*/ 314 h 348"/>
                  <a:gd name="T70" fmla="*/ 206 w 428"/>
                  <a:gd name="T71" fmla="*/ 320 h 348"/>
                  <a:gd name="T72" fmla="*/ 298 w 428"/>
                  <a:gd name="T73" fmla="*/ 248 h 348"/>
                  <a:gd name="T74" fmla="*/ 292 w 428"/>
                  <a:gd name="T75" fmla="*/ 202 h 348"/>
                  <a:gd name="T76" fmla="*/ 204 w 428"/>
                  <a:gd name="T77" fmla="*/ 154 h 348"/>
                  <a:gd name="T78" fmla="*/ 114 w 428"/>
                  <a:gd name="T79" fmla="*/ 166 h 348"/>
                  <a:gd name="T80" fmla="*/ 56 w 428"/>
                  <a:gd name="T81" fmla="*/ 208 h 348"/>
                  <a:gd name="T82" fmla="*/ 42 w 428"/>
                  <a:gd name="T83" fmla="*/ 252 h 348"/>
                  <a:gd name="T84" fmla="*/ 24 w 428"/>
                  <a:gd name="T85" fmla="*/ 162 h 348"/>
                  <a:gd name="T86" fmla="*/ 124 w 428"/>
                  <a:gd name="T87" fmla="*/ 68 h 348"/>
                  <a:gd name="T88" fmla="*/ 194 w 428"/>
                  <a:gd name="T89" fmla="*/ 52 h 348"/>
                  <a:gd name="T90" fmla="*/ 214 w 428"/>
                  <a:gd name="T91" fmla="*/ 84 h 348"/>
                  <a:gd name="T92" fmla="*/ 210 w 428"/>
                  <a:gd name="T93" fmla="*/ 116 h 348"/>
                  <a:gd name="T94" fmla="*/ 278 w 428"/>
                  <a:gd name="T95" fmla="*/ 100 h 348"/>
                  <a:gd name="T96" fmla="*/ 318 w 428"/>
                  <a:gd name="T97" fmla="*/ 124 h 348"/>
                  <a:gd name="T98" fmla="*/ 314 w 428"/>
                  <a:gd name="T99" fmla="*/ 164 h 348"/>
                  <a:gd name="T100" fmla="*/ 342 w 428"/>
                  <a:gd name="T101" fmla="*/ 176 h 348"/>
                  <a:gd name="T102" fmla="*/ 374 w 428"/>
                  <a:gd name="T103" fmla="*/ 228 h 348"/>
                  <a:gd name="T104" fmla="*/ 352 w 428"/>
                  <a:gd name="T105" fmla="*/ 280 h 348"/>
                  <a:gd name="T106" fmla="*/ 258 w 428"/>
                  <a:gd name="T107" fmla="*/ 338 h 348"/>
                  <a:gd name="T108" fmla="*/ 156 w 428"/>
                  <a:gd name="T109" fmla="*/ 348 h 348"/>
                  <a:gd name="T110" fmla="*/ 40 w 428"/>
                  <a:gd name="T111" fmla="*/ 308 h 348"/>
                  <a:gd name="T112" fmla="*/ 0 w 428"/>
                  <a:gd name="T113" fmla="*/ 23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8" h="348">
                    <a:moveTo>
                      <a:pt x="292" y="78"/>
                    </a:moveTo>
                    <a:lnTo>
                      <a:pt x="292" y="78"/>
                    </a:lnTo>
                    <a:lnTo>
                      <a:pt x="292" y="74"/>
                    </a:lnTo>
                    <a:lnTo>
                      <a:pt x="292" y="74"/>
                    </a:lnTo>
                    <a:lnTo>
                      <a:pt x="294" y="66"/>
                    </a:lnTo>
                    <a:lnTo>
                      <a:pt x="294" y="66"/>
                    </a:lnTo>
                    <a:lnTo>
                      <a:pt x="298" y="62"/>
                    </a:lnTo>
                    <a:lnTo>
                      <a:pt x="304" y="60"/>
                    </a:lnTo>
                    <a:lnTo>
                      <a:pt x="304" y="60"/>
                    </a:lnTo>
                    <a:lnTo>
                      <a:pt x="316" y="60"/>
                    </a:lnTo>
                    <a:lnTo>
                      <a:pt x="316" y="60"/>
                    </a:lnTo>
                    <a:lnTo>
                      <a:pt x="328" y="60"/>
                    </a:lnTo>
                    <a:lnTo>
                      <a:pt x="338" y="64"/>
                    </a:lnTo>
                    <a:lnTo>
                      <a:pt x="348" y="70"/>
                    </a:lnTo>
                    <a:lnTo>
                      <a:pt x="356" y="78"/>
                    </a:lnTo>
                    <a:lnTo>
                      <a:pt x="356" y="78"/>
                    </a:lnTo>
                    <a:lnTo>
                      <a:pt x="364" y="90"/>
                    </a:lnTo>
                    <a:lnTo>
                      <a:pt x="370" y="104"/>
                    </a:lnTo>
                    <a:lnTo>
                      <a:pt x="370" y="104"/>
                    </a:lnTo>
                    <a:lnTo>
                      <a:pt x="370" y="116"/>
                    </a:lnTo>
                    <a:lnTo>
                      <a:pt x="370" y="116"/>
                    </a:lnTo>
                    <a:lnTo>
                      <a:pt x="370" y="124"/>
                    </a:lnTo>
                    <a:lnTo>
                      <a:pt x="368" y="132"/>
                    </a:lnTo>
                    <a:lnTo>
                      <a:pt x="368" y="132"/>
                    </a:lnTo>
                    <a:lnTo>
                      <a:pt x="364" y="136"/>
                    </a:lnTo>
                    <a:lnTo>
                      <a:pt x="360" y="140"/>
                    </a:lnTo>
                    <a:lnTo>
                      <a:pt x="360" y="140"/>
                    </a:lnTo>
                    <a:lnTo>
                      <a:pt x="354" y="142"/>
                    </a:lnTo>
                    <a:lnTo>
                      <a:pt x="354" y="142"/>
                    </a:lnTo>
                    <a:lnTo>
                      <a:pt x="350" y="140"/>
                    </a:lnTo>
                    <a:lnTo>
                      <a:pt x="350" y="140"/>
                    </a:lnTo>
                    <a:lnTo>
                      <a:pt x="344" y="138"/>
                    </a:lnTo>
                    <a:lnTo>
                      <a:pt x="342" y="134"/>
                    </a:lnTo>
                    <a:lnTo>
                      <a:pt x="342" y="134"/>
                    </a:lnTo>
                    <a:lnTo>
                      <a:pt x="340" y="128"/>
                    </a:lnTo>
                    <a:lnTo>
                      <a:pt x="340" y="128"/>
                    </a:lnTo>
                    <a:lnTo>
                      <a:pt x="340" y="124"/>
                    </a:lnTo>
                    <a:lnTo>
                      <a:pt x="340" y="124"/>
                    </a:lnTo>
                    <a:lnTo>
                      <a:pt x="342" y="114"/>
                    </a:lnTo>
                    <a:lnTo>
                      <a:pt x="342" y="114"/>
                    </a:lnTo>
                    <a:lnTo>
                      <a:pt x="340" y="104"/>
                    </a:lnTo>
                    <a:lnTo>
                      <a:pt x="334" y="96"/>
                    </a:lnTo>
                    <a:lnTo>
                      <a:pt x="334" y="96"/>
                    </a:lnTo>
                    <a:lnTo>
                      <a:pt x="326" y="90"/>
                    </a:lnTo>
                    <a:lnTo>
                      <a:pt x="316" y="88"/>
                    </a:lnTo>
                    <a:lnTo>
                      <a:pt x="316" y="88"/>
                    </a:lnTo>
                    <a:lnTo>
                      <a:pt x="310" y="88"/>
                    </a:lnTo>
                    <a:lnTo>
                      <a:pt x="310" y="88"/>
                    </a:lnTo>
                    <a:lnTo>
                      <a:pt x="306" y="88"/>
                    </a:lnTo>
                    <a:lnTo>
                      <a:pt x="306" y="88"/>
                    </a:lnTo>
                    <a:lnTo>
                      <a:pt x="302" y="88"/>
                    </a:lnTo>
                    <a:lnTo>
                      <a:pt x="298" y="86"/>
                    </a:lnTo>
                    <a:lnTo>
                      <a:pt x="298" y="86"/>
                    </a:lnTo>
                    <a:lnTo>
                      <a:pt x="294" y="82"/>
                    </a:lnTo>
                    <a:lnTo>
                      <a:pt x="292" y="78"/>
                    </a:lnTo>
                    <a:lnTo>
                      <a:pt x="292" y="78"/>
                    </a:lnTo>
                    <a:close/>
                    <a:moveTo>
                      <a:pt x="278" y="22"/>
                    </a:moveTo>
                    <a:lnTo>
                      <a:pt x="278" y="22"/>
                    </a:lnTo>
                    <a:lnTo>
                      <a:pt x="278" y="20"/>
                    </a:lnTo>
                    <a:lnTo>
                      <a:pt x="278" y="20"/>
                    </a:lnTo>
                    <a:lnTo>
                      <a:pt x="278" y="14"/>
                    </a:lnTo>
                    <a:lnTo>
                      <a:pt x="280" y="10"/>
                    </a:lnTo>
                    <a:lnTo>
                      <a:pt x="280" y="10"/>
                    </a:lnTo>
                    <a:lnTo>
                      <a:pt x="286" y="6"/>
                    </a:lnTo>
                    <a:lnTo>
                      <a:pt x="292" y="4"/>
                    </a:lnTo>
                    <a:lnTo>
                      <a:pt x="292" y="4"/>
                    </a:lnTo>
                    <a:lnTo>
                      <a:pt x="302" y="2"/>
                    </a:lnTo>
                    <a:lnTo>
                      <a:pt x="314" y="0"/>
                    </a:lnTo>
                    <a:lnTo>
                      <a:pt x="314" y="0"/>
                    </a:lnTo>
                    <a:lnTo>
                      <a:pt x="332" y="2"/>
                    </a:lnTo>
                    <a:lnTo>
                      <a:pt x="350" y="6"/>
                    </a:lnTo>
                    <a:lnTo>
                      <a:pt x="350" y="6"/>
                    </a:lnTo>
                    <a:lnTo>
                      <a:pt x="364" y="12"/>
                    </a:lnTo>
                    <a:lnTo>
                      <a:pt x="376" y="18"/>
                    </a:lnTo>
                    <a:lnTo>
                      <a:pt x="388" y="28"/>
                    </a:lnTo>
                    <a:lnTo>
                      <a:pt x="400" y="38"/>
                    </a:lnTo>
                    <a:lnTo>
                      <a:pt x="400" y="38"/>
                    </a:lnTo>
                    <a:lnTo>
                      <a:pt x="408" y="50"/>
                    </a:lnTo>
                    <a:lnTo>
                      <a:pt x="416" y="64"/>
                    </a:lnTo>
                    <a:lnTo>
                      <a:pt x="422" y="78"/>
                    </a:lnTo>
                    <a:lnTo>
                      <a:pt x="426" y="92"/>
                    </a:lnTo>
                    <a:lnTo>
                      <a:pt x="426" y="92"/>
                    </a:lnTo>
                    <a:lnTo>
                      <a:pt x="428" y="116"/>
                    </a:lnTo>
                    <a:lnTo>
                      <a:pt x="428" y="116"/>
                    </a:lnTo>
                    <a:lnTo>
                      <a:pt x="428" y="132"/>
                    </a:lnTo>
                    <a:lnTo>
                      <a:pt x="424" y="150"/>
                    </a:lnTo>
                    <a:lnTo>
                      <a:pt x="424" y="150"/>
                    </a:lnTo>
                    <a:lnTo>
                      <a:pt x="424" y="150"/>
                    </a:lnTo>
                    <a:lnTo>
                      <a:pt x="420" y="156"/>
                    </a:lnTo>
                    <a:lnTo>
                      <a:pt x="416" y="160"/>
                    </a:lnTo>
                    <a:lnTo>
                      <a:pt x="416" y="160"/>
                    </a:lnTo>
                    <a:lnTo>
                      <a:pt x="408" y="160"/>
                    </a:lnTo>
                    <a:lnTo>
                      <a:pt x="408" y="160"/>
                    </a:lnTo>
                    <a:lnTo>
                      <a:pt x="402" y="160"/>
                    </a:lnTo>
                    <a:lnTo>
                      <a:pt x="402" y="160"/>
                    </a:lnTo>
                    <a:lnTo>
                      <a:pt x="396" y="158"/>
                    </a:lnTo>
                    <a:lnTo>
                      <a:pt x="392" y="152"/>
                    </a:lnTo>
                    <a:lnTo>
                      <a:pt x="392" y="152"/>
                    </a:lnTo>
                    <a:lnTo>
                      <a:pt x="392" y="144"/>
                    </a:lnTo>
                    <a:lnTo>
                      <a:pt x="392" y="144"/>
                    </a:lnTo>
                    <a:lnTo>
                      <a:pt x="392" y="140"/>
                    </a:lnTo>
                    <a:lnTo>
                      <a:pt x="392" y="140"/>
                    </a:lnTo>
                    <a:lnTo>
                      <a:pt x="392" y="140"/>
                    </a:lnTo>
                    <a:lnTo>
                      <a:pt x="394" y="128"/>
                    </a:lnTo>
                    <a:lnTo>
                      <a:pt x="396" y="116"/>
                    </a:lnTo>
                    <a:lnTo>
                      <a:pt x="396" y="116"/>
                    </a:lnTo>
                    <a:lnTo>
                      <a:pt x="394" y="98"/>
                    </a:lnTo>
                    <a:lnTo>
                      <a:pt x="394" y="98"/>
                    </a:lnTo>
                    <a:lnTo>
                      <a:pt x="392" y="88"/>
                    </a:lnTo>
                    <a:lnTo>
                      <a:pt x="388" y="78"/>
                    </a:lnTo>
                    <a:lnTo>
                      <a:pt x="382" y="68"/>
                    </a:lnTo>
                    <a:lnTo>
                      <a:pt x="374" y="60"/>
                    </a:lnTo>
                    <a:lnTo>
                      <a:pt x="374" y="60"/>
                    </a:lnTo>
                    <a:lnTo>
                      <a:pt x="368" y="52"/>
                    </a:lnTo>
                    <a:lnTo>
                      <a:pt x="358" y="46"/>
                    </a:lnTo>
                    <a:lnTo>
                      <a:pt x="350" y="42"/>
                    </a:lnTo>
                    <a:lnTo>
                      <a:pt x="340" y="38"/>
                    </a:lnTo>
                    <a:lnTo>
                      <a:pt x="340" y="38"/>
                    </a:lnTo>
                    <a:lnTo>
                      <a:pt x="328" y="34"/>
                    </a:lnTo>
                    <a:lnTo>
                      <a:pt x="316" y="34"/>
                    </a:lnTo>
                    <a:lnTo>
                      <a:pt x="316" y="34"/>
                    </a:lnTo>
                    <a:lnTo>
                      <a:pt x="298" y="36"/>
                    </a:lnTo>
                    <a:lnTo>
                      <a:pt x="298" y="36"/>
                    </a:lnTo>
                    <a:lnTo>
                      <a:pt x="294" y="36"/>
                    </a:lnTo>
                    <a:lnTo>
                      <a:pt x="294" y="36"/>
                    </a:lnTo>
                    <a:lnTo>
                      <a:pt x="290" y="36"/>
                    </a:lnTo>
                    <a:lnTo>
                      <a:pt x="286" y="34"/>
                    </a:lnTo>
                    <a:lnTo>
                      <a:pt x="286" y="34"/>
                    </a:lnTo>
                    <a:lnTo>
                      <a:pt x="280" y="28"/>
                    </a:lnTo>
                    <a:lnTo>
                      <a:pt x="278" y="22"/>
                    </a:lnTo>
                    <a:lnTo>
                      <a:pt x="278" y="22"/>
                    </a:lnTo>
                    <a:close/>
                    <a:moveTo>
                      <a:pt x="166" y="238"/>
                    </a:moveTo>
                    <a:lnTo>
                      <a:pt x="166" y="238"/>
                    </a:lnTo>
                    <a:lnTo>
                      <a:pt x="168" y="242"/>
                    </a:lnTo>
                    <a:lnTo>
                      <a:pt x="172" y="244"/>
                    </a:lnTo>
                    <a:lnTo>
                      <a:pt x="172" y="244"/>
                    </a:lnTo>
                    <a:lnTo>
                      <a:pt x="174" y="244"/>
                    </a:lnTo>
                    <a:lnTo>
                      <a:pt x="174" y="244"/>
                    </a:lnTo>
                    <a:lnTo>
                      <a:pt x="178" y="244"/>
                    </a:lnTo>
                    <a:lnTo>
                      <a:pt x="178" y="244"/>
                    </a:lnTo>
                    <a:lnTo>
                      <a:pt x="182" y="242"/>
                    </a:lnTo>
                    <a:lnTo>
                      <a:pt x="184" y="238"/>
                    </a:lnTo>
                    <a:lnTo>
                      <a:pt x="184" y="238"/>
                    </a:lnTo>
                    <a:lnTo>
                      <a:pt x="184" y="236"/>
                    </a:lnTo>
                    <a:lnTo>
                      <a:pt x="184" y="232"/>
                    </a:lnTo>
                    <a:lnTo>
                      <a:pt x="184" y="232"/>
                    </a:lnTo>
                    <a:lnTo>
                      <a:pt x="182" y="230"/>
                    </a:lnTo>
                    <a:lnTo>
                      <a:pt x="180" y="228"/>
                    </a:lnTo>
                    <a:lnTo>
                      <a:pt x="180" y="228"/>
                    </a:lnTo>
                    <a:lnTo>
                      <a:pt x="174" y="228"/>
                    </a:lnTo>
                    <a:lnTo>
                      <a:pt x="174" y="228"/>
                    </a:lnTo>
                    <a:lnTo>
                      <a:pt x="170" y="230"/>
                    </a:lnTo>
                    <a:lnTo>
                      <a:pt x="168" y="232"/>
                    </a:lnTo>
                    <a:lnTo>
                      <a:pt x="168" y="232"/>
                    </a:lnTo>
                    <a:lnTo>
                      <a:pt x="166" y="236"/>
                    </a:lnTo>
                    <a:lnTo>
                      <a:pt x="166" y="238"/>
                    </a:lnTo>
                    <a:lnTo>
                      <a:pt x="166" y="238"/>
                    </a:lnTo>
                    <a:close/>
                    <a:moveTo>
                      <a:pt x="118" y="266"/>
                    </a:moveTo>
                    <a:lnTo>
                      <a:pt x="118" y="266"/>
                    </a:lnTo>
                    <a:lnTo>
                      <a:pt x="122" y="274"/>
                    </a:lnTo>
                    <a:lnTo>
                      <a:pt x="128" y="278"/>
                    </a:lnTo>
                    <a:lnTo>
                      <a:pt x="128" y="278"/>
                    </a:lnTo>
                    <a:lnTo>
                      <a:pt x="138" y="280"/>
                    </a:lnTo>
                    <a:lnTo>
                      <a:pt x="138" y="280"/>
                    </a:lnTo>
                    <a:lnTo>
                      <a:pt x="146" y="280"/>
                    </a:lnTo>
                    <a:lnTo>
                      <a:pt x="146" y="280"/>
                    </a:lnTo>
                    <a:lnTo>
                      <a:pt x="154" y="274"/>
                    </a:lnTo>
                    <a:lnTo>
                      <a:pt x="160" y="268"/>
                    </a:lnTo>
                    <a:lnTo>
                      <a:pt x="160" y="268"/>
                    </a:lnTo>
                    <a:lnTo>
                      <a:pt x="164" y="262"/>
                    </a:lnTo>
                    <a:lnTo>
                      <a:pt x="164" y="256"/>
                    </a:lnTo>
                    <a:lnTo>
                      <a:pt x="164" y="256"/>
                    </a:lnTo>
                    <a:lnTo>
                      <a:pt x="164" y="252"/>
                    </a:lnTo>
                    <a:lnTo>
                      <a:pt x="164" y="252"/>
                    </a:lnTo>
                    <a:lnTo>
                      <a:pt x="160" y="244"/>
                    </a:lnTo>
                    <a:lnTo>
                      <a:pt x="152" y="240"/>
                    </a:lnTo>
                    <a:lnTo>
                      <a:pt x="152" y="240"/>
                    </a:lnTo>
                    <a:lnTo>
                      <a:pt x="144" y="238"/>
                    </a:lnTo>
                    <a:lnTo>
                      <a:pt x="144" y="238"/>
                    </a:lnTo>
                    <a:lnTo>
                      <a:pt x="136" y="240"/>
                    </a:lnTo>
                    <a:lnTo>
                      <a:pt x="136" y="240"/>
                    </a:lnTo>
                    <a:lnTo>
                      <a:pt x="126" y="244"/>
                    </a:lnTo>
                    <a:lnTo>
                      <a:pt x="120" y="250"/>
                    </a:lnTo>
                    <a:lnTo>
                      <a:pt x="120" y="250"/>
                    </a:lnTo>
                    <a:lnTo>
                      <a:pt x="118" y="256"/>
                    </a:lnTo>
                    <a:lnTo>
                      <a:pt x="118" y="262"/>
                    </a:lnTo>
                    <a:lnTo>
                      <a:pt x="118" y="262"/>
                    </a:lnTo>
                    <a:lnTo>
                      <a:pt x="118" y="266"/>
                    </a:lnTo>
                    <a:lnTo>
                      <a:pt x="118" y="266"/>
                    </a:lnTo>
                    <a:close/>
                    <a:moveTo>
                      <a:pt x="98" y="274"/>
                    </a:moveTo>
                    <a:lnTo>
                      <a:pt x="98" y="274"/>
                    </a:lnTo>
                    <a:lnTo>
                      <a:pt x="94" y="262"/>
                    </a:lnTo>
                    <a:lnTo>
                      <a:pt x="94" y="252"/>
                    </a:lnTo>
                    <a:lnTo>
                      <a:pt x="94" y="252"/>
                    </a:lnTo>
                    <a:lnTo>
                      <a:pt x="96" y="240"/>
                    </a:lnTo>
                    <a:lnTo>
                      <a:pt x="100" y="228"/>
                    </a:lnTo>
                    <a:lnTo>
                      <a:pt x="100" y="228"/>
                    </a:lnTo>
                    <a:lnTo>
                      <a:pt x="106" y="218"/>
                    </a:lnTo>
                    <a:lnTo>
                      <a:pt x="114" y="208"/>
                    </a:lnTo>
                    <a:lnTo>
                      <a:pt x="124" y="200"/>
                    </a:lnTo>
                    <a:lnTo>
                      <a:pt x="136" y="194"/>
                    </a:lnTo>
                    <a:lnTo>
                      <a:pt x="136" y="194"/>
                    </a:lnTo>
                    <a:lnTo>
                      <a:pt x="152" y="190"/>
                    </a:lnTo>
                    <a:lnTo>
                      <a:pt x="168" y="188"/>
                    </a:lnTo>
                    <a:lnTo>
                      <a:pt x="168" y="188"/>
                    </a:lnTo>
                    <a:lnTo>
                      <a:pt x="178" y="188"/>
                    </a:lnTo>
                    <a:lnTo>
                      <a:pt x="186" y="190"/>
                    </a:lnTo>
                    <a:lnTo>
                      <a:pt x="186" y="190"/>
                    </a:lnTo>
                    <a:lnTo>
                      <a:pt x="198" y="194"/>
                    </a:lnTo>
                    <a:lnTo>
                      <a:pt x="210" y="200"/>
                    </a:lnTo>
                    <a:lnTo>
                      <a:pt x="218" y="208"/>
                    </a:lnTo>
                    <a:lnTo>
                      <a:pt x="224" y="218"/>
                    </a:lnTo>
                    <a:lnTo>
                      <a:pt x="224" y="218"/>
                    </a:lnTo>
                    <a:lnTo>
                      <a:pt x="228" y="230"/>
                    </a:lnTo>
                    <a:lnTo>
                      <a:pt x="230" y="242"/>
                    </a:lnTo>
                    <a:lnTo>
                      <a:pt x="230" y="242"/>
                    </a:lnTo>
                    <a:lnTo>
                      <a:pt x="230" y="252"/>
                    </a:lnTo>
                    <a:lnTo>
                      <a:pt x="226" y="264"/>
                    </a:lnTo>
                    <a:lnTo>
                      <a:pt x="226" y="264"/>
                    </a:lnTo>
                    <a:lnTo>
                      <a:pt x="218" y="276"/>
                    </a:lnTo>
                    <a:lnTo>
                      <a:pt x="210" y="286"/>
                    </a:lnTo>
                    <a:lnTo>
                      <a:pt x="200" y="294"/>
                    </a:lnTo>
                    <a:lnTo>
                      <a:pt x="188" y="300"/>
                    </a:lnTo>
                    <a:lnTo>
                      <a:pt x="188" y="300"/>
                    </a:lnTo>
                    <a:lnTo>
                      <a:pt x="172" y="306"/>
                    </a:lnTo>
                    <a:lnTo>
                      <a:pt x="156" y="308"/>
                    </a:lnTo>
                    <a:lnTo>
                      <a:pt x="156" y="308"/>
                    </a:lnTo>
                    <a:lnTo>
                      <a:pt x="144" y="306"/>
                    </a:lnTo>
                    <a:lnTo>
                      <a:pt x="134" y="304"/>
                    </a:lnTo>
                    <a:lnTo>
                      <a:pt x="134" y="304"/>
                    </a:lnTo>
                    <a:lnTo>
                      <a:pt x="122" y="298"/>
                    </a:lnTo>
                    <a:lnTo>
                      <a:pt x="112" y="292"/>
                    </a:lnTo>
                    <a:lnTo>
                      <a:pt x="104" y="284"/>
                    </a:lnTo>
                    <a:lnTo>
                      <a:pt x="98" y="274"/>
                    </a:lnTo>
                    <a:lnTo>
                      <a:pt x="98" y="274"/>
                    </a:lnTo>
                    <a:close/>
                    <a:moveTo>
                      <a:pt x="42" y="252"/>
                    </a:moveTo>
                    <a:lnTo>
                      <a:pt x="42" y="252"/>
                    </a:lnTo>
                    <a:lnTo>
                      <a:pt x="44" y="260"/>
                    </a:lnTo>
                    <a:lnTo>
                      <a:pt x="46" y="268"/>
                    </a:lnTo>
                    <a:lnTo>
                      <a:pt x="50" y="276"/>
                    </a:lnTo>
                    <a:lnTo>
                      <a:pt x="56" y="284"/>
                    </a:lnTo>
                    <a:lnTo>
                      <a:pt x="68" y="296"/>
                    </a:lnTo>
                    <a:lnTo>
                      <a:pt x="86" y="308"/>
                    </a:lnTo>
                    <a:lnTo>
                      <a:pt x="86" y="308"/>
                    </a:lnTo>
                    <a:lnTo>
                      <a:pt x="102" y="314"/>
                    </a:lnTo>
                    <a:lnTo>
                      <a:pt x="120" y="320"/>
                    </a:lnTo>
                    <a:lnTo>
                      <a:pt x="138" y="324"/>
                    </a:lnTo>
                    <a:lnTo>
                      <a:pt x="158" y="324"/>
                    </a:lnTo>
                    <a:lnTo>
                      <a:pt x="158" y="324"/>
                    </a:lnTo>
                    <a:lnTo>
                      <a:pt x="180" y="324"/>
                    </a:lnTo>
                    <a:lnTo>
                      <a:pt x="180" y="324"/>
                    </a:lnTo>
                    <a:lnTo>
                      <a:pt x="206" y="320"/>
                    </a:lnTo>
                    <a:lnTo>
                      <a:pt x="228" y="312"/>
                    </a:lnTo>
                    <a:lnTo>
                      <a:pt x="250" y="302"/>
                    </a:lnTo>
                    <a:lnTo>
                      <a:pt x="268" y="290"/>
                    </a:lnTo>
                    <a:lnTo>
                      <a:pt x="268" y="290"/>
                    </a:lnTo>
                    <a:lnTo>
                      <a:pt x="282" y="276"/>
                    </a:lnTo>
                    <a:lnTo>
                      <a:pt x="292" y="262"/>
                    </a:lnTo>
                    <a:lnTo>
                      <a:pt x="298" y="248"/>
                    </a:lnTo>
                    <a:lnTo>
                      <a:pt x="300" y="232"/>
                    </a:lnTo>
                    <a:lnTo>
                      <a:pt x="300" y="232"/>
                    </a:lnTo>
                    <a:lnTo>
                      <a:pt x="300" y="226"/>
                    </a:lnTo>
                    <a:lnTo>
                      <a:pt x="300" y="226"/>
                    </a:lnTo>
                    <a:lnTo>
                      <a:pt x="298" y="218"/>
                    </a:lnTo>
                    <a:lnTo>
                      <a:pt x="296" y="210"/>
                    </a:lnTo>
                    <a:lnTo>
                      <a:pt x="292" y="202"/>
                    </a:lnTo>
                    <a:lnTo>
                      <a:pt x="288" y="194"/>
                    </a:lnTo>
                    <a:lnTo>
                      <a:pt x="274" y="182"/>
                    </a:lnTo>
                    <a:lnTo>
                      <a:pt x="256" y="170"/>
                    </a:lnTo>
                    <a:lnTo>
                      <a:pt x="256" y="170"/>
                    </a:lnTo>
                    <a:lnTo>
                      <a:pt x="240" y="162"/>
                    </a:lnTo>
                    <a:lnTo>
                      <a:pt x="222" y="158"/>
                    </a:lnTo>
                    <a:lnTo>
                      <a:pt x="204" y="154"/>
                    </a:lnTo>
                    <a:lnTo>
                      <a:pt x="184" y="154"/>
                    </a:lnTo>
                    <a:lnTo>
                      <a:pt x="184" y="154"/>
                    </a:lnTo>
                    <a:lnTo>
                      <a:pt x="162" y="154"/>
                    </a:lnTo>
                    <a:lnTo>
                      <a:pt x="162" y="154"/>
                    </a:lnTo>
                    <a:lnTo>
                      <a:pt x="146" y="156"/>
                    </a:lnTo>
                    <a:lnTo>
                      <a:pt x="130" y="160"/>
                    </a:lnTo>
                    <a:lnTo>
                      <a:pt x="114" y="166"/>
                    </a:lnTo>
                    <a:lnTo>
                      <a:pt x="100" y="172"/>
                    </a:lnTo>
                    <a:lnTo>
                      <a:pt x="100" y="172"/>
                    </a:lnTo>
                    <a:lnTo>
                      <a:pt x="86" y="180"/>
                    </a:lnTo>
                    <a:lnTo>
                      <a:pt x="74" y="188"/>
                    </a:lnTo>
                    <a:lnTo>
                      <a:pt x="64" y="198"/>
                    </a:lnTo>
                    <a:lnTo>
                      <a:pt x="56" y="208"/>
                    </a:lnTo>
                    <a:lnTo>
                      <a:pt x="56" y="208"/>
                    </a:lnTo>
                    <a:lnTo>
                      <a:pt x="50" y="216"/>
                    </a:lnTo>
                    <a:lnTo>
                      <a:pt x="46" y="226"/>
                    </a:lnTo>
                    <a:lnTo>
                      <a:pt x="44" y="236"/>
                    </a:lnTo>
                    <a:lnTo>
                      <a:pt x="42" y="246"/>
                    </a:lnTo>
                    <a:lnTo>
                      <a:pt x="42" y="246"/>
                    </a:lnTo>
                    <a:lnTo>
                      <a:pt x="42" y="252"/>
                    </a:lnTo>
                    <a:lnTo>
                      <a:pt x="42" y="252"/>
                    </a:lnTo>
                    <a:close/>
                    <a:moveTo>
                      <a:pt x="0" y="234"/>
                    </a:moveTo>
                    <a:lnTo>
                      <a:pt x="0" y="234"/>
                    </a:lnTo>
                    <a:lnTo>
                      <a:pt x="0" y="220"/>
                    </a:lnTo>
                    <a:lnTo>
                      <a:pt x="4" y="206"/>
                    </a:lnTo>
                    <a:lnTo>
                      <a:pt x="8" y="192"/>
                    </a:lnTo>
                    <a:lnTo>
                      <a:pt x="16" y="176"/>
                    </a:lnTo>
                    <a:lnTo>
                      <a:pt x="24" y="162"/>
                    </a:lnTo>
                    <a:lnTo>
                      <a:pt x="36" y="146"/>
                    </a:lnTo>
                    <a:lnTo>
                      <a:pt x="48" y="130"/>
                    </a:lnTo>
                    <a:lnTo>
                      <a:pt x="64" y="114"/>
                    </a:lnTo>
                    <a:lnTo>
                      <a:pt x="64" y="114"/>
                    </a:lnTo>
                    <a:lnTo>
                      <a:pt x="84" y="96"/>
                    </a:lnTo>
                    <a:lnTo>
                      <a:pt x="104" y="80"/>
                    </a:lnTo>
                    <a:lnTo>
                      <a:pt x="124" y="68"/>
                    </a:lnTo>
                    <a:lnTo>
                      <a:pt x="146" y="58"/>
                    </a:lnTo>
                    <a:lnTo>
                      <a:pt x="146" y="58"/>
                    </a:lnTo>
                    <a:lnTo>
                      <a:pt x="164" y="52"/>
                    </a:lnTo>
                    <a:lnTo>
                      <a:pt x="178" y="50"/>
                    </a:lnTo>
                    <a:lnTo>
                      <a:pt x="178" y="50"/>
                    </a:lnTo>
                    <a:lnTo>
                      <a:pt x="186" y="50"/>
                    </a:lnTo>
                    <a:lnTo>
                      <a:pt x="194" y="52"/>
                    </a:lnTo>
                    <a:lnTo>
                      <a:pt x="198" y="54"/>
                    </a:lnTo>
                    <a:lnTo>
                      <a:pt x="204" y="60"/>
                    </a:lnTo>
                    <a:lnTo>
                      <a:pt x="204" y="60"/>
                    </a:lnTo>
                    <a:lnTo>
                      <a:pt x="208" y="64"/>
                    </a:lnTo>
                    <a:lnTo>
                      <a:pt x="210" y="70"/>
                    </a:lnTo>
                    <a:lnTo>
                      <a:pt x="212" y="76"/>
                    </a:lnTo>
                    <a:lnTo>
                      <a:pt x="214" y="84"/>
                    </a:lnTo>
                    <a:lnTo>
                      <a:pt x="214" y="84"/>
                    </a:lnTo>
                    <a:lnTo>
                      <a:pt x="212" y="96"/>
                    </a:lnTo>
                    <a:lnTo>
                      <a:pt x="208" y="110"/>
                    </a:lnTo>
                    <a:lnTo>
                      <a:pt x="208" y="110"/>
                    </a:lnTo>
                    <a:lnTo>
                      <a:pt x="208" y="114"/>
                    </a:lnTo>
                    <a:lnTo>
                      <a:pt x="210" y="116"/>
                    </a:lnTo>
                    <a:lnTo>
                      <a:pt x="210" y="116"/>
                    </a:lnTo>
                    <a:lnTo>
                      <a:pt x="216" y="116"/>
                    </a:lnTo>
                    <a:lnTo>
                      <a:pt x="218" y="114"/>
                    </a:lnTo>
                    <a:lnTo>
                      <a:pt x="218" y="114"/>
                    </a:lnTo>
                    <a:lnTo>
                      <a:pt x="236" y="108"/>
                    </a:lnTo>
                    <a:lnTo>
                      <a:pt x="250" y="104"/>
                    </a:lnTo>
                    <a:lnTo>
                      <a:pt x="264" y="100"/>
                    </a:lnTo>
                    <a:lnTo>
                      <a:pt x="278" y="100"/>
                    </a:lnTo>
                    <a:lnTo>
                      <a:pt x="278" y="100"/>
                    </a:lnTo>
                    <a:lnTo>
                      <a:pt x="290" y="102"/>
                    </a:lnTo>
                    <a:lnTo>
                      <a:pt x="300" y="104"/>
                    </a:lnTo>
                    <a:lnTo>
                      <a:pt x="308" y="108"/>
                    </a:lnTo>
                    <a:lnTo>
                      <a:pt x="316" y="114"/>
                    </a:lnTo>
                    <a:lnTo>
                      <a:pt x="316" y="114"/>
                    </a:lnTo>
                    <a:lnTo>
                      <a:pt x="318" y="124"/>
                    </a:lnTo>
                    <a:lnTo>
                      <a:pt x="320" y="132"/>
                    </a:lnTo>
                    <a:lnTo>
                      <a:pt x="320" y="132"/>
                    </a:lnTo>
                    <a:lnTo>
                      <a:pt x="318" y="144"/>
                    </a:lnTo>
                    <a:lnTo>
                      <a:pt x="314" y="158"/>
                    </a:lnTo>
                    <a:lnTo>
                      <a:pt x="314" y="158"/>
                    </a:lnTo>
                    <a:lnTo>
                      <a:pt x="314" y="160"/>
                    </a:lnTo>
                    <a:lnTo>
                      <a:pt x="314" y="164"/>
                    </a:lnTo>
                    <a:lnTo>
                      <a:pt x="314" y="164"/>
                    </a:lnTo>
                    <a:lnTo>
                      <a:pt x="316" y="166"/>
                    </a:lnTo>
                    <a:lnTo>
                      <a:pt x="316" y="166"/>
                    </a:lnTo>
                    <a:lnTo>
                      <a:pt x="322" y="168"/>
                    </a:lnTo>
                    <a:lnTo>
                      <a:pt x="322" y="168"/>
                    </a:lnTo>
                    <a:lnTo>
                      <a:pt x="332" y="172"/>
                    </a:lnTo>
                    <a:lnTo>
                      <a:pt x="342" y="176"/>
                    </a:lnTo>
                    <a:lnTo>
                      <a:pt x="350" y="182"/>
                    </a:lnTo>
                    <a:lnTo>
                      <a:pt x="358" y="190"/>
                    </a:lnTo>
                    <a:lnTo>
                      <a:pt x="358" y="190"/>
                    </a:lnTo>
                    <a:lnTo>
                      <a:pt x="366" y="198"/>
                    </a:lnTo>
                    <a:lnTo>
                      <a:pt x="370" y="206"/>
                    </a:lnTo>
                    <a:lnTo>
                      <a:pt x="372" y="216"/>
                    </a:lnTo>
                    <a:lnTo>
                      <a:pt x="374" y="228"/>
                    </a:lnTo>
                    <a:lnTo>
                      <a:pt x="374" y="228"/>
                    </a:lnTo>
                    <a:lnTo>
                      <a:pt x="372" y="238"/>
                    </a:lnTo>
                    <a:lnTo>
                      <a:pt x="370" y="248"/>
                    </a:lnTo>
                    <a:lnTo>
                      <a:pt x="366" y="258"/>
                    </a:lnTo>
                    <a:lnTo>
                      <a:pt x="360" y="270"/>
                    </a:lnTo>
                    <a:lnTo>
                      <a:pt x="360" y="270"/>
                    </a:lnTo>
                    <a:lnTo>
                      <a:pt x="352" y="280"/>
                    </a:lnTo>
                    <a:lnTo>
                      <a:pt x="342" y="290"/>
                    </a:lnTo>
                    <a:lnTo>
                      <a:pt x="320" y="308"/>
                    </a:lnTo>
                    <a:lnTo>
                      <a:pt x="320" y="308"/>
                    </a:lnTo>
                    <a:lnTo>
                      <a:pt x="308" y="316"/>
                    </a:lnTo>
                    <a:lnTo>
                      <a:pt x="292" y="324"/>
                    </a:lnTo>
                    <a:lnTo>
                      <a:pt x="276" y="332"/>
                    </a:lnTo>
                    <a:lnTo>
                      <a:pt x="258" y="338"/>
                    </a:lnTo>
                    <a:lnTo>
                      <a:pt x="258" y="338"/>
                    </a:lnTo>
                    <a:lnTo>
                      <a:pt x="240" y="342"/>
                    </a:lnTo>
                    <a:lnTo>
                      <a:pt x="220" y="346"/>
                    </a:lnTo>
                    <a:lnTo>
                      <a:pt x="200" y="348"/>
                    </a:lnTo>
                    <a:lnTo>
                      <a:pt x="180" y="348"/>
                    </a:lnTo>
                    <a:lnTo>
                      <a:pt x="180" y="348"/>
                    </a:lnTo>
                    <a:lnTo>
                      <a:pt x="156" y="348"/>
                    </a:lnTo>
                    <a:lnTo>
                      <a:pt x="134" y="346"/>
                    </a:lnTo>
                    <a:lnTo>
                      <a:pt x="114" y="342"/>
                    </a:lnTo>
                    <a:lnTo>
                      <a:pt x="94" y="336"/>
                    </a:lnTo>
                    <a:lnTo>
                      <a:pt x="94" y="336"/>
                    </a:lnTo>
                    <a:lnTo>
                      <a:pt x="74" y="328"/>
                    </a:lnTo>
                    <a:lnTo>
                      <a:pt x="56" y="318"/>
                    </a:lnTo>
                    <a:lnTo>
                      <a:pt x="40" y="308"/>
                    </a:lnTo>
                    <a:lnTo>
                      <a:pt x="26" y="296"/>
                    </a:lnTo>
                    <a:lnTo>
                      <a:pt x="26" y="296"/>
                    </a:lnTo>
                    <a:lnTo>
                      <a:pt x="14" y="282"/>
                    </a:lnTo>
                    <a:lnTo>
                      <a:pt x="6" y="266"/>
                    </a:lnTo>
                    <a:lnTo>
                      <a:pt x="0" y="252"/>
                    </a:lnTo>
                    <a:lnTo>
                      <a:pt x="0" y="234"/>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9" name="Group 8">
              <a:extLst>
                <a:ext uri="{FF2B5EF4-FFF2-40B4-BE49-F238E27FC236}">
                  <a16:creationId xmlns:a16="http://schemas.microsoft.com/office/drawing/2014/main" id="{56B84EF2-7DF7-4223-4BA3-5A57ED29E6E9}"/>
                </a:ext>
              </a:extLst>
            </p:cNvPr>
            <p:cNvGrpSpPr/>
            <p:nvPr/>
          </p:nvGrpSpPr>
          <p:grpSpPr>
            <a:xfrm>
              <a:off x="2283856" y="2834640"/>
              <a:ext cx="390295" cy="390295"/>
              <a:chOff x="6127750" y="2970213"/>
              <a:chExt cx="914400" cy="914400"/>
            </a:xfrm>
          </p:grpSpPr>
          <p:sp>
            <p:nvSpPr>
              <p:cNvPr id="25" name="Freeform 35">
                <a:extLst>
                  <a:ext uri="{FF2B5EF4-FFF2-40B4-BE49-F238E27FC236}">
                    <a16:creationId xmlns:a16="http://schemas.microsoft.com/office/drawing/2014/main" id="{986E4089-127C-716D-0B4C-AB811662DC68}"/>
                  </a:ext>
                </a:extLst>
              </p:cNvPr>
              <p:cNvSpPr>
                <a:spLocks/>
              </p:cNvSpPr>
              <p:nvPr/>
            </p:nvSpPr>
            <p:spPr bwMode="auto">
              <a:xfrm>
                <a:off x="6127750"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2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2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2" y="20"/>
                    </a:lnTo>
                    <a:lnTo>
                      <a:pt x="2" y="26"/>
                    </a:lnTo>
                    <a:lnTo>
                      <a:pt x="0" y="32"/>
                    </a:lnTo>
                    <a:lnTo>
                      <a:pt x="0" y="544"/>
                    </a:lnTo>
                    <a:lnTo>
                      <a:pt x="0" y="544"/>
                    </a:lnTo>
                    <a:lnTo>
                      <a:pt x="2" y="552"/>
                    </a:lnTo>
                    <a:lnTo>
                      <a:pt x="2" y="558"/>
                    </a:lnTo>
                    <a:lnTo>
                      <a:pt x="10" y="568"/>
                    </a:lnTo>
                    <a:lnTo>
                      <a:pt x="20" y="574"/>
                    </a:lnTo>
                    <a:lnTo>
                      <a:pt x="26" y="576"/>
                    </a:lnTo>
                    <a:lnTo>
                      <a:pt x="32" y="576"/>
                    </a:lnTo>
                    <a:lnTo>
                      <a:pt x="544" y="576"/>
                    </a:lnTo>
                    <a:lnTo>
                      <a:pt x="544" y="576"/>
                    </a:lnTo>
                    <a:close/>
                  </a:path>
                </a:pathLst>
              </a:custGeom>
              <a:solidFill>
                <a:srgbClr val="7BB3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Freeform 36">
                <a:extLst>
                  <a:ext uri="{FF2B5EF4-FFF2-40B4-BE49-F238E27FC236}">
                    <a16:creationId xmlns:a16="http://schemas.microsoft.com/office/drawing/2014/main" id="{1FF91687-9FE9-8C4C-6046-CE97D1B18912}"/>
                  </a:ext>
                </a:extLst>
              </p:cNvPr>
              <p:cNvSpPr>
                <a:spLocks noEditPoints="1"/>
              </p:cNvSpPr>
              <p:nvPr/>
            </p:nvSpPr>
            <p:spPr bwMode="auto">
              <a:xfrm>
                <a:off x="6188075" y="3087688"/>
                <a:ext cx="787400" cy="679450"/>
              </a:xfrm>
              <a:custGeom>
                <a:avLst/>
                <a:gdLst>
                  <a:gd name="T0" fmla="*/ 418 w 496"/>
                  <a:gd name="T1" fmla="*/ 414 h 428"/>
                  <a:gd name="T2" fmla="*/ 384 w 496"/>
                  <a:gd name="T3" fmla="*/ 414 h 428"/>
                  <a:gd name="T4" fmla="*/ 346 w 496"/>
                  <a:gd name="T5" fmla="*/ 420 h 428"/>
                  <a:gd name="T6" fmla="*/ 284 w 496"/>
                  <a:gd name="T7" fmla="*/ 408 h 428"/>
                  <a:gd name="T8" fmla="*/ 244 w 496"/>
                  <a:gd name="T9" fmla="*/ 380 h 428"/>
                  <a:gd name="T10" fmla="*/ 210 w 496"/>
                  <a:gd name="T11" fmla="*/ 332 h 428"/>
                  <a:gd name="T12" fmla="*/ 202 w 496"/>
                  <a:gd name="T13" fmla="*/ 278 h 428"/>
                  <a:gd name="T14" fmla="*/ 220 w 496"/>
                  <a:gd name="T15" fmla="*/ 226 h 428"/>
                  <a:gd name="T16" fmla="*/ 262 w 496"/>
                  <a:gd name="T17" fmla="*/ 182 h 428"/>
                  <a:gd name="T18" fmla="*/ 302 w 496"/>
                  <a:gd name="T19" fmla="*/ 164 h 428"/>
                  <a:gd name="T20" fmla="*/ 360 w 496"/>
                  <a:gd name="T21" fmla="*/ 158 h 428"/>
                  <a:gd name="T22" fmla="*/ 414 w 496"/>
                  <a:gd name="T23" fmla="*/ 172 h 428"/>
                  <a:gd name="T24" fmla="*/ 460 w 496"/>
                  <a:gd name="T25" fmla="*/ 204 h 428"/>
                  <a:gd name="T26" fmla="*/ 492 w 496"/>
                  <a:gd name="T27" fmla="*/ 256 h 428"/>
                  <a:gd name="T28" fmla="*/ 484 w 496"/>
                  <a:gd name="T29" fmla="*/ 342 h 428"/>
                  <a:gd name="T30" fmla="*/ 448 w 496"/>
                  <a:gd name="T31" fmla="*/ 388 h 428"/>
                  <a:gd name="T32" fmla="*/ 446 w 496"/>
                  <a:gd name="T33" fmla="*/ 418 h 428"/>
                  <a:gd name="T34" fmla="*/ 282 w 496"/>
                  <a:gd name="T35" fmla="*/ 268 h 428"/>
                  <a:gd name="T36" fmla="*/ 298 w 496"/>
                  <a:gd name="T37" fmla="*/ 258 h 428"/>
                  <a:gd name="T38" fmla="*/ 296 w 496"/>
                  <a:gd name="T39" fmla="*/ 238 h 428"/>
                  <a:gd name="T40" fmla="*/ 276 w 496"/>
                  <a:gd name="T41" fmla="*/ 234 h 428"/>
                  <a:gd name="T42" fmla="*/ 266 w 496"/>
                  <a:gd name="T43" fmla="*/ 250 h 428"/>
                  <a:gd name="T44" fmla="*/ 282 w 496"/>
                  <a:gd name="T45" fmla="*/ 268 h 428"/>
                  <a:gd name="T46" fmla="*/ 384 w 496"/>
                  <a:gd name="T47" fmla="*/ 234 h 428"/>
                  <a:gd name="T48" fmla="*/ 372 w 496"/>
                  <a:gd name="T49" fmla="*/ 250 h 428"/>
                  <a:gd name="T50" fmla="*/ 390 w 496"/>
                  <a:gd name="T51" fmla="*/ 268 h 428"/>
                  <a:gd name="T52" fmla="*/ 406 w 496"/>
                  <a:gd name="T53" fmla="*/ 258 h 428"/>
                  <a:gd name="T54" fmla="*/ 402 w 496"/>
                  <a:gd name="T55" fmla="*/ 238 h 428"/>
                  <a:gd name="T56" fmla="*/ 244 w 496"/>
                  <a:gd name="T57" fmla="*/ 100 h 428"/>
                  <a:gd name="T58" fmla="*/ 224 w 496"/>
                  <a:gd name="T59" fmla="*/ 114 h 428"/>
                  <a:gd name="T60" fmla="*/ 230 w 496"/>
                  <a:gd name="T61" fmla="*/ 136 h 428"/>
                  <a:gd name="T62" fmla="*/ 252 w 496"/>
                  <a:gd name="T63" fmla="*/ 140 h 428"/>
                  <a:gd name="T64" fmla="*/ 264 w 496"/>
                  <a:gd name="T65" fmla="*/ 122 h 428"/>
                  <a:gd name="T66" fmla="*/ 244 w 496"/>
                  <a:gd name="T67" fmla="*/ 100 h 428"/>
                  <a:gd name="T68" fmla="*/ 132 w 496"/>
                  <a:gd name="T69" fmla="*/ 114 h 428"/>
                  <a:gd name="T70" fmla="*/ 112 w 496"/>
                  <a:gd name="T71" fmla="*/ 100 h 428"/>
                  <a:gd name="T72" fmla="*/ 90 w 496"/>
                  <a:gd name="T73" fmla="*/ 120 h 428"/>
                  <a:gd name="T74" fmla="*/ 102 w 496"/>
                  <a:gd name="T75" fmla="*/ 140 h 428"/>
                  <a:gd name="T76" fmla="*/ 126 w 496"/>
                  <a:gd name="T77" fmla="*/ 136 h 428"/>
                  <a:gd name="T78" fmla="*/ 346 w 496"/>
                  <a:gd name="T79" fmla="*/ 140 h 428"/>
                  <a:gd name="T80" fmla="*/ 296 w 496"/>
                  <a:gd name="T81" fmla="*/ 148 h 428"/>
                  <a:gd name="T82" fmla="*/ 240 w 496"/>
                  <a:gd name="T83" fmla="*/ 178 h 428"/>
                  <a:gd name="T84" fmla="*/ 206 w 496"/>
                  <a:gd name="T85" fmla="*/ 214 h 428"/>
                  <a:gd name="T86" fmla="*/ 184 w 496"/>
                  <a:gd name="T87" fmla="*/ 274 h 428"/>
                  <a:gd name="T88" fmla="*/ 132 w 496"/>
                  <a:gd name="T89" fmla="*/ 302 h 428"/>
                  <a:gd name="T90" fmla="*/ 114 w 496"/>
                  <a:gd name="T91" fmla="*/ 306 h 428"/>
                  <a:gd name="T92" fmla="*/ 74 w 496"/>
                  <a:gd name="T93" fmla="*/ 294 h 428"/>
                  <a:gd name="T94" fmla="*/ 72 w 496"/>
                  <a:gd name="T95" fmla="*/ 278 h 428"/>
                  <a:gd name="T96" fmla="*/ 32 w 496"/>
                  <a:gd name="T97" fmla="*/ 242 h 428"/>
                  <a:gd name="T98" fmla="*/ 0 w 496"/>
                  <a:gd name="T99" fmla="*/ 160 h 428"/>
                  <a:gd name="T100" fmla="*/ 12 w 496"/>
                  <a:gd name="T101" fmla="*/ 96 h 428"/>
                  <a:gd name="T102" fmla="*/ 62 w 496"/>
                  <a:gd name="T103" fmla="*/ 36 h 428"/>
                  <a:gd name="T104" fmla="*/ 116 w 496"/>
                  <a:gd name="T105" fmla="*/ 8 h 428"/>
                  <a:gd name="T106" fmla="*/ 226 w 496"/>
                  <a:gd name="T107" fmla="*/ 8 h 428"/>
                  <a:gd name="T108" fmla="*/ 316 w 496"/>
                  <a:gd name="T109" fmla="*/ 68 h 428"/>
                  <a:gd name="T110" fmla="*/ 342 w 496"/>
                  <a:gd name="T111" fmla="*/ 12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6" h="428">
                    <a:moveTo>
                      <a:pt x="450" y="428"/>
                    </a:moveTo>
                    <a:lnTo>
                      <a:pt x="450" y="428"/>
                    </a:lnTo>
                    <a:lnTo>
                      <a:pt x="428" y="418"/>
                    </a:lnTo>
                    <a:lnTo>
                      <a:pt x="418" y="414"/>
                    </a:lnTo>
                    <a:lnTo>
                      <a:pt x="406" y="410"/>
                    </a:lnTo>
                    <a:lnTo>
                      <a:pt x="406" y="410"/>
                    </a:lnTo>
                    <a:lnTo>
                      <a:pt x="396" y="412"/>
                    </a:lnTo>
                    <a:lnTo>
                      <a:pt x="384" y="414"/>
                    </a:lnTo>
                    <a:lnTo>
                      <a:pt x="374" y="418"/>
                    </a:lnTo>
                    <a:lnTo>
                      <a:pt x="362" y="420"/>
                    </a:lnTo>
                    <a:lnTo>
                      <a:pt x="362" y="420"/>
                    </a:lnTo>
                    <a:lnTo>
                      <a:pt x="346" y="420"/>
                    </a:lnTo>
                    <a:lnTo>
                      <a:pt x="330" y="420"/>
                    </a:lnTo>
                    <a:lnTo>
                      <a:pt x="314" y="418"/>
                    </a:lnTo>
                    <a:lnTo>
                      <a:pt x="298" y="414"/>
                    </a:lnTo>
                    <a:lnTo>
                      <a:pt x="284" y="408"/>
                    </a:lnTo>
                    <a:lnTo>
                      <a:pt x="270" y="400"/>
                    </a:lnTo>
                    <a:lnTo>
                      <a:pt x="256" y="390"/>
                    </a:lnTo>
                    <a:lnTo>
                      <a:pt x="244" y="380"/>
                    </a:lnTo>
                    <a:lnTo>
                      <a:pt x="244" y="380"/>
                    </a:lnTo>
                    <a:lnTo>
                      <a:pt x="232" y="368"/>
                    </a:lnTo>
                    <a:lnTo>
                      <a:pt x="222" y="356"/>
                    </a:lnTo>
                    <a:lnTo>
                      <a:pt x="216" y="344"/>
                    </a:lnTo>
                    <a:lnTo>
                      <a:pt x="210" y="332"/>
                    </a:lnTo>
                    <a:lnTo>
                      <a:pt x="204" y="318"/>
                    </a:lnTo>
                    <a:lnTo>
                      <a:pt x="202" y="304"/>
                    </a:lnTo>
                    <a:lnTo>
                      <a:pt x="200" y="292"/>
                    </a:lnTo>
                    <a:lnTo>
                      <a:pt x="202" y="278"/>
                    </a:lnTo>
                    <a:lnTo>
                      <a:pt x="204" y="264"/>
                    </a:lnTo>
                    <a:lnTo>
                      <a:pt x="208" y="250"/>
                    </a:lnTo>
                    <a:lnTo>
                      <a:pt x="212" y="238"/>
                    </a:lnTo>
                    <a:lnTo>
                      <a:pt x="220" y="226"/>
                    </a:lnTo>
                    <a:lnTo>
                      <a:pt x="228" y="214"/>
                    </a:lnTo>
                    <a:lnTo>
                      <a:pt x="238" y="202"/>
                    </a:lnTo>
                    <a:lnTo>
                      <a:pt x="250" y="192"/>
                    </a:lnTo>
                    <a:lnTo>
                      <a:pt x="262" y="182"/>
                    </a:lnTo>
                    <a:lnTo>
                      <a:pt x="262" y="182"/>
                    </a:lnTo>
                    <a:lnTo>
                      <a:pt x="276" y="176"/>
                    </a:lnTo>
                    <a:lnTo>
                      <a:pt x="288" y="170"/>
                    </a:lnTo>
                    <a:lnTo>
                      <a:pt x="302" y="164"/>
                    </a:lnTo>
                    <a:lnTo>
                      <a:pt x="316" y="162"/>
                    </a:lnTo>
                    <a:lnTo>
                      <a:pt x="330" y="158"/>
                    </a:lnTo>
                    <a:lnTo>
                      <a:pt x="344" y="158"/>
                    </a:lnTo>
                    <a:lnTo>
                      <a:pt x="360" y="158"/>
                    </a:lnTo>
                    <a:lnTo>
                      <a:pt x="374" y="160"/>
                    </a:lnTo>
                    <a:lnTo>
                      <a:pt x="388" y="162"/>
                    </a:lnTo>
                    <a:lnTo>
                      <a:pt x="402" y="166"/>
                    </a:lnTo>
                    <a:lnTo>
                      <a:pt x="414" y="172"/>
                    </a:lnTo>
                    <a:lnTo>
                      <a:pt x="428" y="178"/>
                    </a:lnTo>
                    <a:lnTo>
                      <a:pt x="440" y="186"/>
                    </a:lnTo>
                    <a:lnTo>
                      <a:pt x="450" y="194"/>
                    </a:lnTo>
                    <a:lnTo>
                      <a:pt x="460" y="204"/>
                    </a:lnTo>
                    <a:lnTo>
                      <a:pt x="470" y="214"/>
                    </a:lnTo>
                    <a:lnTo>
                      <a:pt x="470" y="214"/>
                    </a:lnTo>
                    <a:lnTo>
                      <a:pt x="484" y="234"/>
                    </a:lnTo>
                    <a:lnTo>
                      <a:pt x="492" y="256"/>
                    </a:lnTo>
                    <a:lnTo>
                      <a:pt x="496" y="278"/>
                    </a:lnTo>
                    <a:lnTo>
                      <a:pt x="496" y="300"/>
                    </a:lnTo>
                    <a:lnTo>
                      <a:pt x="494" y="320"/>
                    </a:lnTo>
                    <a:lnTo>
                      <a:pt x="484" y="342"/>
                    </a:lnTo>
                    <a:lnTo>
                      <a:pt x="472" y="360"/>
                    </a:lnTo>
                    <a:lnTo>
                      <a:pt x="456" y="378"/>
                    </a:lnTo>
                    <a:lnTo>
                      <a:pt x="456" y="378"/>
                    </a:lnTo>
                    <a:lnTo>
                      <a:pt x="448" y="388"/>
                    </a:lnTo>
                    <a:lnTo>
                      <a:pt x="442" y="396"/>
                    </a:lnTo>
                    <a:lnTo>
                      <a:pt x="442" y="406"/>
                    </a:lnTo>
                    <a:lnTo>
                      <a:pt x="446" y="418"/>
                    </a:lnTo>
                    <a:lnTo>
                      <a:pt x="446" y="418"/>
                    </a:lnTo>
                    <a:lnTo>
                      <a:pt x="448" y="422"/>
                    </a:lnTo>
                    <a:lnTo>
                      <a:pt x="450" y="428"/>
                    </a:lnTo>
                    <a:lnTo>
                      <a:pt x="450" y="428"/>
                    </a:lnTo>
                    <a:close/>
                    <a:moveTo>
                      <a:pt x="282" y="268"/>
                    </a:moveTo>
                    <a:lnTo>
                      <a:pt x="282" y="268"/>
                    </a:lnTo>
                    <a:lnTo>
                      <a:pt x="290" y="266"/>
                    </a:lnTo>
                    <a:lnTo>
                      <a:pt x="294" y="262"/>
                    </a:lnTo>
                    <a:lnTo>
                      <a:pt x="298" y="258"/>
                    </a:lnTo>
                    <a:lnTo>
                      <a:pt x="300" y="252"/>
                    </a:lnTo>
                    <a:lnTo>
                      <a:pt x="300" y="252"/>
                    </a:lnTo>
                    <a:lnTo>
                      <a:pt x="298" y="244"/>
                    </a:lnTo>
                    <a:lnTo>
                      <a:pt x="296" y="238"/>
                    </a:lnTo>
                    <a:lnTo>
                      <a:pt x="290" y="234"/>
                    </a:lnTo>
                    <a:lnTo>
                      <a:pt x="282" y="234"/>
                    </a:lnTo>
                    <a:lnTo>
                      <a:pt x="282" y="234"/>
                    </a:lnTo>
                    <a:lnTo>
                      <a:pt x="276" y="234"/>
                    </a:lnTo>
                    <a:lnTo>
                      <a:pt x="270" y="238"/>
                    </a:lnTo>
                    <a:lnTo>
                      <a:pt x="266" y="244"/>
                    </a:lnTo>
                    <a:lnTo>
                      <a:pt x="266" y="250"/>
                    </a:lnTo>
                    <a:lnTo>
                      <a:pt x="266" y="250"/>
                    </a:lnTo>
                    <a:lnTo>
                      <a:pt x="266" y="258"/>
                    </a:lnTo>
                    <a:lnTo>
                      <a:pt x="270" y="262"/>
                    </a:lnTo>
                    <a:lnTo>
                      <a:pt x="276" y="266"/>
                    </a:lnTo>
                    <a:lnTo>
                      <a:pt x="282" y="268"/>
                    </a:lnTo>
                    <a:lnTo>
                      <a:pt x="282" y="268"/>
                    </a:lnTo>
                    <a:close/>
                    <a:moveTo>
                      <a:pt x="390" y="234"/>
                    </a:moveTo>
                    <a:lnTo>
                      <a:pt x="390" y="234"/>
                    </a:lnTo>
                    <a:lnTo>
                      <a:pt x="384" y="234"/>
                    </a:lnTo>
                    <a:lnTo>
                      <a:pt x="378" y="238"/>
                    </a:lnTo>
                    <a:lnTo>
                      <a:pt x="374" y="244"/>
                    </a:lnTo>
                    <a:lnTo>
                      <a:pt x="372" y="250"/>
                    </a:lnTo>
                    <a:lnTo>
                      <a:pt x="372" y="250"/>
                    </a:lnTo>
                    <a:lnTo>
                      <a:pt x="374" y="256"/>
                    </a:lnTo>
                    <a:lnTo>
                      <a:pt x="378" y="262"/>
                    </a:lnTo>
                    <a:lnTo>
                      <a:pt x="382" y="266"/>
                    </a:lnTo>
                    <a:lnTo>
                      <a:pt x="390" y="268"/>
                    </a:lnTo>
                    <a:lnTo>
                      <a:pt x="390" y="268"/>
                    </a:lnTo>
                    <a:lnTo>
                      <a:pt x="396" y="266"/>
                    </a:lnTo>
                    <a:lnTo>
                      <a:pt x="402" y="262"/>
                    </a:lnTo>
                    <a:lnTo>
                      <a:pt x="406" y="258"/>
                    </a:lnTo>
                    <a:lnTo>
                      <a:pt x="406" y="252"/>
                    </a:lnTo>
                    <a:lnTo>
                      <a:pt x="406" y="252"/>
                    </a:lnTo>
                    <a:lnTo>
                      <a:pt x="406" y="244"/>
                    </a:lnTo>
                    <a:lnTo>
                      <a:pt x="402" y="238"/>
                    </a:lnTo>
                    <a:lnTo>
                      <a:pt x="396" y="234"/>
                    </a:lnTo>
                    <a:lnTo>
                      <a:pt x="390" y="234"/>
                    </a:lnTo>
                    <a:lnTo>
                      <a:pt x="390" y="234"/>
                    </a:lnTo>
                    <a:close/>
                    <a:moveTo>
                      <a:pt x="244" y="100"/>
                    </a:moveTo>
                    <a:lnTo>
                      <a:pt x="244" y="100"/>
                    </a:lnTo>
                    <a:lnTo>
                      <a:pt x="236" y="102"/>
                    </a:lnTo>
                    <a:lnTo>
                      <a:pt x="228" y="108"/>
                    </a:lnTo>
                    <a:lnTo>
                      <a:pt x="224" y="114"/>
                    </a:lnTo>
                    <a:lnTo>
                      <a:pt x="222" y="122"/>
                    </a:lnTo>
                    <a:lnTo>
                      <a:pt x="222" y="122"/>
                    </a:lnTo>
                    <a:lnTo>
                      <a:pt x="224" y="130"/>
                    </a:lnTo>
                    <a:lnTo>
                      <a:pt x="230" y="136"/>
                    </a:lnTo>
                    <a:lnTo>
                      <a:pt x="236" y="140"/>
                    </a:lnTo>
                    <a:lnTo>
                      <a:pt x="244" y="142"/>
                    </a:lnTo>
                    <a:lnTo>
                      <a:pt x="244" y="142"/>
                    </a:lnTo>
                    <a:lnTo>
                      <a:pt x="252" y="140"/>
                    </a:lnTo>
                    <a:lnTo>
                      <a:pt x="258" y="136"/>
                    </a:lnTo>
                    <a:lnTo>
                      <a:pt x="264" y="130"/>
                    </a:lnTo>
                    <a:lnTo>
                      <a:pt x="264" y="122"/>
                    </a:lnTo>
                    <a:lnTo>
                      <a:pt x="264" y="122"/>
                    </a:lnTo>
                    <a:lnTo>
                      <a:pt x="264" y="114"/>
                    </a:lnTo>
                    <a:lnTo>
                      <a:pt x="258" y="106"/>
                    </a:lnTo>
                    <a:lnTo>
                      <a:pt x="252" y="102"/>
                    </a:lnTo>
                    <a:lnTo>
                      <a:pt x="244" y="100"/>
                    </a:lnTo>
                    <a:lnTo>
                      <a:pt x="244" y="100"/>
                    </a:lnTo>
                    <a:close/>
                    <a:moveTo>
                      <a:pt x="132" y="122"/>
                    </a:moveTo>
                    <a:lnTo>
                      <a:pt x="132" y="122"/>
                    </a:lnTo>
                    <a:lnTo>
                      <a:pt x="132" y="114"/>
                    </a:lnTo>
                    <a:lnTo>
                      <a:pt x="128" y="108"/>
                    </a:lnTo>
                    <a:lnTo>
                      <a:pt x="120" y="102"/>
                    </a:lnTo>
                    <a:lnTo>
                      <a:pt x="112" y="100"/>
                    </a:lnTo>
                    <a:lnTo>
                      <a:pt x="112" y="100"/>
                    </a:lnTo>
                    <a:lnTo>
                      <a:pt x="104" y="102"/>
                    </a:lnTo>
                    <a:lnTo>
                      <a:pt x="98" y="106"/>
                    </a:lnTo>
                    <a:lnTo>
                      <a:pt x="92" y="112"/>
                    </a:lnTo>
                    <a:lnTo>
                      <a:pt x="90" y="120"/>
                    </a:lnTo>
                    <a:lnTo>
                      <a:pt x="90" y="120"/>
                    </a:lnTo>
                    <a:lnTo>
                      <a:pt x="92" y="128"/>
                    </a:lnTo>
                    <a:lnTo>
                      <a:pt x="96" y="136"/>
                    </a:lnTo>
                    <a:lnTo>
                      <a:pt x="102" y="140"/>
                    </a:lnTo>
                    <a:lnTo>
                      <a:pt x="112" y="142"/>
                    </a:lnTo>
                    <a:lnTo>
                      <a:pt x="112" y="142"/>
                    </a:lnTo>
                    <a:lnTo>
                      <a:pt x="120" y="140"/>
                    </a:lnTo>
                    <a:lnTo>
                      <a:pt x="126" y="136"/>
                    </a:lnTo>
                    <a:lnTo>
                      <a:pt x="130" y="130"/>
                    </a:lnTo>
                    <a:lnTo>
                      <a:pt x="132" y="122"/>
                    </a:lnTo>
                    <a:lnTo>
                      <a:pt x="132" y="122"/>
                    </a:lnTo>
                    <a:close/>
                    <a:moveTo>
                      <a:pt x="346" y="140"/>
                    </a:moveTo>
                    <a:lnTo>
                      <a:pt x="346" y="140"/>
                    </a:lnTo>
                    <a:lnTo>
                      <a:pt x="328" y="142"/>
                    </a:lnTo>
                    <a:lnTo>
                      <a:pt x="312" y="144"/>
                    </a:lnTo>
                    <a:lnTo>
                      <a:pt x="296" y="148"/>
                    </a:lnTo>
                    <a:lnTo>
                      <a:pt x="280" y="154"/>
                    </a:lnTo>
                    <a:lnTo>
                      <a:pt x="266" y="160"/>
                    </a:lnTo>
                    <a:lnTo>
                      <a:pt x="252" y="168"/>
                    </a:lnTo>
                    <a:lnTo>
                      <a:pt x="240" y="178"/>
                    </a:lnTo>
                    <a:lnTo>
                      <a:pt x="226" y="188"/>
                    </a:lnTo>
                    <a:lnTo>
                      <a:pt x="226" y="188"/>
                    </a:lnTo>
                    <a:lnTo>
                      <a:pt x="214" y="202"/>
                    </a:lnTo>
                    <a:lnTo>
                      <a:pt x="206" y="214"/>
                    </a:lnTo>
                    <a:lnTo>
                      <a:pt x="196" y="228"/>
                    </a:lnTo>
                    <a:lnTo>
                      <a:pt x="190" y="242"/>
                    </a:lnTo>
                    <a:lnTo>
                      <a:pt x="186" y="258"/>
                    </a:lnTo>
                    <a:lnTo>
                      <a:pt x="184" y="274"/>
                    </a:lnTo>
                    <a:lnTo>
                      <a:pt x="182" y="290"/>
                    </a:lnTo>
                    <a:lnTo>
                      <a:pt x="182" y="308"/>
                    </a:lnTo>
                    <a:lnTo>
                      <a:pt x="182" y="308"/>
                    </a:lnTo>
                    <a:lnTo>
                      <a:pt x="132" y="302"/>
                    </a:lnTo>
                    <a:lnTo>
                      <a:pt x="132" y="302"/>
                    </a:lnTo>
                    <a:lnTo>
                      <a:pt x="122" y="302"/>
                    </a:lnTo>
                    <a:lnTo>
                      <a:pt x="114" y="306"/>
                    </a:lnTo>
                    <a:lnTo>
                      <a:pt x="114" y="306"/>
                    </a:lnTo>
                    <a:lnTo>
                      <a:pt x="64" y="336"/>
                    </a:lnTo>
                    <a:lnTo>
                      <a:pt x="64" y="336"/>
                    </a:lnTo>
                    <a:lnTo>
                      <a:pt x="70" y="314"/>
                    </a:lnTo>
                    <a:lnTo>
                      <a:pt x="74" y="294"/>
                    </a:lnTo>
                    <a:lnTo>
                      <a:pt x="74" y="294"/>
                    </a:lnTo>
                    <a:lnTo>
                      <a:pt x="76" y="288"/>
                    </a:lnTo>
                    <a:lnTo>
                      <a:pt x="74" y="284"/>
                    </a:lnTo>
                    <a:lnTo>
                      <a:pt x="72" y="278"/>
                    </a:lnTo>
                    <a:lnTo>
                      <a:pt x="66" y="274"/>
                    </a:lnTo>
                    <a:lnTo>
                      <a:pt x="66" y="274"/>
                    </a:lnTo>
                    <a:lnTo>
                      <a:pt x="48" y="258"/>
                    </a:lnTo>
                    <a:lnTo>
                      <a:pt x="32" y="242"/>
                    </a:lnTo>
                    <a:lnTo>
                      <a:pt x="18" y="222"/>
                    </a:lnTo>
                    <a:lnTo>
                      <a:pt x="8" y="204"/>
                    </a:lnTo>
                    <a:lnTo>
                      <a:pt x="2" y="182"/>
                    </a:lnTo>
                    <a:lnTo>
                      <a:pt x="0" y="160"/>
                    </a:lnTo>
                    <a:lnTo>
                      <a:pt x="0" y="138"/>
                    </a:lnTo>
                    <a:lnTo>
                      <a:pt x="6" y="116"/>
                    </a:lnTo>
                    <a:lnTo>
                      <a:pt x="6" y="116"/>
                    </a:lnTo>
                    <a:lnTo>
                      <a:pt x="12" y="96"/>
                    </a:lnTo>
                    <a:lnTo>
                      <a:pt x="22" y="78"/>
                    </a:lnTo>
                    <a:lnTo>
                      <a:pt x="34" y="62"/>
                    </a:lnTo>
                    <a:lnTo>
                      <a:pt x="46" y="48"/>
                    </a:lnTo>
                    <a:lnTo>
                      <a:pt x="62" y="36"/>
                    </a:lnTo>
                    <a:lnTo>
                      <a:pt x="78" y="26"/>
                    </a:lnTo>
                    <a:lnTo>
                      <a:pt x="96" y="16"/>
                    </a:lnTo>
                    <a:lnTo>
                      <a:pt x="116" y="8"/>
                    </a:lnTo>
                    <a:lnTo>
                      <a:pt x="116" y="8"/>
                    </a:lnTo>
                    <a:lnTo>
                      <a:pt x="144" y="2"/>
                    </a:lnTo>
                    <a:lnTo>
                      <a:pt x="172" y="0"/>
                    </a:lnTo>
                    <a:lnTo>
                      <a:pt x="200" y="2"/>
                    </a:lnTo>
                    <a:lnTo>
                      <a:pt x="226" y="8"/>
                    </a:lnTo>
                    <a:lnTo>
                      <a:pt x="252" y="18"/>
                    </a:lnTo>
                    <a:lnTo>
                      <a:pt x="276" y="30"/>
                    </a:lnTo>
                    <a:lnTo>
                      <a:pt x="298" y="48"/>
                    </a:lnTo>
                    <a:lnTo>
                      <a:pt x="316" y="68"/>
                    </a:lnTo>
                    <a:lnTo>
                      <a:pt x="316" y="68"/>
                    </a:lnTo>
                    <a:lnTo>
                      <a:pt x="328" y="84"/>
                    </a:lnTo>
                    <a:lnTo>
                      <a:pt x="336" y="102"/>
                    </a:lnTo>
                    <a:lnTo>
                      <a:pt x="342" y="120"/>
                    </a:lnTo>
                    <a:lnTo>
                      <a:pt x="346" y="140"/>
                    </a:lnTo>
                    <a:lnTo>
                      <a:pt x="346"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0" name="Group 9">
              <a:extLst>
                <a:ext uri="{FF2B5EF4-FFF2-40B4-BE49-F238E27FC236}">
                  <a16:creationId xmlns:a16="http://schemas.microsoft.com/office/drawing/2014/main" id="{E61BD6DF-EEFA-4AB9-272D-2112C535F16C}"/>
                </a:ext>
              </a:extLst>
            </p:cNvPr>
            <p:cNvGrpSpPr/>
            <p:nvPr/>
          </p:nvGrpSpPr>
          <p:grpSpPr>
            <a:xfrm>
              <a:off x="1856971" y="2834640"/>
              <a:ext cx="390295" cy="390295"/>
              <a:chOff x="5127625" y="2970213"/>
              <a:chExt cx="914400" cy="914400"/>
            </a:xfrm>
          </p:grpSpPr>
          <p:sp>
            <p:nvSpPr>
              <p:cNvPr id="22" name="Freeform 31">
                <a:extLst>
                  <a:ext uri="{FF2B5EF4-FFF2-40B4-BE49-F238E27FC236}">
                    <a16:creationId xmlns:a16="http://schemas.microsoft.com/office/drawing/2014/main" id="{5770E1F7-1D2D-25A9-ABFF-A272B40328D3}"/>
                  </a:ext>
                </a:extLst>
              </p:cNvPr>
              <p:cNvSpPr>
                <a:spLocks/>
              </p:cNvSpPr>
              <p:nvPr/>
            </p:nvSpPr>
            <p:spPr bwMode="auto">
              <a:xfrm>
                <a:off x="5127625"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30 w 576"/>
                  <a:gd name="T25" fmla="*/ 576 h 576"/>
                  <a:gd name="T26" fmla="*/ 22 w 576"/>
                  <a:gd name="T27" fmla="*/ 574 h 576"/>
                  <a:gd name="T28" fmla="*/ 16 w 576"/>
                  <a:gd name="T29" fmla="*/ 570 h 576"/>
                  <a:gd name="T30" fmla="*/ 10 w 576"/>
                  <a:gd name="T31" fmla="*/ 566 h 576"/>
                  <a:gd name="T32" fmla="*/ 6 w 576"/>
                  <a:gd name="T33" fmla="*/ 560 h 576"/>
                  <a:gd name="T34" fmla="*/ 4 w 576"/>
                  <a:gd name="T35" fmla="*/ 554 h 576"/>
                  <a:gd name="T36" fmla="*/ 2 w 576"/>
                  <a:gd name="T37" fmla="*/ 548 h 576"/>
                  <a:gd name="T38" fmla="*/ 0 w 576"/>
                  <a:gd name="T39" fmla="*/ 540 h 576"/>
                  <a:gd name="T40" fmla="*/ 0 w 576"/>
                  <a:gd name="T41" fmla="*/ 36 h 576"/>
                  <a:gd name="T42" fmla="*/ 0 w 576"/>
                  <a:gd name="T43" fmla="*/ 36 h 576"/>
                  <a:gd name="T44" fmla="*/ 2 w 576"/>
                  <a:gd name="T45" fmla="*/ 30 h 576"/>
                  <a:gd name="T46" fmla="*/ 4 w 576"/>
                  <a:gd name="T47" fmla="*/ 22 h 576"/>
                  <a:gd name="T48" fmla="*/ 6 w 576"/>
                  <a:gd name="T49" fmla="*/ 16 h 576"/>
                  <a:gd name="T50" fmla="*/ 10 w 576"/>
                  <a:gd name="T51" fmla="*/ 12 h 576"/>
                  <a:gd name="T52" fmla="*/ 16 w 576"/>
                  <a:gd name="T53" fmla="*/ 6 h 576"/>
                  <a:gd name="T54" fmla="*/ 22 w 576"/>
                  <a:gd name="T55" fmla="*/ 4 h 576"/>
                  <a:gd name="T56" fmla="*/ 30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30" y="576"/>
                    </a:lnTo>
                    <a:lnTo>
                      <a:pt x="22" y="574"/>
                    </a:lnTo>
                    <a:lnTo>
                      <a:pt x="16" y="570"/>
                    </a:lnTo>
                    <a:lnTo>
                      <a:pt x="10" y="566"/>
                    </a:lnTo>
                    <a:lnTo>
                      <a:pt x="6" y="560"/>
                    </a:lnTo>
                    <a:lnTo>
                      <a:pt x="4" y="554"/>
                    </a:lnTo>
                    <a:lnTo>
                      <a:pt x="2" y="548"/>
                    </a:lnTo>
                    <a:lnTo>
                      <a:pt x="0" y="540"/>
                    </a:lnTo>
                    <a:lnTo>
                      <a:pt x="0" y="36"/>
                    </a:lnTo>
                    <a:lnTo>
                      <a:pt x="0" y="36"/>
                    </a:lnTo>
                    <a:lnTo>
                      <a:pt x="2" y="30"/>
                    </a:lnTo>
                    <a:lnTo>
                      <a:pt x="4" y="22"/>
                    </a:lnTo>
                    <a:lnTo>
                      <a:pt x="6" y="16"/>
                    </a:lnTo>
                    <a:lnTo>
                      <a:pt x="10" y="12"/>
                    </a:lnTo>
                    <a:lnTo>
                      <a:pt x="16" y="6"/>
                    </a:lnTo>
                    <a:lnTo>
                      <a:pt x="22" y="4"/>
                    </a:lnTo>
                    <a:lnTo>
                      <a:pt x="30"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F52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32">
                <a:extLst>
                  <a:ext uri="{FF2B5EF4-FFF2-40B4-BE49-F238E27FC236}">
                    <a16:creationId xmlns:a16="http://schemas.microsoft.com/office/drawing/2014/main" id="{823F78F5-F42E-5EA3-89F7-7F6C8FE86E54}"/>
                  </a:ext>
                </a:extLst>
              </p:cNvPr>
              <p:cNvSpPr>
                <a:spLocks/>
              </p:cNvSpPr>
              <p:nvPr/>
            </p:nvSpPr>
            <p:spPr bwMode="auto">
              <a:xfrm>
                <a:off x="5499100" y="3113088"/>
                <a:ext cx="400050" cy="771525"/>
              </a:xfrm>
              <a:custGeom>
                <a:avLst/>
                <a:gdLst>
                  <a:gd name="T0" fmla="*/ 162 w 252"/>
                  <a:gd name="T1" fmla="*/ 486 h 486"/>
                  <a:gd name="T2" fmla="*/ 162 w 252"/>
                  <a:gd name="T3" fmla="*/ 270 h 486"/>
                  <a:gd name="T4" fmla="*/ 234 w 252"/>
                  <a:gd name="T5" fmla="*/ 270 h 486"/>
                  <a:gd name="T6" fmla="*/ 252 w 252"/>
                  <a:gd name="T7" fmla="*/ 180 h 486"/>
                  <a:gd name="T8" fmla="*/ 162 w 252"/>
                  <a:gd name="T9" fmla="*/ 180 h 486"/>
                  <a:gd name="T10" fmla="*/ 162 w 252"/>
                  <a:gd name="T11" fmla="*/ 144 h 486"/>
                  <a:gd name="T12" fmla="*/ 162 w 252"/>
                  <a:gd name="T13" fmla="*/ 144 h 486"/>
                  <a:gd name="T14" fmla="*/ 164 w 252"/>
                  <a:gd name="T15" fmla="*/ 132 h 486"/>
                  <a:gd name="T16" fmla="*/ 166 w 252"/>
                  <a:gd name="T17" fmla="*/ 122 h 486"/>
                  <a:gd name="T18" fmla="*/ 170 w 252"/>
                  <a:gd name="T19" fmla="*/ 112 h 486"/>
                  <a:gd name="T20" fmla="*/ 176 w 252"/>
                  <a:gd name="T21" fmla="*/ 104 h 486"/>
                  <a:gd name="T22" fmla="*/ 184 w 252"/>
                  <a:gd name="T23" fmla="*/ 98 h 486"/>
                  <a:gd name="T24" fmla="*/ 192 w 252"/>
                  <a:gd name="T25" fmla="*/ 94 h 486"/>
                  <a:gd name="T26" fmla="*/ 204 w 252"/>
                  <a:gd name="T27" fmla="*/ 92 h 486"/>
                  <a:gd name="T28" fmla="*/ 216 w 252"/>
                  <a:gd name="T29" fmla="*/ 90 h 486"/>
                  <a:gd name="T30" fmla="*/ 252 w 252"/>
                  <a:gd name="T31" fmla="*/ 90 h 486"/>
                  <a:gd name="T32" fmla="*/ 252 w 252"/>
                  <a:gd name="T33" fmla="*/ 0 h 486"/>
                  <a:gd name="T34" fmla="*/ 252 w 252"/>
                  <a:gd name="T35" fmla="*/ 0 h 486"/>
                  <a:gd name="T36" fmla="*/ 180 w 252"/>
                  <a:gd name="T37" fmla="*/ 0 h 486"/>
                  <a:gd name="T38" fmla="*/ 180 w 252"/>
                  <a:gd name="T39" fmla="*/ 0 h 486"/>
                  <a:gd name="T40" fmla="*/ 168 w 252"/>
                  <a:gd name="T41" fmla="*/ 2 h 486"/>
                  <a:gd name="T42" fmla="*/ 156 w 252"/>
                  <a:gd name="T43" fmla="*/ 4 h 486"/>
                  <a:gd name="T44" fmla="*/ 146 w 252"/>
                  <a:gd name="T45" fmla="*/ 6 h 486"/>
                  <a:gd name="T46" fmla="*/ 136 w 252"/>
                  <a:gd name="T47" fmla="*/ 10 h 486"/>
                  <a:gd name="T48" fmla="*/ 126 w 252"/>
                  <a:gd name="T49" fmla="*/ 16 h 486"/>
                  <a:gd name="T50" fmla="*/ 118 w 252"/>
                  <a:gd name="T51" fmla="*/ 22 h 486"/>
                  <a:gd name="T52" fmla="*/ 102 w 252"/>
                  <a:gd name="T53" fmla="*/ 36 h 486"/>
                  <a:gd name="T54" fmla="*/ 90 w 252"/>
                  <a:gd name="T55" fmla="*/ 54 h 486"/>
                  <a:gd name="T56" fmla="*/ 80 w 252"/>
                  <a:gd name="T57" fmla="*/ 76 h 486"/>
                  <a:gd name="T58" fmla="*/ 74 w 252"/>
                  <a:gd name="T59" fmla="*/ 100 h 486"/>
                  <a:gd name="T60" fmla="*/ 72 w 252"/>
                  <a:gd name="T61" fmla="*/ 126 h 486"/>
                  <a:gd name="T62" fmla="*/ 72 w 252"/>
                  <a:gd name="T63" fmla="*/ 180 h 486"/>
                  <a:gd name="T64" fmla="*/ 0 w 252"/>
                  <a:gd name="T65" fmla="*/ 180 h 486"/>
                  <a:gd name="T66" fmla="*/ 0 w 252"/>
                  <a:gd name="T67" fmla="*/ 270 h 486"/>
                  <a:gd name="T68" fmla="*/ 72 w 252"/>
                  <a:gd name="T69" fmla="*/ 270 h 486"/>
                  <a:gd name="T70" fmla="*/ 72 w 252"/>
                  <a:gd name="T71" fmla="*/ 486 h 486"/>
                  <a:gd name="T72" fmla="*/ 162 w 252"/>
                  <a:gd name="T73" fmla="*/ 486 h 486"/>
                  <a:gd name="T74" fmla="*/ 162 w 252"/>
                  <a:gd name="T75" fmla="*/ 486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2" h="486">
                    <a:moveTo>
                      <a:pt x="162" y="486"/>
                    </a:moveTo>
                    <a:lnTo>
                      <a:pt x="162" y="270"/>
                    </a:lnTo>
                    <a:lnTo>
                      <a:pt x="234" y="270"/>
                    </a:lnTo>
                    <a:lnTo>
                      <a:pt x="252" y="180"/>
                    </a:lnTo>
                    <a:lnTo>
                      <a:pt x="162" y="180"/>
                    </a:lnTo>
                    <a:lnTo>
                      <a:pt x="162" y="144"/>
                    </a:lnTo>
                    <a:lnTo>
                      <a:pt x="162" y="144"/>
                    </a:lnTo>
                    <a:lnTo>
                      <a:pt x="164" y="132"/>
                    </a:lnTo>
                    <a:lnTo>
                      <a:pt x="166" y="122"/>
                    </a:lnTo>
                    <a:lnTo>
                      <a:pt x="170" y="112"/>
                    </a:lnTo>
                    <a:lnTo>
                      <a:pt x="176" y="104"/>
                    </a:lnTo>
                    <a:lnTo>
                      <a:pt x="184" y="98"/>
                    </a:lnTo>
                    <a:lnTo>
                      <a:pt x="192" y="94"/>
                    </a:lnTo>
                    <a:lnTo>
                      <a:pt x="204" y="92"/>
                    </a:lnTo>
                    <a:lnTo>
                      <a:pt x="216" y="90"/>
                    </a:lnTo>
                    <a:lnTo>
                      <a:pt x="252" y="90"/>
                    </a:lnTo>
                    <a:lnTo>
                      <a:pt x="252" y="0"/>
                    </a:lnTo>
                    <a:lnTo>
                      <a:pt x="252" y="0"/>
                    </a:lnTo>
                    <a:lnTo>
                      <a:pt x="180" y="0"/>
                    </a:lnTo>
                    <a:lnTo>
                      <a:pt x="180" y="0"/>
                    </a:lnTo>
                    <a:lnTo>
                      <a:pt x="168" y="2"/>
                    </a:lnTo>
                    <a:lnTo>
                      <a:pt x="156" y="4"/>
                    </a:lnTo>
                    <a:lnTo>
                      <a:pt x="146" y="6"/>
                    </a:lnTo>
                    <a:lnTo>
                      <a:pt x="136" y="10"/>
                    </a:lnTo>
                    <a:lnTo>
                      <a:pt x="126" y="16"/>
                    </a:lnTo>
                    <a:lnTo>
                      <a:pt x="118" y="22"/>
                    </a:lnTo>
                    <a:lnTo>
                      <a:pt x="102" y="36"/>
                    </a:lnTo>
                    <a:lnTo>
                      <a:pt x="90" y="54"/>
                    </a:lnTo>
                    <a:lnTo>
                      <a:pt x="80" y="76"/>
                    </a:lnTo>
                    <a:lnTo>
                      <a:pt x="74" y="100"/>
                    </a:lnTo>
                    <a:lnTo>
                      <a:pt x="72" y="126"/>
                    </a:lnTo>
                    <a:lnTo>
                      <a:pt x="72" y="180"/>
                    </a:lnTo>
                    <a:lnTo>
                      <a:pt x="0" y="180"/>
                    </a:lnTo>
                    <a:lnTo>
                      <a:pt x="0" y="270"/>
                    </a:lnTo>
                    <a:lnTo>
                      <a:pt x="72" y="270"/>
                    </a:lnTo>
                    <a:lnTo>
                      <a:pt x="72" y="486"/>
                    </a:lnTo>
                    <a:lnTo>
                      <a:pt x="162" y="486"/>
                    </a:lnTo>
                    <a:lnTo>
                      <a:pt x="162" y="48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2" name="Group 11">
              <a:extLst>
                <a:ext uri="{FF2B5EF4-FFF2-40B4-BE49-F238E27FC236}">
                  <a16:creationId xmlns:a16="http://schemas.microsoft.com/office/drawing/2014/main" id="{DC815EE4-5B81-8582-2E24-4A4BAF9D84E2}"/>
                </a:ext>
              </a:extLst>
            </p:cNvPr>
            <p:cNvGrpSpPr/>
            <p:nvPr/>
          </p:nvGrpSpPr>
          <p:grpSpPr>
            <a:xfrm>
              <a:off x="1003201" y="2834640"/>
              <a:ext cx="390295" cy="390295"/>
              <a:chOff x="3127375" y="2970213"/>
              <a:chExt cx="914400" cy="914400"/>
            </a:xfrm>
          </p:grpSpPr>
          <p:sp>
            <p:nvSpPr>
              <p:cNvPr id="14" name="Freeform 26">
                <a:extLst>
                  <a:ext uri="{FF2B5EF4-FFF2-40B4-BE49-F238E27FC236}">
                    <a16:creationId xmlns:a16="http://schemas.microsoft.com/office/drawing/2014/main" id="{D61330DA-CABE-AEE3-03A8-FBBBEE97D8D0}"/>
                  </a:ext>
                </a:extLst>
              </p:cNvPr>
              <p:cNvSpPr>
                <a:spLocks/>
              </p:cNvSpPr>
              <p:nvPr/>
            </p:nvSpPr>
            <p:spPr bwMode="auto">
              <a:xfrm>
                <a:off x="3127375" y="2970213"/>
                <a:ext cx="914400" cy="914400"/>
              </a:xfrm>
              <a:custGeom>
                <a:avLst/>
                <a:gdLst>
                  <a:gd name="T0" fmla="*/ 534 w 576"/>
                  <a:gd name="T1" fmla="*/ 0 h 576"/>
                  <a:gd name="T2" fmla="*/ 42 w 576"/>
                  <a:gd name="T3" fmla="*/ 0 h 576"/>
                  <a:gd name="T4" fmla="*/ 42 w 576"/>
                  <a:gd name="T5" fmla="*/ 0 h 576"/>
                  <a:gd name="T6" fmla="*/ 34 w 576"/>
                  <a:gd name="T7" fmla="*/ 2 h 576"/>
                  <a:gd name="T8" fmla="*/ 26 w 576"/>
                  <a:gd name="T9" fmla="*/ 4 h 576"/>
                  <a:gd name="T10" fmla="*/ 18 w 576"/>
                  <a:gd name="T11" fmla="*/ 8 h 576"/>
                  <a:gd name="T12" fmla="*/ 12 w 576"/>
                  <a:gd name="T13" fmla="*/ 12 h 576"/>
                  <a:gd name="T14" fmla="*/ 8 w 576"/>
                  <a:gd name="T15" fmla="*/ 20 h 576"/>
                  <a:gd name="T16" fmla="*/ 4 w 576"/>
                  <a:gd name="T17" fmla="*/ 26 h 576"/>
                  <a:gd name="T18" fmla="*/ 0 w 576"/>
                  <a:gd name="T19" fmla="*/ 34 h 576"/>
                  <a:gd name="T20" fmla="*/ 0 w 576"/>
                  <a:gd name="T21" fmla="*/ 42 h 576"/>
                  <a:gd name="T22" fmla="*/ 0 w 576"/>
                  <a:gd name="T23" fmla="*/ 536 h 576"/>
                  <a:gd name="T24" fmla="*/ 0 w 576"/>
                  <a:gd name="T25" fmla="*/ 536 h 576"/>
                  <a:gd name="T26" fmla="*/ 0 w 576"/>
                  <a:gd name="T27" fmla="*/ 544 h 576"/>
                  <a:gd name="T28" fmla="*/ 4 w 576"/>
                  <a:gd name="T29" fmla="*/ 552 h 576"/>
                  <a:gd name="T30" fmla="*/ 8 w 576"/>
                  <a:gd name="T31" fmla="*/ 558 h 576"/>
                  <a:gd name="T32" fmla="*/ 12 w 576"/>
                  <a:gd name="T33" fmla="*/ 564 h 576"/>
                  <a:gd name="T34" fmla="*/ 18 w 576"/>
                  <a:gd name="T35" fmla="*/ 570 h 576"/>
                  <a:gd name="T36" fmla="*/ 26 w 576"/>
                  <a:gd name="T37" fmla="*/ 574 h 576"/>
                  <a:gd name="T38" fmla="*/ 34 w 576"/>
                  <a:gd name="T39" fmla="*/ 576 h 576"/>
                  <a:gd name="T40" fmla="*/ 42 w 576"/>
                  <a:gd name="T41" fmla="*/ 576 h 576"/>
                  <a:gd name="T42" fmla="*/ 534 w 576"/>
                  <a:gd name="T43" fmla="*/ 576 h 576"/>
                  <a:gd name="T44" fmla="*/ 534 w 576"/>
                  <a:gd name="T45" fmla="*/ 576 h 576"/>
                  <a:gd name="T46" fmla="*/ 542 w 576"/>
                  <a:gd name="T47" fmla="*/ 576 h 576"/>
                  <a:gd name="T48" fmla="*/ 550 w 576"/>
                  <a:gd name="T49" fmla="*/ 574 h 576"/>
                  <a:gd name="T50" fmla="*/ 558 w 576"/>
                  <a:gd name="T51" fmla="*/ 570 h 576"/>
                  <a:gd name="T52" fmla="*/ 564 w 576"/>
                  <a:gd name="T53" fmla="*/ 564 h 576"/>
                  <a:gd name="T54" fmla="*/ 568 w 576"/>
                  <a:gd name="T55" fmla="*/ 558 h 576"/>
                  <a:gd name="T56" fmla="*/ 572 w 576"/>
                  <a:gd name="T57" fmla="*/ 552 h 576"/>
                  <a:gd name="T58" fmla="*/ 576 w 576"/>
                  <a:gd name="T59" fmla="*/ 544 h 576"/>
                  <a:gd name="T60" fmla="*/ 576 w 576"/>
                  <a:gd name="T61" fmla="*/ 536 h 576"/>
                  <a:gd name="T62" fmla="*/ 576 w 576"/>
                  <a:gd name="T63" fmla="*/ 42 h 576"/>
                  <a:gd name="T64" fmla="*/ 576 w 576"/>
                  <a:gd name="T65" fmla="*/ 42 h 576"/>
                  <a:gd name="T66" fmla="*/ 576 w 576"/>
                  <a:gd name="T67" fmla="*/ 34 h 576"/>
                  <a:gd name="T68" fmla="*/ 572 w 576"/>
                  <a:gd name="T69" fmla="*/ 26 h 576"/>
                  <a:gd name="T70" fmla="*/ 568 w 576"/>
                  <a:gd name="T71" fmla="*/ 20 h 576"/>
                  <a:gd name="T72" fmla="*/ 564 w 576"/>
                  <a:gd name="T73" fmla="*/ 12 h 576"/>
                  <a:gd name="T74" fmla="*/ 558 w 576"/>
                  <a:gd name="T75" fmla="*/ 8 h 576"/>
                  <a:gd name="T76" fmla="*/ 550 w 576"/>
                  <a:gd name="T77" fmla="*/ 4 h 576"/>
                  <a:gd name="T78" fmla="*/ 542 w 576"/>
                  <a:gd name="T79" fmla="*/ 2 h 576"/>
                  <a:gd name="T80" fmla="*/ 534 w 576"/>
                  <a:gd name="T81" fmla="*/ 0 h 576"/>
                  <a:gd name="T82" fmla="*/ 534 w 576"/>
                  <a:gd name="T83"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34" y="0"/>
                    </a:moveTo>
                    <a:lnTo>
                      <a:pt x="42" y="0"/>
                    </a:lnTo>
                    <a:lnTo>
                      <a:pt x="42" y="0"/>
                    </a:lnTo>
                    <a:lnTo>
                      <a:pt x="34" y="2"/>
                    </a:lnTo>
                    <a:lnTo>
                      <a:pt x="26" y="4"/>
                    </a:lnTo>
                    <a:lnTo>
                      <a:pt x="18" y="8"/>
                    </a:lnTo>
                    <a:lnTo>
                      <a:pt x="12" y="12"/>
                    </a:lnTo>
                    <a:lnTo>
                      <a:pt x="8" y="20"/>
                    </a:lnTo>
                    <a:lnTo>
                      <a:pt x="4" y="26"/>
                    </a:lnTo>
                    <a:lnTo>
                      <a:pt x="0" y="34"/>
                    </a:lnTo>
                    <a:lnTo>
                      <a:pt x="0" y="42"/>
                    </a:lnTo>
                    <a:lnTo>
                      <a:pt x="0" y="536"/>
                    </a:lnTo>
                    <a:lnTo>
                      <a:pt x="0" y="536"/>
                    </a:lnTo>
                    <a:lnTo>
                      <a:pt x="0" y="544"/>
                    </a:lnTo>
                    <a:lnTo>
                      <a:pt x="4" y="552"/>
                    </a:lnTo>
                    <a:lnTo>
                      <a:pt x="8" y="558"/>
                    </a:lnTo>
                    <a:lnTo>
                      <a:pt x="12" y="564"/>
                    </a:lnTo>
                    <a:lnTo>
                      <a:pt x="18" y="570"/>
                    </a:lnTo>
                    <a:lnTo>
                      <a:pt x="26" y="574"/>
                    </a:lnTo>
                    <a:lnTo>
                      <a:pt x="34" y="576"/>
                    </a:lnTo>
                    <a:lnTo>
                      <a:pt x="42" y="576"/>
                    </a:lnTo>
                    <a:lnTo>
                      <a:pt x="534" y="576"/>
                    </a:lnTo>
                    <a:lnTo>
                      <a:pt x="534" y="576"/>
                    </a:lnTo>
                    <a:lnTo>
                      <a:pt x="542" y="576"/>
                    </a:lnTo>
                    <a:lnTo>
                      <a:pt x="550" y="574"/>
                    </a:lnTo>
                    <a:lnTo>
                      <a:pt x="558" y="570"/>
                    </a:lnTo>
                    <a:lnTo>
                      <a:pt x="564" y="564"/>
                    </a:lnTo>
                    <a:lnTo>
                      <a:pt x="568" y="558"/>
                    </a:lnTo>
                    <a:lnTo>
                      <a:pt x="572" y="552"/>
                    </a:lnTo>
                    <a:lnTo>
                      <a:pt x="576" y="544"/>
                    </a:lnTo>
                    <a:lnTo>
                      <a:pt x="576" y="536"/>
                    </a:lnTo>
                    <a:lnTo>
                      <a:pt x="576" y="42"/>
                    </a:lnTo>
                    <a:lnTo>
                      <a:pt x="576" y="42"/>
                    </a:lnTo>
                    <a:lnTo>
                      <a:pt x="576" y="34"/>
                    </a:lnTo>
                    <a:lnTo>
                      <a:pt x="572" y="26"/>
                    </a:lnTo>
                    <a:lnTo>
                      <a:pt x="568" y="20"/>
                    </a:lnTo>
                    <a:lnTo>
                      <a:pt x="564" y="12"/>
                    </a:lnTo>
                    <a:lnTo>
                      <a:pt x="558" y="8"/>
                    </a:lnTo>
                    <a:lnTo>
                      <a:pt x="550" y="4"/>
                    </a:lnTo>
                    <a:lnTo>
                      <a:pt x="542" y="2"/>
                    </a:lnTo>
                    <a:lnTo>
                      <a:pt x="534" y="0"/>
                    </a:lnTo>
                    <a:lnTo>
                      <a:pt x="534" y="0"/>
                    </a:lnTo>
                    <a:close/>
                  </a:path>
                </a:pathLst>
              </a:custGeom>
              <a:solidFill>
                <a:srgbClr val="0076B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27">
                <a:extLst>
                  <a:ext uri="{FF2B5EF4-FFF2-40B4-BE49-F238E27FC236}">
                    <a16:creationId xmlns:a16="http://schemas.microsoft.com/office/drawing/2014/main" id="{08A02CC3-ACCC-2BD9-CE12-723993F3E00E}"/>
                  </a:ext>
                </a:extLst>
              </p:cNvPr>
              <p:cNvSpPr>
                <a:spLocks noEditPoints="1"/>
              </p:cNvSpPr>
              <p:nvPr/>
            </p:nvSpPr>
            <p:spPr bwMode="auto">
              <a:xfrm>
                <a:off x="3251200" y="3097213"/>
                <a:ext cx="158750" cy="654050"/>
              </a:xfrm>
              <a:custGeom>
                <a:avLst/>
                <a:gdLst>
                  <a:gd name="T0" fmla="*/ 8 w 100"/>
                  <a:gd name="T1" fmla="*/ 136 h 412"/>
                  <a:gd name="T2" fmla="*/ 92 w 100"/>
                  <a:gd name="T3" fmla="*/ 136 h 412"/>
                  <a:gd name="T4" fmla="*/ 92 w 100"/>
                  <a:gd name="T5" fmla="*/ 412 h 412"/>
                  <a:gd name="T6" fmla="*/ 8 w 100"/>
                  <a:gd name="T7" fmla="*/ 412 h 412"/>
                  <a:gd name="T8" fmla="*/ 8 w 100"/>
                  <a:gd name="T9" fmla="*/ 136 h 412"/>
                  <a:gd name="T10" fmla="*/ 8 w 100"/>
                  <a:gd name="T11" fmla="*/ 136 h 412"/>
                  <a:gd name="T12" fmla="*/ 50 w 100"/>
                  <a:gd name="T13" fmla="*/ 0 h 412"/>
                  <a:gd name="T14" fmla="*/ 50 w 100"/>
                  <a:gd name="T15" fmla="*/ 0 h 412"/>
                  <a:gd name="T16" fmla="*/ 60 w 100"/>
                  <a:gd name="T17" fmla="*/ 2 h 412"/>
                  <a:gd name="T18" fmla="*/ 70 w 100"/>
                  <a:gd name="T19" fmla="*/ 4 h 412"/>
                  <a:gd name="T20" fmla="*/ 78 w 100"/>
                  <a:gd name="T21" fmla="*/ 8 h 412"/>
                  <a:gd name="T22" fmla="*/ 86 w 100"/>
                  <a:gd name="T23" fmla="*/ 14 h 412"/>
                  <a:gd name="T24" fmla="*/ 92 w 100"/>
                  <a:gd name="T25" fmla="*/ 22 h 412"/>
                  <a:gd name="T26" fmla="*/ 96 w 100"/>
                  <a:gd name="T27" fmla="*/ 30 h 412"/>
                  <a:gd name="T28" fmla="*/ 98 w 100"/>
                  <a:gd name="T29" fmla="*/ 40 h 412"/>
                  <a:gd name="T30" fmla="*/ 100 w 100"/>
                  <a:gd name="T31" fmla="*/ 50 h 412"/>
                  <a:gd name="T32" fmla="*/ 100 w 100"/>
                  <a:gd name="T33" fmla="*/ 50 h 412"/>
                  <a:gd name="T34" fmla="*/ 98 w 100"/>
                  <a:gd name="T35" fmla="*/ 60 h 412"/>
                  <a:gd name="T36" fmla="*/ 96 w 100"/>
                  <a:gd name="T37" fmla="*/ 68 h 412"/>
                  <a:gd name="T38" fmla="*/ 92 w 100"/>
                  <a:gd name="T39" fmla="*/ 78 h 412"/>
                  <a:gd name="T40" fmla="*/ 86 w 100"/>
                  <a:gd name="T41" fmla="*/ 84 h 412"/>
                  <a:gd name="T42" fmla="*/ 78 w 100"/>
                  <a:gd name="T43" fmla="*/ 90 h 412"/>
                  <a:gd name="T44" fmla="*/ 70 w 100"/>
                  <a:gd name="T45" fmla="*/ 96 h 412"/>
                  <a:gd name="T46" fmla="*/ 60 w 100"/>
                  <a:gd name="T47" fmla="*/ 98 h 412"/>
                  <a:gd name="T48" fmla="*/ 50 w 100"/>
                  <a:gd name="T49" fmla="*/ 100 h 412"/>
                  <a:gd name="T50" fmla="*/ 50 w 100"/>
                  <a:gd name="T51" fmla="*/ 100 h 412"/>
                  <a:gd name="T52" fmla="*/ 40 w 100"/>
                  <a:gd name="T53" fmla="*/ 98 h 412"/>
                  <a:gd name="T54" fmla="*/ 30 w 100"/>
                  <a:gd name="T55" fmla="*/ 96 h 412"/>
                  <a:gd name="T56" fmla="*/ 22 w 100"/>
                  <a:gd name="T57" fmla="*/ 90 h 412"/>
                  <a:gd name="T58" fmla="*/ 16 w 100"/>
                  <a:gd name="T59" fmla="*/ 84 h 412"/>
                  <a:gd name="T60" fmla="*/ 10 w 100"/>
                  <a:gd name="T61" fmla="*/ 78 h 412"/>
                  <a:gd name="T62" fmla="*/ 4 w 100"/>
                  <a:gd name="T63" fmla="*/ 68 h 412"/>
                  <a:gd name="T64" fmla="*/ 2 w 100"/>
                  <a:gd name="T65" fmla="*/ 60 h 412"/>
                  <a:gd name="T66" fmla="*/ 0 w 100"/>
                  <a:gd name="T67" fmla="*/ 50 h 412"/>
                  <a:gd name="T68" fmla="*/ 0 w 100"/>
                  <a:gd name="T69" fmla="*/ 50 h 412"/>
                  <a:gd name="T70" fmla="*/ 2 w 100"/>
                  <a:gd name="T71" fmla="*/ 40 h 412"/>
                  <a:gd name="T72" fmla="*/ 4 w 100"/>
                  <a:gd name="T73" fmla="*/ 30 h 412"/>
                  <a:gd name="T74" fmla="*/ 10 w 100"/>
                  <a:gd name="T75" fmla="*/ 22 h 412"/>
                  <a:gd name="T76" fmla="*/ 16 w 100"/>
                  <a:gd name="T77" fmla="*/ 14 h 412"/>
                  <a:gd name="T78" fmla="*/ 22 w 100"/>
                  <a:gd name="T79" fmla="*/ 8 h 412"/>
                  <a:gd name="T80" fmla="*/ 30 w 100"/>
                  <a:gd name="T81" fmla="*/ 4 h 412"/>
                  <a:gd name="T82" fmla="*/ 40 w 100"/>
                  <a:gd name="T83" fmla="*/ 2 h 412"/>
                  <a:gd name="T84" fmla="*/ 50 w 100"/>
                  <a:gd name="T85"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 h="412">
                    <a:moveTo>
                      <a:pt x="8" y="136"/>
                    </a:moveTo>
                    <a:lnTo>
                      <a:pt x="92" y="136"/>
                    </a:lnTo>
                    <a:lnTo>
                      <a:pt x="92" y="412"/>
                    </a:lnTo>
                    <a:lnTo>
                      <a:pt x="8" y="412"/>
                    </a:lnTo>
                    <a:lnTo>
                      <a:pt x="8" y="136"/>
                    </a:lnTo>
                    <a:lnTo>
                      <a:pt x="8" y="136"/>
                    </a:lnTo>
                    <a:close/>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28">
                <a:extLst>
                  <a:ext uri="{FF2B5EF4-FFF2-40B4-BE49-F238E27FC236}">
                    <a16:creationId xmlns:a16="http://schemas.microsoft.com/office/drawing/2014/main" id="{D5C5EDC9-4DE9-4FB8-B032-9F4CE123AAEC}"/>
                  </a:ext>
                </a:extLst>
              </p:cNvPr>
              <p:cNvSpPr>
                <a:spLocks/>
              </p:cNvSpPr>
              <p:nvPr/>
            </p:nvSpPr>
            <p:spPr bwMode="auto">
              <a:xfrm>
                <a:off x="3263900" y="3313113"/>
                <a:ext cx="133350" cy="438150"/>
              </a:xfrm>
              <a:custGeom>
                <a:avLst/>
                <a:gdLst>
                  <a:gd name="T0" fmla="*/ 0 w 84"/>
                  <a:gd name="T1" fmla="*/ 0 h 276"/>
                  <a:gd name="T2" fmla="*/ 84 w 84"/>
                  <a:gd name="T3" fmla="*/ 0 h 276"/>
                  <a:gd name="T4" fmla="*/ 84 w 84"/>
                  <a:gd name="T5" fmla="*/ 276 h 276"/>
                  <a:gd name="T6" fmla="*/ 0 w 84"/>
                  <a:gd name="T7" fmla="*/ 276 h 276"/>
                  <a:gd name="T8" fmla="*/ 0 w 84"/>
                  <a:gd name="T9" fmla="*/ 0 h 276"/>
                  <a:gd name="T10" fmla="*/ 0 w 84"/>
                  <a:gd name="T11" fmla="*/ 0 h 276"/>
                </a:gdLst>
                <a:ahLst/>
                <a:cxnLst>
                  <a:cxn ang="0">
                    <a:pos x="T0" y="T1"/>
                  </a:cxn>
                  <a:cxn ang="0">
                    <a:pos x="T2" y="T3"/>
                  </a:cxn>
                  <a:cxn ang="0">
                    <a:pos x="T4" y="T5"/>
                  </a:cxn>
                  <a:cxn ang="0">
                    <a:pos x="T6" y="T7"/>
                  </a:cxn>
                  <a:cxn ang="0">
                    <a:pos x="T8" y="T9"/>
                  </a:cxn>
                  <a:cxn ang="0">
                    <a:pos x="T10" y="T11"/>
                  </a:cxn>
                </a:cxnLst>
                <a:rect l="0" t="0" r="r" b="b"/>
                <a:pathLst>
                  <a:path w="84" h="276">
                    <a:moveTo>
                      <a:pt x="0" y="0"/>
                    </a:moveTo>
                    <a:lnTo>
                      <a:pt x="84" y="0"/>
                    </a:lnTo>
                    <a:lnTo>
                      <a:pt x="84" y="276"/>
                    </a:lnTo>
                    <a:lnTo>
                      <a:pt x="0" y="276"/>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29">
                <a:extLst>
                  <a:ext uri="{FF2B5EF4-FFF2-40B4-BE49-F238E27FC236}">
                    <a16:creationId xmlns:a16="http://schemas.microsoft.com/office/drawing/2014/main" id="{B0777464-12A7-F265-4D64-9A21CE1E6331}"/>
                  </a:ext>
                </a:extLst>
              </p:cNvPr>
              <p:cNvSpPr>
                <a:spLocks/>
              </p:cNvSpPr>
              <p:nvPr/>
            </p:nvSpPr>
            <p:spPr bwMode="auto">
              <a:xfrm>
                <a:off x="3251200" y="3097213"/>
                <a:ext cx="158750" cy="158750"/>
              </a:xfrm>
              <a:custGeom>
                <a:avLst/>
                <a:gdLst>
                  <a:gd name="T0" fmla="*/ 50 w 100"/>
                  <a:gd name="T1" fmla="*/ 0 h 100"/>
                  <a:gd name="T2" fmla="*/ 50 w 100"/>
                  <a:gd name="T3" fmla="*/ 0 h 100"/>
                  <a:gd name="T4" fmla="*/ 60 w 100"/>
                  <a:gd name="T5" fmla="*/ 2 h 100"/>
                  <a:gd name="T6" fmla="*/ 70 w 100"/>
                  <a:gd name="T7" fmla="*/ 4 h 100"/>
                  <a:gd name="T8" fmla="*/ 78 w 100"/>
                  <a:gd name="T9" fmla="*/ 8 h 100"/>
                  <a:gd name="T10" fmla="*/ 86 w 100"/>
                  <a:gd name="T11" fmla="*/ 14 h 100"/>
                  <a:gd name="T12" fmla="*/ 92 w 100"/>
                  <a:gd name="T13" fmla="*/ 22 h 100"/>
                  <a:gd name="T14" fmla="*/ 96 w 100"/>
                  <a:gd name="T15" fmla="*/ 30 h 100"/>
                  <a:gd name="T16" fmla="*/ 98 w 100"/>
                  <a:gd name="T17" fmla="*/ 40 h 100"/>
                  <a:gd name="T18" fmla="*/ 100 w 100"/>
                  <a:gd name="T19" fmla="*/ 50 h 100"/>
                  <a:gd name="T20" fmla="*/ 100 w 100"/>
                  <a:gd name="T21" fmla="*/ 50 h 100"/>
                  <a:gd name="T22" fmla="*/ 98 w 100"/>
                  <a:gd name="T23" fmla="*/ 60 h 100"/>
                  <a:gd name="T24" fmla="*/ 96 w 100"/>
                  <a:gd name="T25" fmla="*/ 68 h 100"/>
                  <a:gd name="T26" fmla="*/ 92 w 100"/>
                  <a:gd name="T27" fmla="*/ 78 h 100"/>
                  <a:gd name="T28" fmla="*/ 86 w 100"/>
                  <a:gd name="T29" fmla="*/ 84 h 100"/>
                  <a:gd name="T30" fmla="*/ 78 w 100"/>
                  <a:gd name="T31" fmla="*/ 90 h 100"/>
                  <a:gd name="T32" fmla="*/ 70 w 100"/>
                  <a:gd name="T33" fmla="*/ 96 h 100"/>
                  <a:gd name="T34" fmla="*/ 60 w 100"/>
                  <a:gd name="T35" fmla="*/ 98 h 100"/>
                  <a:gd name="T36" fmla="*/ 50 w 100"/>
                  <a:gd name="T37" fmla="*/ 100 h 100"/>
                  <a:gd name="T38" fmla="*/ 50 w 100"/>
                  <a:gd name="T39" fmla="*/ 100 h 100"/>
                  <a:gd name="T40" fmla="*/ 40 w 100"/>
                  <a:gd name="T41" fmla="*/ 98 h 100"/>
                  <a:gd name="T42" fmla="*/ 30 w 100"/>
                  <a:gd name="T43" fmla="*/ 96 h 100"/>
                  <a:gd name="T44" fmla="*/ 22 w 100"/>
                  <a:gd name="T45" fmla="*/ 90 h 100"/>
                  <a:gd name="T46" fmla="*/ 16 w 100"/>
                  <a:gd name="T47" fmla="*/ 84 h 100"/>
                  <a:gd name="T48" fmla="*/ 10 w 100"/>
                  <a:gd name="T49" fmla="*/ 78 h 100"/>
                  <a:gd name="T50" fmla="*/ 4 w 100"/>
                  <a:gd name="T51" fmla="*/ 68 h 100"/>
                  <a:gd name="T52" fmla="*/ 2 w 100"/>
                  <a:gd name="T53" fmla="*/ 60 h 100"/>
                  <a:gd name="T54" fmla="*/ 0 w 100"/>
                  <a:gd name="T55" fmla="*/ 50 h 100"/>
                  <a:gd name="T56" fmla="*/ 0 w 100"/>
                  <a:gd name="T57" fmla="*/ 50 h 100"/>
                  <a:gd name="T58" fmla="*/ 2 w 100"/>
                  <a:gd name="T59" fmla="*/ 40 h 100"/>
                  <a:gd name="T60" fmla="*/ 4 w 100"/>
                  <a:gd name="T61" fmla="*/ 30 h 100"/>
                  <a:gd name="T62" fmla="*/ 10 w 100"/>
                  <a:gd name="T63" fmla="*/ 22 h 100"/>
                  <a:gd name="T64" fmla="*/ 16 w 100"/>
                  <a:gd name="T65" fmla="*/ 14 h 100"/>
                  <a:gd name="T66" fmla="*/ 22 w 100"/>
                  <a:gd name="T67" fmla="*/ 8 h 100"/>
                  <a:gd name="T68" fmla="*/ 30 w 100"/>
                  <a:gd name="T69" fmla="*/ 4 h 100"/>
                  <a:gd name="T70" fmla="*/ 40 w 100"/>
                  <a:gd name="T71" fmla="*/ 2 h 100"/>
                  <a:gd name="T72" fmla="*/ 50 w 100"/>
                  <a:gd name="T7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0" h="100">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30">
                <a:extLst>
                  <a:ext uri="{FF2B5EF4-FFF2-40B4-BE49-F238E27FC236}">
                    <a16:creationId xmlns:a16="http://schemas.microsoft.com/office/drawing/2014/main" id="{CD666067-AD98-62B0-938F-6614CB47965F}"/>
                  </a:ext>
                </a:extLst>
              </p:cNvPr>
              <p:cNvSpPr>
                <a:spLocks/>
              </p:cNvSpPr>
              <p:nvPr/>
            </p:nvSpPr>
            <p:spPr bwMode="auto">
              <a:xfrm>
                <a:off x="3482975" y="3303588"/>
                <a:ext cx="422275" cy="447675"/>
              </a:xfrm>
              <a:custGeom>
                <a:avLst/>
                <a:gdLst>
                  <a:gd name="T0" fmla="*/ 0 w 266"/>
                  <a:gd name="T1" fmla="*/ 6 h 282"/>
                  <a:gd name="T2" fmla="*/ 82 w 266"/>
                  <a:gd name="T3" fmla="*/ 6 h 282"/>
                  <a:gd name="T4" fmla="*/ 82 w 266"/>
                  <a:gd name="T5" fmla="*/ 44 h 282"/>
                  <a:gd name="T6" fmla="*/ 84 w 266"/>
                  <a:gd name="T7" fmla="*/ 44 h 282"/>
                  <a:gd name="T8" fmla="*/ 84 w 266"/>
                  <a:gd name="T9" fmla="*/ 44 h 282"/>
                  <a:gd name="T10" fmla="*/ 88 w 266"/>
                  <a:gd name="T11" fmla="*/ 36 h 282"/>
                  <a:gd name="T12" fmla="*/ 96 w 266"/>
                  <a:gd name="T13" fmla="*/ 28 h 282"/>
                  <a:gd name="T14" fmla="*/ 104 w 266"/>
                  <a:gd name="T15" fmla="*/ 20 h 282"/>
                  <a:gd name="T16" fmla="*/ 112 w 266"/>
                  <a:gd name="T17" fmla="*/ 14 h 282"/>
                  <a:gd name="T18" fmla="*/ 124 w 266"/>
                  <a:gd name="T19" fmla="*/ 8 h 282"/>
                  <a:gd name="T20" fmla="*/ 136 w 266"/>
                  <a:gd name="T21" fmla="*/ 4 h 282"/>
                  <a:gd name="T22" fmla="*/ 150 w 266"/>
                  <a:gd name="T23" fmla="*/ 0 h 282"/>
                  <a:gd name="T24" fmla="*/ 164 w 266"/>
                  <a:gd name="T25" fmla="*/ 0 h 282"/>
                  <a:gd name="T26" fmla="*/ 164 w 266"/>
                  <a:gd name="T27" fmla="*/ 0 h 282"/>
                  <a:gd name="T28" fmla="*/ 180 w 266"/>
                  <a:gd name="T29" fmla="*/ 0 h 282"/>
                  <a:gd name="T30" fmla="*/ 194 w 266"/>
                  <a:gd name="T31" fmla="*/ 2 h 282"/>
                  <a:gd name="T32" fmla="*/ 206 w 266"/>
                  <a:gd name="T33" fmla="*/ 6 h 282"/>
                  <a:gd name="T34" fmla="*/ 216 w 266"/>
                  <a:gd name="T35" fmla="*/ 10 h 282"/>
                  <a:gd name="T36" fmla="*/ 226 w 266"/>
                  <a:gd name="T37" fmla="*/ 16 h 282"/>
                  <a:gd name="T38" fmla="*/ 234 w 266"/>
                  <a:gd name="T39" fmla="*/ 22 h 282"/>
                  <a:gd name="T40" fmla="*/ 242 w 266"/>
                  <a:gd name="T41" fmla="*/ 30 h 282"/>
                  <a:gd name="T42" fmla="*/ 248 w 266"/>
                  <a:gd name="T43" fmla="*/ 38 h 282"/>
                  <a:gd name="T44" fmla="*/ 254 w 266"/>
                  <a:gd name="T45" fmla="*/ 46 h 282"/>
                  <a:gd name="T46" fmla="*/ 258 w 266"/>
                  <a:gd name="T47" fmla="*/ 56 h 282"/>
                  <a:gd name="T48" fmla="*/ 262 w 266"/>
                  <a:gd name="T49" fmla="*/ 80 h 282"/>
                  <a:gd name="T50" fmla="*/ 266 w 266"/>
                  <a:gd name="T51" fmla="*/ 104 h 282"/>
                  <a:gd name="T52" fmla="*/ 266 w 266"/>
                  <a:gd name="T53" fmla="*/ 130 h 282"/>
                  <a:gd name="T54" fmla="*/ 266 w 266"/>
                  <a:gd name="T55" fmla="*/ 282 h 282"/>
                  <a:gd name="T56" fmla="*/ 182 w 266"/>
                  <a:gd name="T57" fmla="*/ 282 h 282"/>
                  <a:gd name="T58" fmla="*/ 182 w 266"/>
                  <a:gd name="T59" fmla="*/ 148 h 282"/>
                  <a:gd name="T60" fmla="*/ 182 w 266"/>
                  <a:gd name="T61" fmla="*/ 148 h 282"/>
                  <a:gd name="T62" fmla="*/ 180 w 266"/>
                  <a:gd name="T63" fmla="*/ 124 h 282"/>
                  <a:gd name="T64" fmla="*/ 178 w 266"/>
                  <a:gd name="T65" fmla="*/ 110 h 282"/>
                  <a:gd name="T66" fmla="*/ 176 w 266"/>
                  <a:gd name="T67" fmla="*/ 100 h 282"/>
                  <a:gd name="T68" fmla="*/ 170 w 266"/>
                  <a:gd name="T69" fmla="*/ 90 h 282"/>
                  <a:gd name="T70" fmla="*/ 162 w 266"/>
                  <a:gd name="T71" fmla="*/ 82 h 282"/>
                  <a:gd name="T72" fmla="*/ 152 w 266"/>
                  <a:gd name="T73" fmla="*/ 76 h 282"/>
                  <a:gd name="T74" fmla="*/ 138 w 266"/>
                  <a:gd name="T75" fmla="*/ 76 h 282"/>
                  <a:gd name="T76" fmla="*/ 138 w 266"/>
                  <a:gd name="T77" fmla="*/ 76 h 282"/>
                  <a:gd name="T78" fmla="*/ 122 w 266"/>
                  <a:gd name="T79" fmla="*/ 76 h 282"/>
                  <a:gd name="T80" fmla="*/ 110 w 266"/>
                  <a:gd name="T81" fmla="*/ 82 h 282"/>
                  <a:gd name="T82" fmla="*/ 102 w 266"/>
                  <a:gd name="T83" fmla="*/ 88 h 282"/>
                  <a:gd name="T84" fmla="*/ 94 w 266"/>
                  <a:gd name="T85" fmla="*/ 96 h 282"/>
                  <a:gd name="T86" fmla="*/ 90 w 266"/>
                  <a:gd name="T87" fmla="*/ 108 h 282"/>
                  <a:gd name="T88" fmla="*/ 88 w 266"/>
                  <a:gd name="T89" fmla="*/ 120 h 282"/>
                  <a:gd name="T90" fmla="*/ 86 w 266"/>
                  <a:gd name="T91" fmla="*/ 146 h 282"/>
                  <a:gd name="T92" fmla="*/ 86 w 266"/>
                  <a:gd name="T93" fmla="*/ 282 h 282"/>
                  <a:gd name="T94" fmla="*/ 0 w 266"/>
                  <a:gd name="T95" fmla="*/ 282 h 282"/>
                  <a:gd name="T96" fmla="*/ 0 w 266"/>
                  <a:gd name="T97" fmla="*/ 6 h 282"/>
                  <a:gd name="T98" fmla="*/ 0 w 266"/>
                  <a:gd name="T99" fmla="*/ 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6" h="282">
                    <a:moveTo>
                      <a:pt x="0" y="6"/>
                    </a:moveTo>
                    <a:lnTo>
                      <a:pt x="82" y="6"/>
                    </a:lnTo>
                    <a:lnTo>
                      <a:pt x="82" y="44"/>
                    </a:lnTo>
                    <a:lnTo>
                      <a:pt x="84" y="44"/>
                    </a:lnTo>
                    <a:lnTo>
                      <a:pt x="84" y="44"/>
                    </a:lnTo>
                    <a:lnTo>
                      <a:pt x="88" y="36"/>
                    </a:lnTo>
                    <a:lnTo>
                      <a:pt x="96" y="28"/>
                    </a:lnTo>
                    <a:lnTo>
                      <a:pt x="104" y="20"/>
                    </a:lnTo>
                    <a:lnTo>
                      <a:pt x="112" y="14"/>
                    </a:lnTo>
                    <a:lnTo>
                      <a:pt x="124" y="8"/>
                    </a:lnTo>
                    <a:lnTo>
                      <a:pt x="136" y="4"/>
                    </a:lnTo>
                    <a:lnTo>
                      <a:pt x="150" y="0"/>
                    </a:lnTo>
                    <a:lnTo>
                      <a:pt x="164" y="0"/>
                    </a:lnTo>
                    <a:lnTo>
                      <a:pt x="164" y="0"/>
                    </a:lnTo>
                    <a:lnTo>
                      <a:pt x="180" y="0"/>
                    </a:lnTo>
                    <a:lnTo>
                      <a:pt x="194" y="2"/>
                    </a:lnTo>
                    <a:lnTo>
                      <a:pt x="206" y="6"/>
                    </a:lnTo>
                    <a:lnTo>
                      <a:pt x="216" y="10"/>
                    </a:lnTo>
                    <a:lnTo>
                      <a:pt x="226" y="16"/>
                    </a:lnTo>
                    <a:lnTo>
                      <a:pt x="234" y="22"/>
                    </a:lnTo>
                    <a:lnTo>
                      <a:pt x="242" y="30"/>
                    </a:lnTo>
                    <a:lnTo>
                      <a:pt x="248" y="38"/>
                    </a:lnTo>
                    <a:lnTo>
                      <a:pt x="254" y="46"/>
                    </a:lnTo>
                    <a:lnTo>
                      <a:pt x="258" y="56"/>
                    </a:lnTo>
                    <a:lnTo>
                      <a:pt x="262" y="80"/>
                    </a:lnTo>
                    <a:lnTo>
                      <a:pt x="266" y="104"/>
                    </a:lnTo>
                    <a:lnTo>
                      <a:pt x="266" y="130"/>
                    </a:lnTo>
                    <a:lnTo>
                      <a:pt x="266" y="282"/>
                    </a:lnTo>
                    <a:lnTo>
                      <a:pt x="182" y="282"/>
                    </a:lnTo>
                    <a:lnTo>
                      <a:pt x="182" y="148"/>
                    </a:lnTo>
                    <a:lnTo>
                      <a:pt x="182" y="148"/>
                    </a:lnTo>
                    <a:lnTo>
                      <a:pt x="180" y="124"/>
                    </a:lnTo>
                    <a:lnTo>
                      <a:pt x="178" y="110"/>
                    </a:lnTo>
                    <a:lnTo>
                      <a:pt x="176" y="100"/>
                    </a:lnTo>
                    <a:lnTo>
                      <a:pt x="170" y="90"/>
                    </a:lnTo>
                    <a:lnTo>
                      <a:pt x="162" y="82"/>
                    </a:lnTo>
                    <a:lnTo>
                      <a:pt x="152" y="76"/>
                    </a:lnTo>
                    <a:lnTo>
                      <a:pt x="138" y="76"/>
                    </a:lnTo>
                    <a:lnTo>
                      <a:pt x="138" y="76"/>
                    </a:lnTo>
                    <a:lnTo>
                      <a:pt x="122" y="76"/>
                    </a:lnTo>
                    <a:lnTo>
                      <a:pt x="110" y="82"/>
                    </a:lnTo>
                    <a:lnTo>
                      <a:pt x="102" y="88"/>
                    </a:lnTo>
                    <a:lnTo>
                      <a:pt x="94" y="96"/>
                    </a:lnTo>
                    <a:lnTo>
                      <a:pt x="90" y="108"/>
                    </a:lnTo>
                    <a:lnTo>
                      <a:pt x="88" y="120"/>
                    </a:lnTo>
                    <a:lnTo>
                      <a:pt x="86" y="146"/>
                    </a:lnTo>
                    <a:lnTo>
                      <a:pt x="86" y="282"/>
                    </a:lnTo>
                    <a:lnTo>
                      <a:pt x="0" y="282"/>
                    </a:lnTo>
                    <a:lnTo>
                      <a:pt x="0" y="6"/>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pic>
          <p:nvPicPr>
            <p:cNvPr id="13" name="Graphic 12">
              <a:extLst>
                <a:ext uri="{FF2B5EF4-FFF2-40B4-BE49-F238E27FC236}">
                  <a16:creationId xmlns:a16="http://schemas.microsoft.com/office/drawing/2014/main" id="{520A74AB-FB73-C418-EF73-6228A081935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30951" y="2836135"/>
              <a:ext cx="388800" cy="388800"/>
            </a:xfrm>
            <a:prstGeom prst="rect">
              <a:avLst/>
            </a:prstGeom>
          </p:spPr>
        </p:pic>
      </p:grpSp>
      <p:sp>
        <p:nvSpPr>
          <p:cNvPr id="20" name="Rectangle 19">
            <a:extLst>
              <a:ext uri="{FF2B5EF4-FFF2-40B4-BE49-F238E27FC236}">
                <a16:creationId xmlns:a16="http://schemas.microsoft.com/office/drawing/2014/main" id="{77625518-CDD5-5E0D-F2A7-5AFB04C49007}"/>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21" name="Rectangle 20">
            <a:extLst>
              <a:ext uri="{FF2B5EF4-FFF2-40B4-BE49-F238E27FC236}">
                <a16:creationId xmlns:a16="http://schemas.microsoft.com/office/drawing/2014/main" id="{68CD4482-DFF1-DE9A-A442-C8466BBE0576}"/>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24" name="Rectangle 23">
            <a:extLst>
              <a:ext uri="{FF2B5EF4-FFF2-40B4-BE49-F238E27FC236}">
                <a16:creationId xmlns:a16="http://schemas.microsoft.com/office/drawing/2014/main" id="{B4B12710-3BF0-056A-448E-4530B2D71598}"/>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32" name="Rectangle 31">
            <a:extLst>
              <a:ext uri="{FF2B5EF4-FFF2-40B4-BE49-F238E27FC236}">
                <a16:creationId xmlns:a16="http://schemas.microsoft.com/office/drawing/2014/main" id="{C160EE61-8EB9-5FA2-98AA-5C07B60374C7}"/>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33" name="Rectangle 32">
            <a:extLst>
              <a:ext uri="{FF2B5EF4-FFF2-40B4-BE49-F238E27FC236}">
                <a16:creationId xmlns:a16="http://schemas.microsoft.com/office/drawing/2014/main" id="{FCE9DD51-D62D-8AAA-0BEC-0B9998AC5A68}"/>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34" name="Rectangle 33">
            <a:extLst>
              <a:ext uri="{FF2B5EF4-FFF2-40B4-BE49-F238E27FC236}">
                <a16:creationId xmlns:a16="http://schemas.microsoft.com/office/drawing/2014/main" id="{76F93BFC-8DFE-B09D-CAD1-4DDC242CD89A}"/>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35" name="Rectangle 34">
            <a:extLst>
              <a:ext uri="{FF2B5EF4-FFF2-40B4-BE49-F238E27FC236}">
                <a16:creationId xmlns:a16="http://schemas.microsoft.com/office/drawing/2014/main" id="{296EAA09-88F7-255A-FB75-E7A48B3708AC}"/>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36" name="Group 35">
            <a:extLst>
              <a:ext uri="{FF2B5EF4-FFF2-40B4-BE49-F238E27FC236}">
                <a16:creationId xmlns:a16="http://schemas.microsoft.com/office/drawing/2014/main" id="{CE498E7A-9270-2B8C-827A-759B478A6B50}"/>
              </a:ext>
            </a:extLst>
          </p:cNvPr>
          <p:cNvGrpSpPr/>
          <p:nvPr userDrawn="1"/>
        </p:nvGrpSpPr>
        <p:grpSpPr>
          <a:xfrm>
            <a:off x="985838" y="6975139"/>
            <a:ext cx="10223500" cy="230049"/>
            <a:chOff x="985838" y="6975139"/>
            <a:chExt cx="10223500" cy="230049"/>
          </a:xfrm>
        </p:grpSpPr>
        <p:cxnSp>
          <p:nvCxnSpPr>
            <p:cNvPr id="37" name="Straight Arrow Connector 36">
              <a:extLst>
                <a:ext uri="{FF2B5EF4-FFF2-40B4-BE49-F238E27FC236}">
                  <a16:creationId xmlns:a16="http://schemas.microsoft.com/office/drawing/2014/main" id="{F158E85D-5FF5-3808-5EB5-AB588C03DC6E}"/>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5F8A8634-9136-36BA-F8A6-21B1E33DB5AF}"/>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39" name="Group 38">
            <a:extLst>
              <a:ext uri="{FF2B5EF4-FFF2-40B4-BE49-F238E27FC236}">
                <a16:creationId xmlns:a16="http://schemas.microsoft.com/office/drawing/2014/main" id="{C2581717-A7E7-A6AD-7F09-8663B274771B}"/>
              </a:ext>
            </a:extLst>
          </p:cNvPr>
          <p:cNvGrpSpPr/>
          <p:nvPr userDrawn="1"/>
        </p:nvGrpSpPr>
        <p:grpSpPr>
          <a:xfrm>
            <a:off x="0" y="7255521"/>
            <a:ext cx="12192000" cy="230049"/>
            <a:chOff x="0" y="7255521"/>
            <a:chExt cx="12192000" cy="230049"/>
          </a:xfrm>
        </p:grpSpPr>
        <p:cxnSp>
          <p:nvCxnSpPr>
            <p:cNvPr id="40" name="Straight Arrow Connector 39">
              <a:extLst>
                <a:ext uri="{FF2B5EF4-FFF2-40B4-BE49-F238E27FC236}">
                  <a16:creationId xmlns:a16="http://schemas.microsoft.com/office/drawing/2014/main" id="{C1F2FC40-544D-4F05-5550-1880C3B7C4DA}"/>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62897CFD-7113-E152-C5BB-480917A8B9D9}"/>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42" name="Group 41">
            <a:extLst>
              <a:ext uri="{FF2B5EF4-FFF2-40B4-BE49-F238E27FC236}">
                <a16:creationId xmlns:a16="http://schemas.microsoft.com/office/drawing/2014/main" id="{18A6F8F4-D5B6-E26F-D170-CA08121D0B8E}"/>
              </a:ext>
            </a:extLst>
          </p:cNvPr>
          <p:cNvGrpSpPr>
            <a:grpSpLocks/>
          </p:cNvGrpSpPr>
          <p:nvPr userDrawn="1"/>
        </p:nvGrpSpPr>
        <p:grpSpPr>
          <a:xfrm>
            <a:off x="982800" y="7491081"/>
            <a:ext cx="4930775" cy="230049"/>
            <a:chOff x="985838" y="7724761"/>
            <a:chExt cx="4930775" cy="230049"/>
          </a:xfrm>
        </p:grpSpPr>
        <p:cxnSp>
          <p:nvCxnSpPr>
            <p:cNvPr id="43" name="Straight Arrow Connector 42">
              <a:extLst>
                <a:ext uri="{FF2B5EF4-FFF2-40B4-BE49-F238E27FC236}">
                  <a16:creationId xmlns:a16="http://schemas.microsoft.com/office/drawing/2014/main" id="{2D1E812C-93A7-DA6E-A983-73F53A434DAA}"/>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5D7CF959-1D59-548D-822D-1D3D0A5BC25E}"/>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45" name="Group 44">
            <a:extLst>
              <a:ext uri="{FF2B5EF4-FFF2-40B4-BE49-F238E27FC236}">
                <a16:creationId xmlns:a16="http://schemas.microsoft.com/office/drawing/2014/main" id="{3135B62D-7D15-D800-EB89-A1ECEC18996F}"/>
              </a:ext>
            </a:extLst>
          </p:cNvPr>
          <p:cNvGrpSpPr>
            <a:grpSpLocks/>
          </p:cNvGrpSpPr>
          <p:nvPr userDrawn="1"/>
        </p:nvGrpSpPr>
        <p:grpSpPr>
          <a:xfrm>
            <a:off x="6274800" y="7491081"/>
            <a:ext cx="4930775" cy="230049"/>
            <a:chOff x="985838" y="7724761"/>
            <a:chExt cx="4930775" cy="230049"/>
          </a:xfrm>
        </p:grpSpPr>
        <p:cxnSp>
          <p:nvCxnSpPr>
            <p:cNvPr id="46" name="Straight Arrow Connector 45">
              <a:extLst>
                <a:ext uri="{FF2B5EF4-FFF2-40B4-BE49-F238E27FC236}">
                  <a16:creationId xmlns:a16="http://schemas.microsoft.com/office/drawing/2014/main" id="{D3DE64E1-3AB0-CEBB-B3EC-591B9CD4EA74}"/>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DF924763-38C6-8192-103C-1814AC03FA2C}"/>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48" name="Group 47">
            <a:extLst>
              <a:ext uri="{FF2B5EF4-FFF2-40B4-BE49-F238E27FC236}">
                <a16:creationId xmlns:a16="http://schemas.microsoft.com/office/drawing/2014/main" id="{E652A5EB-7E7C-B0E7-D6D9-9202478ED153}"/>
              </a:ext>
            </a:extLst>
          </p:cNvPr>
          <p:cNvGrpSpPr/>
          <p:nvPr userDrawn="1"/>
        </p:nvGrpSpPr>
        <p:grpSpPr>
          <a:xfrm>
            <a:off x="12750953" y="0"/>
            <a:ext cx="230051" cy="6858000"/>
            <a:chOff x="-1090386" y="0"/>
            <a:chExt cx="230051" cy="6858000"/>
          </a:xfrm>
        </p:grpSpPr>
        <p:cxnSp>
          <p:nvCxnSpPr>
            <p:cNvPr id="49" name="Straight Arrow Connector 48">
              <a:extLst>
                <a:ext uri="{FF2B5EF4-FFF2-40B4-BE49-F238E27FC236}">
                  <a16:creationId xmlns:a16="http://schemas.microsoft.com/office/drawing/2014/main" id="{475FB4AE-BFFB-0BF9-C8A6-8779D6C16EB7}"/>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D9224818-D46F-2712-2DF5-3E510CC59867}"/>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grpSp>
        <p:nvGrpSpPr>
          <p:cNvPr id="51" name="Group 50">
            <a:extLst>
              <a:ext uri="{FF2B5EF4-FFF2-40B4-BE49-F238E27FC236}">
                <a16:creationId xmlns:a16="http://schemas.microsoft.com/office/drawing/2014/main" id="{9F350A28-7F14-DF7A-8E8D-87CBBF138E6E}"/>
              </a:ext>
            </a:extLst>
          </p:cNvPr>
          <p:cNvGrpSpPr>
            <a:grpSpLocks/>
          </p:cNvGrpSpPr>
          <p:nvPr userDrawn="1"/>
        </p:nvGrpSpPr>
        <p:grpSpPr>
          <a:xfrm>
            <a:off x="12251088" y="1341438"/>
            <a:ext cx="230049" cy="4536000"/>
            <a:chOff x="-321485" y="1341438"/>
            <a:chExt cx="230049" cy="4536000"/>
          </a:xfrm>
        </p:grpSpPr>
        <p:cxnSp>
          <p:nvCxnSpPr>
            <p:cNvPr id="52" name="Straight Arrow Connector 51">
              <a:extLst>
                <a:ext uri="{FF2B5EF4-FFF2-40B4-BE49-F238E27FC236}">
                  <a16:creationId xmlns:a16="http://schemas.microsoft.com/office/drawing/2014/main" id="{73FC0DAC-B8BB-3DC5-EB92-45579EC6FD0C}"/>
                </a:ext>
              </a:extLst>
            </p:cNvPr>
            <p:cNvCxnSpPr>
              <a:cxnSpLocks/>
            </p:cNvCxnSpPr>
            <p:nvPr userDrawn="1"/>
          </p:nvCxnSpPr>
          <p:spPr>
            <a:xfrm flipH="1">
              <a:off x="-206460" y="1341438"/>
              <a:ext cx="0" cy="4536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E74E4AE3-2261-A29B-6B6D-60782A99FA1B}"/>
                </a:ext>
              </a:extLst>
            </p:cNvPr>
            <p:cNvSpPr>
              <a:spLocks/>
            </p:cNvSpPr>
            <p:nvPr userDrawn="1"/>
          </p:nvSpPr>
          <p:spPr>
            <a:xfrm rot="16200000">
              <a:off x="-650244" y="3494413"/>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12.60cm</a:t>
              </a:r>
            </a:p>
          </p:txBody>
        </p:sp>
      </p:grpSp>
      <p:grpSp>
        <p:nvGrpSpPr>
          <p:cNvPr id="55" name="Group 54">
            <a:extLst>
              <a:ext uri="{FF2B5EF4-FFF2-40B4-BE49-F238E27FC236}">
                <a16:creationId xmlns:a16="http://schemas.microsoft.com/office/drawing/2014/main" id="{A5920D8F-BAFE-74B8-5458-0172D7B85315}"/>
              </a:ext>
            </a:extLst>
          </p:cNvPr>
          <p:cNvGrpSpPr/>
          <p:nvPr userDrawn="1"/>
        </p:nvGrpSpPr>
        <p:grpSpPr>
          <a:xfrm>
            <a:off x="12257572" y="981075"/>
            <a:ext cx="539998" cy="360363"/>
            <a:chOff x="-520806" y="981075"/>
            <a:chExt cx="539998" cy="360363"/>
          </a:xfrm>
        </p:grpSpPr>
        <p:cxnSp>
          <p:nvCxnSpPr>
            <p:cNvPr id="56" name="Straight Arrow Connector 55">
              <a:extLst>
                <a:ext uri="{FF2B5EF4-FFF2-40B4-BE49-F238E27FC236}">
                  <a16:creationId xmlns:a16="http://schemas.microsoft.com/office/drawing/2014/main" id="{70838920-0202-4A50-DB3A-5134B7DB2F55}"/>
                </a:ext>
              </a:extLst>
            </p:cNvPr>
            <p:cNvCxnSpPr>
              <a:cxnSpLocks/>
            </p:cNvCxnSpPr>
            <p:nvPr userDrawn="1"/>
          </p:nvCxnSpPr>
          <p:spPr>
            <a:xfrm>
              <a:off x="-281425" y="981075"/>
              <a:ext cx="0" cy="360363"/>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881BE27D-2230-EE47-A784-6DE7848EF79F}"/>
                </a:ext>
              </a:extLst>
            </p:cNvPr>
            <p:cNvSpPr>
              <a:spLocks/>
            </p:cNvSpPr>
            <p:nvPr userDrawn="1"/>
          </p:nvSpPr>
          <p:spPr>
            <a:xfrm>
              <a:off x="-520806" y="1085544"/>
              <a:ext cx="539998" cy="151425"/>
            </a:xfrm>
            <a:prstGeom prst="rect">
              <a:avLst/>
            </a:prstGeom>
            <a:solidFill>
              <a:schemeClr val="bg1"/>
            </a:solidFill>
            <a:ln w="12700" cap="flat" cmpd="sng" algn="ctr">
              <a:solidFill>
                <a:srgbClr val="FD349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1.00cm</a:t>
              </a:r>
            </a:p>
          </p:txBody>
        </p:sp>
      </p:grpSp>
      <p:sp>
        <p:nvSpPr>
          <p:cNvPr id="58" name="Rectangle 57">
            <a:extLst>
              <a:ext uri="{FF2B5EF4-FFF2-40B4-BE49-F238E27FC236}">
                <a16:creationId xmlns:a16="http://schemas.microsoft.com/office/drawing/2014/main" id="{DB497FD4-C7C5-977C-8020-3C14E62F2E8E}"/>
              </a:ext>
            </a:extLst>
          </p:cNvPr>
          <p:cNvSpPr>
            <a:spLocks/>
          </p:cNvSpPr>
          <p:nvPr userDrawn="1"/>
        </p:nvSpPr>
        <p:spPr>
          <a:xfrm>
            <a:off x="-699796" y="3636736"/>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10.03cm</a:t>
            </a:r>
          </a:p>
        </p:txBody>
      </p:sp>
      <p:sp>
        <p:nvSpPr>
          <p:cNvPr id="59" name="Rectangle 58">
            <a:extLst>
              <a:ext uri="{FF2B5EF4-FFF2-40B4-BE49-F238E27FC236}">
                <a16:creationId xmlns:a16="http://schemas.microsoft.com/office/drawing/2014/main" id="{7314994D-AE89-45B4-D0BD-EA34A494C3FD}"/>
              </a:ext>
            </a:extLst>
          </p:cNvPr>
          <p:cNvSpPr>
            <a:spLocks/>
          </p:cNvSpPr>
          <p:nvPr userDrawn="1"/>
        </p:nvSpPr>
        <p:spPr>
          <a:xfrm>
            <a:off x="-2318387" y="6281348"/>
            <a:ext cx="2290335"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NO CONTENT BELOW THIS LINE UNDER ANY CIRCUMSTANCES</a:t>
            </a:r>
          </a:p>
        </p:txBody>
      </p:sp>
      <p:sp>
        <p:nvSpPr>
          <p:cNvPr id="60" name="Rectangle 59">
            <a:extLst>
              <a:ext uri="{FF2B5EF4-FFF2-40B4-BE49-F238E27FC236}">
                <a16:creationId xmlns:a16="http://schemas.microsoft.com/office/drawing/2014/main" id="{21947461-65F0-A663-A7DB-D750369A8CF1}"/>
              </a:ext>
            </a:extLst>
          </p:cNvPr>
          <p:cNvSpPr>
            <a:spLocks/>
          </p:cNvSpPr>
          <p:nvPr userDrawn="1"/>
        </p:nvSpPr>
        <p:spPr>
          <a:xfrm>
            <a:off x="-583407" y="3360421"/>
            <a:ext cx="45808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sp>
        <p:nvSpPr>
          <p:cNvPr id="61" name="Rectangle 60">
            <a:extLst>
              <a:ext uri="{FF2B5EF4-FFF2-40B4-BE49-F238E27FC236}">
                <a16:creationId xmlns:a16="http://schemas.microsoft.com/office/drawing/2014/main" id="{A5F29231-861A-360C-9046-315B94E1F25A}"/>
              </a:ext>
            </a:extLst>
          </p:cNvPr>
          <p:cNvSpPr>
            <a:spLocks/>
          </p:cNvSpPr>
          <p:nvPr userDrawn="1"/>
        </p:nvSpPr>
        <p:spPr>
          <a:xfrm>
            <a:off x="-617633" y="3821430"/>
            <a:ext cx="492308"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cxnSp>
        <p:nvCxnSpPr>
          <p:cNvPr id="62" name="Straight Arrow Connector 61">
            <a:extLst>
              <a:ext uri="{FF2B5EF4-FFF2-40B4-BE49-F238E27FC236}">
                <a16:creationId xmlns:a16="http://schemas.microsoft.com/office/drawing/2014/main" id="{07A0BF2C-50EA-6A38-56C6-5D4FD6A1852D}"/>
              </a:ext>
            </a:extLst>
          </p:cNvPr>
          <p:cNvCxnSpPr>
            <a:cxnSpLocks/>
          </p:cNvCxnSpPr>
          <p:nvPr userDrawn="1"/>
        </p:nvCxnSpPr>
        <p:spPr>
          <a:xfrm>
            <a:off x="13322741" y="3644901"/>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D81F143D-F278-F138-CA42-907996C5D9E5}"/>
              </a:ext>
            </a:extLst>
          </p:cNvPr>
          <p:cNvSpPr>
            <a:spLocks/>
          </p:cNvSpPr>
          <p:nvPr userDrawn="1"/>
        </p:nvSpPr>
        <p:spPr>
          <a:xfrm rot="16200000">
            <a:off x="12878141" y="4641806"/>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cxnSp>
        <p:nvCxnSpPr>
          <p:cNvPr id="64" name="Straight Arrow Connector 63">
            <a:extLst>
              <a:ext uri="{FF2B5EF4-FFF2-40B4-BE49-F238E27FC236}">
                <a16:creationId xmlns:a16="http://schemas.microsoft.com/office/drawing/2014/main" id="{4AFBD193-EE5F-C61B-F18F-0FC328310A91}"/>
              </a:ext>
            </a:extLst>
          </p:cNvPr>
          <p:cNvCxnSpPr>
            <a:cxnSpLocks/>
          </p:cNvCxnSpPr>
          <p:nvPr userDrawn="1"/>
        </p:nvCxnSpPr>
        <p:spPr>
          <a:xfrm>
            <a:off x="13322742" y="1341434"/>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62DCA23D-3490-5900-80BB-780B17BEA7F1}"/>
              </a:ext>
            </a:extLst>
          </p:cNvPr>
          <p:cNvSpPr>
            <a:spLocks/>
          </p:cNvSpPr>
          <p:nvPr userDrawn="1"/>
        </p:nvSpPr>
        <p:spPr>
          <a:xfrm rot="16200000">
            <a:off x="12878142" y="2338339"/>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sp>
        <p:nvSpPr>
          <p:cNvPr id="66" name="Rectangle 65">
            <a:extLst>
              <a:ext uri="{FF2B5EF4-FFF2-40B4-BE49-F238E27FC236}">
                <a16:creationId xmlns:a16="http://schemas.microsoft.com/office/drawing/2014/main" id="{EA599FED-70B0-B115-5569-A3D3BB1BD53A}"/>
              </a:ext>
            </a:extLst>
          </p:cNvPr>
          <p:cNvSpPr>
            <a:spLocks/>
          </p:cNvSpPr>
          <p:nvPr userDrawn="1"/>
        </p:nvSpPr>
        <p:spPr>
          <a:xfrm>
            <a:off x="6275388" y="-473416"/>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16.93cm</a:t>
            </a:r>
          </a:p>
        </p:txBody>
      </p:sp>
      <p:sp>
        <p:nvSpPr>
          <p:cNvPr id="67" name="Rectangle 66">
            <a:extLst>
              <a:ext uri="{FF2B5EF4-FFF2-40B4-BE49-F238E27FC236}">
                <a16:creationId xmlns:a16="http://schemas.microsoft.com/office/drawing/2014/main" id="{A22DD84D-536A-1CFF-0A60-8020CA0FE787}"/>
              </a:ext>
            </a:extLst>
          </p:cNvPr>
          <p:cNvSpPr>
            <a:spLocks/>
          </p:cNvSpPr>
          <p:nvPr userDrawn="1"/>
        </p:nvSpPr>
        <p:spPr>
          <a:xfrm>
            <a:off x="5396117"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16.43cm</a:t>
            </a:r>
          </a:p>
        </p:txBody>
      </p:sp>
      <p:sp>
        <p:nvSpPr>
          <p:cNvPr id="4" name="Rectangle 3">
            <a:extLst>
              <a:ext uri="{FF2B5EF4-FFF2-40B4-BE49-F238E27FC236}">
                <a16:creationId xmlns:a16="http://schemas.microsoft.com/office/drawing/2014/main" id="{CDAF5DAC-D96B-14F9-F9A5-88F600B77DFD}"/>
              </a:ext>
            </a:extLst>
          </p:cNvPr>
          <p:cNvSpPr>
            <a:spLocks noGrp="1" noRot="1" noMove="1" noResize="1" noEditPoints="1" noAdjustHandles="1" noChangeArrowheads="1" noChangeShapeType="1"/>
          </p:cNvSpPr>
          <p:nvPr userDrawn="1"/>
        </p:nvSpPr>
        <p:spPr>
          <a:xfrm>
            <a:off x="982799" y="4578349"/>
            <a:ext cx="10224000" cy="115200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lvl="0" defTabSz="831261">
              <a:spcAft>
                <a:spcPts val="600"/>
              </a:spcAft>
              <a:defRPr/>
            </a:pPr>
            <a:r>
              <a:rPr lang="en-US" altLang="en-US" sz="900" kern="0" noProof="0">
                <a:latin typeface="Arial" panose="020B0604020202020204" pitchFamily="34" charset="0"/>
                <a:cs typeface="Arial" panose="020B0604020202020204" pitchFamily="34" charset="0"/>
              </a:rPr>
              <a:t>The information contained herein is of a general nature and is not intended to address the circumstances of any particular individual or entity. Although we </a:t>
            </a:r>
            <a:r>
              <a:rPr lang="en-US" altLang="en-US" sz="900" kern="0" noProof="0" err="1">
                <a:latin typeface="Arial" panose="020B0604020202020204" pitchFamily="34" charset="0"/>
                <a:cs typeface="Arial" panose="020B0604020202020204" pitchFamily="34" charset="0"/>
              </a:rPr>
              <a:t>endeavour</a:t>
            </a:r>
            <a:r>
              <a:rPr lang="en-US" altLang="en-US" sz="900" kern="0" noProof="0">
                <a:latin typeface="Arial" panose="020B0604020202020204" pitchFamily="34" charset="0"/>
                <a:cs typeface="Arial" panose="020B0604020202020204" pitchFamily="34" charset="0"/>
              </a:rPr>
              <a:t>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lvl="0" defTabSz="831261">
              <a:spcAft>
                <a:spcPts val="600"/>
              </a:spcAft>
              <a:defRPr/>
            </a:pPr>
            <a:r>
              <a:rPr lang="en-US" altLang="en-US" sz="900" kern="0" noProof="0">
                <a:latin typeface="Arial" panose="020B0604020202020204" pitchFamily="34" charset="0"/>
                <a:cs typeface="Arial" panose="020B0604020202020204" pitchFamily="34" charset="0"/>
              </a:rPr>
              <a:t>© 2026 KPMG Advisory (Hong Kong) Limited, a Hong Kong SAR limited liability company and a member firm of the KPMG global organisation of independent member firms affiliated with KPMG International Limited, a private English company limited by guarantee. All rights reserved. </a:t>
            </a:r>
          </a:p>
          <a:p>
            <a:pPr lvl="0" defTabSz="831261">
              <a:spcAft>
                <a:spcPts val="600"/>
              </a:spcAft>
              <a:defRPr/>
            </a:pPr>
            <a:r>
              <a:rPr lang="en-US" altLang="en-US" sz="900" kern="0" noProof="0">
                <a:latin typeface="Arial" panose="020B0604020202020204" pitchFamily="34" charset="0"/>
                <a:cs typeface="Arial" panose="020B0604020202020204" pitchFamily="34" charset="0"/>
              </a:rPr>
              <a:t>The KPMG name and logo are trademarks used under license by the independent member firms of the KPMG global organisation.</a:t>
            </a:r>
          </a:p>
        </p:txBody>
      </p:sp>
    </p:spTree>
    <p:extLst>
      <p:ext uri="{BB962C8B-B14F-4D97-AF65-F5344CB8AC3E}">
        <p14:creationId xmlns:p14="http://schemas.microsoft.com/office/powerpoint/2010/main" val="19408911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UpSlide_Section Divider_DO NOT delete">
    <p:bg>
      <p:bgPr>
        <a:solidFill>
          <a:schemeClr val="accent1"/>
        </a:solidFill>
        <a:effectLst/>
      </p:bgPr>
    </p:bg>
    <p:spTree>
      <p:nvGrpSpPr>
        <p:cNvPr id="1" name=""/>
        <p:cNvGrpSpPr/>
        <p:nvPr/>
      </p:nvGrpSpPr>
      <p:grpSpPr>
        <a:xfrm>
          <a:off x="0" y="0"/>
          <a:ext cx="0" cy="0"/>
          <a:chOff x="0" y="0"/>
          <a:chExt cx="0" cy="0"/>
        </a:xfrm>
      </p:grpSpPr>
      <p:sp>
        <p:nvSpPr>
          <p:cNvPr id="4" name="object 3"/>
          <p:cNvSpPr>
            <a:spLocks noGrp="1" noRot="1" noMove="1" noResize="1" noEditPoints="1" noAdjustHandles="1" noChangeArrowheads="1" noChangeShapeType="1"/>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C233C"/>
          </a:solidFill>
        </p:spPr>
        <p:txBody>
          <a:bodyPr wrap="square" lIns="0" tIns="0" rIns="0" bIns="0" rtlCol="0">
            <a:noAutofit/>
          </a:bodyPr>
          <a:lstStyle/>
          <a:p>
            <a:endParaRPr sz="1800">
              <a:latin typeface="Arial" panose="020B0604020202020204" pitchFamily="34" charset="0"/>
            </a:endParaRPr>
          </a:p>
        </p:txBody>
      </p:sp>
      <p:sp>
        <p:nvSpPr>
          <p:cNvPr id="11" name="Rectangle 10">
            <a:extLst>
              <a:ext uri="{FF2B5EF4-FFF2-40B4-BE49-F238E27FC236}">
                <a16:creationId xmlns:a16="http://schemas.microsoft.com/office/drawing/2014/main" id="{8D5A6B33-6A03-E3BB-2C29-EAB833EA92E2}"/>
              </a:ext>
            </a:extLst>
          </p:cNvPr>
          <p:cNvSpPr>
            <a:spLocks noGrp="1" noRot="1" noChangeAspect="1" noMove="1" noResize="1" noEditPoints="1" noAdjustHandles="1" noChangeArrowheads="1" noChangeShapeType="1"/>
          </p:cNvSpPr>
          <p:nvPr userDrawn="1"/>
        </p:nvSpPr>
        <p:spPr>
          <a:xfrm>
            <a:off x="998476" y="1330325"/>
            <a:ext cx="7061787" cy="4546600"/>
          </a:xfrm>
          <a:prstGeom prst="rect">
            <a:avLst/>
          </a:prstGeom>
          <a:solidFill>
            <a:srgbClr val="ACEAFF"/>
          </a:soli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Espace réservé du numéro de diapositive 1"/>
          <p:cNvSpPr>
            <a:spLocks noGrp="1"/>
          </p:cNvSpPr>
          <p:nvPr>
            <p:ph type="sldNum" sz="quarter" idx="10"/>
          </p:nvPr>
        </p:nvSpPr>
        <p:spPr>
          <a:xfrm>
            <a:off x="0" y="0"/>
            <a:ext cx="0" cy="0"/>
          </a:xfrm>
          <a:prstGeom prst="rect">
            <a:avLst/>
          </a:prstGeom>
          <a:ln>
            <a:solidFill>
              <a:srgbClr val="00338D"/>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fr-FR"/>
          </a:p>
        </p:txBody>
      </p:sp>
      <p:pic>
        <p:nvPicPr>
          <p:cNvPr id="12" name="Graphic 11">
            <a:extLst>
              <a:ext uri="{FF2B5EF4-FFF2-40B4-BE49-F238E27FC236}">
                <a16:creationId xmlns:a16="http://schemas.microsoft.com/office/drawing/2014/main" id="{8D201DF8-8688-B83B-BC19-EA576B519C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8B9B2E45-F797-8C99-08D4-9DA15AA8DE3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048C6BF7-D6A6-A874-7571-562059B61049}"/>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B8FDD03E-077D-636B-3CB7-0042A0B81724}"/>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CBF5D9C-E8B3-DDEB-3F3C-128404F08F15}"/>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Graphic 7" descr="Home">
            <a:hlinkClick r:id="rId4" action="ppaction://hlinksldjump"/>
            <a:extLst>
              <a:ext uri="{FF2B5EF4-FFF2-40B4-BE49-F238E27FC236}">
                <a16:creationId xmlns:a16="http://schemas.microsoft.com/office/drawing/2014/main" id="{ADE63953-21BF-6AA9-FD7C-6A3840E2323D}"/>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B3BD9D59-40AF-CF26-139F-038A1F3B68B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13" name="Rectangle 12">
            <a:extLst>
              <a:ext uri="{FF2B5EF4-FFF2-40B4-BE49-F238E27FC236}">
                <a16:creationId xmlns:a16="http://schemas.microsoft.com/office/drawing/2014/main" id="{B0445F30-0C21-29B9-0CAC-4AFB0EC352A5}"/>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14" name="Rectangle 13">
            <a:extLst>
              <a:ext uri="{FF2B5EF4-FFF2-40B4-BE49-F238E27FC236}">
                <a16:creationId xmlns:a16="http://schemas.microsoft.com/office/drawing/2014/main" id="{9E019F5F-2EE7-BEB3-F0A6-2EB68BAF25FA}"/>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15" name="Rectangle 14">
            <a:extLst>
              <a:ext uri="{FF2B5EF4-FFF2-40B4-BE49-F238E27FC236}">
                <a16:creationId xmlns:a16="http://schemas.microsoft.com/office/drawing/2014/main" id="{31B46F6F-420B-A6C6-98CE-34CF67DA84D9}"/>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16" name="Rectangle 15">
            <a:extLst>
              <a:ext uri="{FF2B5EF4-FFF2-40B4-BE49-F238E27FC236}">
                <a16:creationId xmlns:a16="http://schemas.microsoft.com/office/drawing/2014/main" id="{3481F30B-87C9-F424-BA5F-5D5E5DA75060}"/>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17" name="Rectangle 16">
            <a:extLst>
              <a:ext uri="{FF2B5EF4-FFF2-40B4-BE49-F238E27FC236}">
                <a16:creationId xmlns:a16="http://schemas.microsoft.com/office/drawing/2014/main" id="{579392A3-B8BC-C925-E37C-D94EF00922AD}"/>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18" name="Rectangle 17">
            <a:extLst>
              <a:ext uri="{FF2B5EF4-FFF2-40B4-BE49-F238E27FC236}">
                <a16:creationId xmlns:a16="http://schemas.microsoft.com/office/drawing/2014/main" id="{D6510787-623A-82B6-766F-E331E452303F}"/>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19" name="Rectangle 18">
            <a:extLst>
              <a:ext uri="{FF2B5EF4-FFF2-40B4-BE49-F238E27FC236}">
                <a16:creationId xmlns:a16="http://schemas.microsoft.com/office/drawing/2014/main" id="{31282A45-3E91-D27D-C949-5B4F0CBB7CB5}"/>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20" name="Group 19">
            <a:extLst>
              <a:ext uri="{FF2B5EF4-FFF2-40B4-BE49-F238E27FC236}">
                <a16:creationId xmlns:a16="http://schemas.microsoft.com/office/drawing/2014/main" id="{889A8C53-A765-0609-78B6-51404F3BFD45}"/>
              </a:ext>
            </a:extLst>
          </p:cNvPr>
          <p:cNvGrpSpPr/>
          <p:nvPr userDrawn="1"/>
        </p:nvGrpSpPr>
        <p:grpSpPr>
          <a:xfrm>
            <a:off x="985838" y="6975139"/>
            <a:ext cx="10223500" cy="230049"/>
            <a:chOff x="985838" y="6975139"/>
            <a:chExt cx="10223500" cy="230049"/>
          </a:xfrm>
        </p:grpSpPr>
        <p:cxnSp>
          <p:nvCxnSpPr>
            <p:cNvPr id="21" name="Straight Arrow Connector 20">
              <a:extLst>
                <a:ext uri="{FF2B5EF4-FFF2-40B4-BE49-F238E27FC236}">
                  <a16:creationId xmlns:a16="http://schemas.microsoft.com/office/drawing/2014/main" id="{36F6080D-BE3A-7176-6987-9000BBD808D4}"/>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235F25BE-7E7E-1C70-74A0-F6618AE898C1}"/>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23" name="Group 22">
            <a:extLst>
              <a:ext uri="{FF2B5EF4-FFF2-40B4-BE49-F238E27FC236}">
                <a16:creationId xmlns:a16="http://schemas.microsoft.com/office/drawing/2014/main" id="{670DF664-EEF0-7B84-5E50-5014C67AB99E}"/>
              </a:ext>
            </a:extLst>
          </p:cNvPr>
          <p:cNvGrpSpPr/>
          <p:nvPr userDrawn="1"/>
        </p:nvGrpSpPr>
        <p:grpSpPr>
          <a:xfrm>
            <a:off x="0" y="7255521"/>
            <a:ext cx="12192000" cy="230049"/>
            <a:chOff x="0" y="7255521"/>
            <a:chExt cx="12192000" cy="230049"/>
          </a:xfrm>
        </p:grpSpPr>
        <p:cxnSp>
          <p:nvCxnSpPr>
            <p:cNvPr id="24" name="Straight Arrow Connector 23">
              <a:extLst>
                <a:ext uri="{FF2B5EF4-FFF2-40B4-BE49-F238E27FC236}">
                  <a16:creationId xmlns:a16="http://schemas.microsoft.com/office/drawing/2014/main" id="{DB00AFAE-C18C-A654-B469-0D5DF6A4CD42}"/>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4F90ABB8-A34B-B54F-5385-A2A81BE24A57}"/>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26" name="Group 25">
            <a:extLst>
              <a:ext uri="{FF2B5EF4-FFF2-40B4-BE49-F238E27FC236}">
                <a16:creationId xmlns:a16="http://schemas.microsoft.com/office/drawing/2014/main" id="{4DDB1F96-6840-1672-AB3D-E576597069A2}"/>
              </a:ext>
            </a:extLst>
          </p:cNvPr>
          <p:cNvGrpSpPr>
            <a:grpSpLocks/>
          </p:cNvGrpSpPr>
          <p:nvPr userDrawn="1"/>
        </p:nvGrpSpPr>
        <p:grpSpPr>
          <a:xfrm>
            <a:off x="982800" y="7491081"/>
            <a:ext cx="4930775" cy="230049"/>
            <a:chOff x="985838" y="7724761"/>
            <a:chExt cx="4930775" cy="230049"/>
          </a:xfrm>
        </p:grpSpPr>
        <p:cxnSp>
          <p:nvCxnSpPr>
            <p:cNvPr id="27" name="Straight Arrow Connector 26">
              <a:extLst>
                <a:ext uri="{FF2B5EF4-FFF2-40B4-BE49-F238E27FC236}">
                  <a16:creationId xmlns:a16="http://schemas.microsoft.com/office/drawing/2014/main" id="{B829B72D-352E-A2E6-A650-2AA00C218470}"/>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4A58749A-15AE-ED38-F313-FA85544F2B83}"/>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29" name="Group 28">
            <a:extLst>
              <a:ext uri="{FF2B5EF4-FFF2-40B4-BE49-F238E27FC236}">
                <a16:creationId xmlns:a16="http://schemas.microsoft.com/office/drawing/2014/main" id="{DB7FDC9C-CABB-AE31-C8F3-7E084B225949}"/>
              </a:ext>
            </a:extLst>
          </p:cNvPr>
          <p:cNvGrpSpPr>
            <a:grpSpLocks/>
          </p:cNvGrpSpPr>
          <p:nvPr userDrawn="1"/>
        </p:nvGrpSpPr>
        <p:grpSpPr>
          <a:xfrm>
            <a:off x="6274800" y="7491081"/>
            <a:ext cx="4930775" cy="230049"/>
            <a:chOff x="985838" y="7724761"/>
            <a:chExt cx="4930775" cy="230049"/>
          </a:xfrm>
        </p:grpSpPr>
        <p:cxnSp>
          <p:nvCxnSpPr>
            <p:cNvPr id="30" name="Straight Arrow Connector 29">
              <a:extLst>
                <a:ext uri="{FF2B5EF4-FFF2-40B4-BE49-F238E27FC236}">
                  <a16:creationId xmlns:a16="http://schemas.microsoft.com/office/drawing/2014/main" id="{91D142EB-B6C9-26B0-247B-166AB1ABFD4C}"/>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5674CB48-5530-F5FC-D699-0326E3D613C3}"/>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32" name="Group 31">
            <a:extLst>
              <a:ext uri="{FF2B5EF4-FFF2-40B4-BE49-F238E27FC236}">
                <a16:creationId xmlns:a16="http://schemas.microsoft.com/office/drawing/2014/main" id="{4488C567-21C9-D80C-8D56-8F6781301E46}"/>
              </a:ext>
            </a:extLst>
          </p:cNvPr>
          <p:cNvGrpSpPr/>
          <p:nvPr userDrawn="1"/>
        </p:nvGrpSpPr>
        <p:grpSpPr>
          <a:xfrm>
            <a:off x="12750953" y="0"/>
            <a:ext cx="230051" cy="6858000"/>
            <a:chOff x="-1090386" y="0"/>
            <a:chExt cx="230051" cy="6858000"/>
          </a:xfrm>
        </p:grpSpPr>
        <p:cxnSp>
          <p:nvCxnSpPr>
            <p:cNvPr id="33" name="Straight Arrow Connector 32">
              <a:extLst>
                <a:ext uri="{FF2B5EF4-FFF2-40B4-BE49-F238E27FC236}">
                  <a16:creationId xmlns:a16="http://schemas.microsoft.com/office/drawing/2014/main" id="{DA1D2814-64F3-544C-427E-6838D29D2138}"/>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DD9391FE-EF28-DCF2-B7B4-8212CD17AD5D}"/>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spTree>
    <p:extLst>
      <p:ext uri="{BB962C8B-B14F-4D97-AF65-F5344CB8AC3E}">
        <p14:creationId xmlns:p14="http://schemas.microsoft.com/office/powerpoint/2010/main" val="17545680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UpSlide_Subsection Divider_DO NOT delete">
    <p:bg>
      <p:bgPr>
        <a:solidFill>
          <a:srgbClr val="ACEAFF"/>
        </a:soli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a:xfrm>
            <a:off x="0" y="0"/>
            <a:ext cx="0" cy="0"/>
          </a:xfrm>
          <a:prstGeom prst="rect">
            <a:avLst/>
          </a:prstGeom>
          <a:noFill/>
          <a:ln>
            <a:solidFill>
              <a:srgbClr val="6D2077"/>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en-GB"/>
          </a:p>
        </p:txBody>
      </p:sp>
      <p:sp>
        <p:nvSpPr>
          <p:cNvPr id="3" name="Isosceles Triangle 2">
            <a:extLst>
              <a:ext uri="{FF2B5EF4-FFF2-40B4-BE49-F238E27FC236}">
                <a16:creationId xmlns:a16="http://schemas.microsoft.com/office/drawing/2014/main" id="{FBF06BAA-B34F-A402-A5E3-D365A4C3C4D9}"/>
              </a:ext>
            </a:extLst>
          </p:cNvPr>
          <p:cNvSpPr/>
          <p:nvPr userDrawn="1"/>
        </p:nvSpPr>
        <p:spPr>
          <a:xfrm rot="5400000">
            <a:off x="11914569" y="209664"/>
            <a:ext cx="99161" cy="85483"/>
          </a:xfrm>
          <a:prstGeom prst="triangle">
            <a:avLst/>
          </a:prstGeom>
          <a:solidFill>
            <a:schemeClr val="accent3">
              <a:lumMod val="100000"/>
            </a:schemeClr>
          </a:solid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EEE51BD3-7A21-0D52-6714-28D30B1328B2}"/>
              </a:ext>
            </a:extLst>
          </p:cNvPr>
          <p:cNvSpPr/>
          <p:nvPr userDrawn="1"/>
        </p:nvSpPr>
        <p:spPr>
          <a:xfrm rot="16200000" flipH="1">
            <a:off x="11352448" y="209664"/>
            <a:ext cx="99161" cy="85483"/>
          </a:xfrm>
          <a:prstGeom prst="triangle">
            <a:avLst/>
          </a:prstGeom>
          <a:solidFill>
            <a:schemeClr val="accent3">
              <a:lumMod val="100000"/>
            </a:schemeClr>
          </a:solid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57BF9A7-DC28-8EE0-BF29-78170329A485}"/>
              </a:ext>
            </a:extLst>
          </p:cNvPr>
          <p:cNvSpPr/>
          <p:nvPr userDrawn="1"/>
        </p:nvSpPr>
        <p:spPr>
          <a:xfrm>
            <a:off x="11836622"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4DFF4B78-BB94-DA44-56EA-1AB499A0B0E8}"/>
              </a:ext>
            </a:extLst>
          </p:cNvPr>
          <p:cNvSpPr/>
          <p:nvPr userDrawn="1"/>
        </p:nvSpPr>
        <p:spPr>
          <a:xfrm flipH="1">
            <a:off x="11292948"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Graphic 6" descr="Home">
            <a:hlinkClick r:id="rId2" action="ppaction://hlinksldjump"/>
            <a:extLst>
              <a:ext uri="{FF2B5EF4-FFF2-40B4-BE49-F238E27FC236}">
                <a16:creationId xmlns:a16="http://schemas.microsoft.com/office/drawing/2014/main" id="{94C79EC3-C681-2E4F-2E2C-BF9E374E994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71850" y="134089"/>
            <a:ext cx="222478" cy="222478"/>
          </a:xfrm>
          <a:prstGeom prst="rect">
            <a:avLst/>
          </a:prstGeom>
        </p:spPr>
      </p:pic>
      <p:sp>
        <p:nvSpPr>
          <p:cNvPr id="10" name="UpSlide Options" descr="{&#10;  &quot;NoBreadcrumb&quot;: true,&#10;  &quot;NoBreadcrumbNorReminder&quot;: true,&#10;  &quot;MinimumUpSlideVersion&quot;: &quot;0.0.0.0&quot;&#10;}" hidden="1">
            <a:extLst>
              <a:ext uri="{FF2B5EF4-FFF2-40B4-BE49-F238E27FC236}">
                <a16:creationId xmlns:a16="http://schemas.microsoft.com/office/drawing/2014/main" id="{85273A99-780A-A81B-2653-E26749654579}"/>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9" name="Rectangle 8">
            <a:extLst>
              <a:ext uri="{FF2B5EF4-FFF2-40B4-BE49-F238E27FC236}">
                <a16:creationId xmlns:a16="http://schemas.microsoft.com/office/drawing/2014/main" id="{33CFB5FA-E887-255B-3B74-6BF59DEED87A}"/>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12" name="Rectangle 11">
            <a:extLst>
              <a:ext uri="{FF2B5EF4-FFF2-40B4-BE49-F238E27FC236}">
                <a16:creationId xmlns:a16="http://schemas.microsoft.com/office/drawing/2014/main" id="{0205F0CB-83CC-BAC0-E592-5C2CD05FD0E0}"/>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13" name="Rectangle 12">
            <a:extLst>
              <a:ext uri="{FF2B5EF4-FFF2-40B4-BE49-F238E27FC236}">
                <a16:creationId xmlns:a16="http://schemas.microsoft.com/office/drawing/2014/main" id="{661F50F5-7436-A2FF-7A78-774B93630565}"/>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14" name="Rectangle 13">
            <a:extLst>
              <a:ext uri="{FF2B5EF4-FFF2-40B4-BE49-F238E27FC236}">
                <a16:creationId xmlns:a16="http://schemas.microsoft.com/office/drawing/2014/main" id="{35A2C8DE-3ED2-D532-1780-65E947F1D559}"/>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15" name="Rectangle 14">
            <a:extLst>
              <a:ext uri="{FF2B5EF4-FFF2-40B4-BE49-F238E27FC236}">
                <a16:creationId xmlns:a16="http://schemas.microsoft.com/office/drawing/2014/main" id="{3A3FA8F4-4843-263F-96E0-B6726210B447}"/>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16" name="Rectangle 15">
            <a:extLst>
              <a:ext uri="{FF2B5EF4-FFF2-40B4-BE49-F238E27FC236}">
                <a16:creationId xmlns:a16="http://schemas.microsoft.com/office/drawing/2014/main" id="{037BE651-9EB4-9A95-026F-783FB41D437E}"/>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17" name="Rectangle 16">
            <a:extLst>
              <a:ext uri="{FF2B5EF4-FFF2-40B4-BE49-F238E27FC236}">
                <a16:creationId xmlns:a16="http://schemas.microsoft.com/office/drawing/2014/main" id="{ADCB62FB-0977-E726-CC67-F0ACF20656F8}"/>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18" name="Group 17">
            <a:extLst>
              <a:ext uri="{FF2B5EF4-FFF2-40B4-BE49-F238E27FC236}">
                <a16:creationId xmlns:a16="http://schemas.microsoft.com/office/drawing/2014/main" id="{4E3BA29E-5734-844E-0DD3-DB6D62B2E67F}"/>
              </a:ext>
            </a:extLst>
          </p:cNvPr>
          <p:cNvGrpSpPr/>
          <p:nvPr userDrawn="1"/>
        </p:nvGrpSpPr>
        <p:grpSpPr>
          <a:xfrm>
            <a:off x="985838" y="6975139"/>
            <a:ext cx="10223500" cy="230049"/>
            <a:chOff x="985838" y="6975139"/>
            <a:chExt cx="10223500" cy="230049"/>
          </a:xfrm>
        </p:grpSpPr>
        <p:cxnSp>
          <p:nvCxnSpPr>
            <p:cNvPr id="19" name="Straight Arrow Connector 18">
              <a:extLst>
                <a:ext uri="{FF2B5EF4-FFF2-40B4-BE49-F238E27FC236}">
                  <a16:creationId xmlns:a16="http://schemas.microsoft.com/office/drawing/2014/main" id="{12BCD034-1D81-DF73-6B9C-35FEFDE1A2EF}"/>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645ECD14-A88B-26B8-C271-3544402FA822}"/>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21" name="Group 20">
            <a:extLst>
              <a:ext uri="{FF2B5EF4-FFF2-40B4-BE49-F238E27FC236}">
                <a16:creationId xmlns:a16="http://schemas.microsoft.com/office/drawing/2014/main" id="{9086E4A3-DB15-1A7E-B365-6363F6C0D715}"/>
              </a:ext>
            </a:extLst>
          </p:cNvPr>
          <p:cNvGrpSpPr/>
          <p:nvPr userDrawn="1"/>
        </p:nvGrpSpPr>
        <p:grpSpPr>
          <a:xfrm>
            <a:off x="0" y="7255521"/>
            <a:ext cx="12192000" cy="230049"/>
            <a:chOff x="0" y="7255521"/>
            <a:chExt cx="12192000" cy="230049"/>
          </a:xfrm>
        </p:grpSpPr>
        <p:cxnSp>
          <p:nvCxnSpPr>
            <p:cNvPr id="22" name="Straight Arrow Connector 21">
              <a:extLst>
                <a:ext uri="{FF2B5EF4-FFF2-40B4-BE49-F238E27FC236}">
                  <a16:creationId xmlns:a16="http://schemas.microsoft.com/office/drawing/2014/main" id="{13F8B589-D90F-022D-5B2A-67784E8C60CC}"/>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330B0714-AC89-D734-AE6C-1BC1C0DDC4A0}"/>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24" name="Group 23">
            <a:extLst>
              <a:ext uri="{FF2B5EF4-FFF2-40B4-BE49-F238E27FC236}">
                <a16:creationId xmlns:a16="http://schemas.microsoft.com/office/drawing/2014/main" id="{EEFFEDB6-C345-906D-B0CF-B3472AB70B24}"/>
              </a:ext>
            </a:extLst>
          </p:cNvPr>
          <p:cNvGrpSpPr>
            <a:grpSpLocks/>
          </p:cNvGrpSpPr>
          <p:nvPr userDrawn="1"/>
        </p:nvGrpSpPr>
        <p:grpSpPr>
          <a:xfrm>
            <a:off x="982800" y="7491081"/>
            <a:ext cx="4930775" cy="230049"/>
            <a:chOff x="985838" y="7724761"/>
            <a:chExt cx="4930775" cy="230049"/>
          </a:xfrm>
        </p:grpSpPr>
        <p:cxnSp>
          <p:nvCxnSpPr>
            <p:cNvPr id="25" name="Straight Arrow Connector 24">
              <a:extLst>
                <a:ext uri="{FF2B5EF4-FFF2-40B4-BE49-F238E27FC236}">
                  <a16:creationId xmlns:a16="http://schemas.microsoft.com/office/drawing/2014/main" id="{F0BFED28-6AF0-FAA5-F421-FE495061F4FC}"/>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950A4FD4-F136-DF70-76B0-1BB9EF0C739A}"/>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27" name="Group 26">
            <a:extLst>
              <a:ext uri="{FF2B5EF4-FFF2-40B4-BE49-F238E27FC236}">
                <a16:creationId xmlns:a16="http://schemas.microsoft.com/office/drawing/2014/main" id="{8C64E46B-5EC5-1FC5-B529-B7E5B4152530}"/>
              </a:ext>
            </a:extLst>
          </p:cNvPr>
          <p:cNvGrpSpPr>
            <a:grpSpLocks/>
          </p:cNvGrpSpPr>
          <p:nvPr userDrawn="1"/>
        </p:nvGrpSpPr>
        <p:grpSpPr>
          <a:xfrm>
            <a:off x="6274800" y="7491081"/>
            <a:ext cx="4930775" cy="230049"/>
            <a:chOff x="985838" y="7724761"/>
            <a:chExt cx="4930775" cy="230049"/>
          </a:xfrm>
        </p:grpSpPr>
        <p:cxnSp>
          <p:nvCxnSpPr>
            <p:cNvPr id="28" name="Straight Arrow Connector 27">
              <a:extLst>
                <a:ext uri="{FF2B5EF4-FFF2-40B4-BE49-F238E27FC236}">
                  <a16:creationId xmlns:a16="http://schemas.microsoft.com/office/drawing/2014/main" id="{FD73505F-9B35-5D89-21AB-6253C5A68636}"/>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D431B887-9B84-29BB-1570-E1A32BC7FFBC}"/>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30" name="Group 29">
            <a:extLst>
              <a:ext uri="{FF2B5EF4-FFF2-40B4-BE49-F238E27FC236}">
                <a16:creationId xmlns:a16="http://schemas.microsoft.com/office/drawing/2014/main" id="{FB630184-2CF5-CF99-41C5-1E486211C55F}"/>
              </a:ext>
            </a:extLst>
          </p:cNvPr>
          <p:cNvGrpSpPr/>
          <p:nvPr userDrawn="1"/>
        </p:nvGrpSpPr>
        <p:grpSpPr>
          <a:xfrm>
            <a:off x="12750953" y="0"/>
            <a:ext cx="230051" cy="6858000"/>
            <a:chOff x="-1090386" y="0"/>
            <a:chExt cx="230051" cy="6858000"/>
          </a:xfrm>
        </p:grpSpPr>
        <p:cxnSp>
          <p:nvCxnSpPr>
            <p:cNvPr id="31" name="Straight Arrow Connector 30">
              <a:extLst>
                <a:ext uri="{FF2B5EF4-FFF2-40B4-BE49-F238E27FC236}">
                  <a16:creationId xmlns:a16="http://schemas.microsoft.com/office/drawing/2014/main" id="{D7817A3E-0065-E73A-9743-135964766EE0}"/>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B66DFC8F-B010-DDA1-50A3-F67FFBFEEAF9}"/>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spTree>
    <p:extLst>
      <p:ext uri="{BB962C8B-B14F-4D97-AF65-F5344CB8AC3E}">
        <p14:creationId xmlns:p14="http://schemas.microsoft.com/office/powerpoint/2010/main" val="19591000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able of content Storage Layout">
    <p:bg>
      <p:bgPr>
        <a:solidFill>
          <a:schemeClr val="bg2"/>
        </a:solidFill>
        <a:effectLst/>
      </p:bgPr>
    </p:bg>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D25ADF4A-CD78-DFC1-3B3B-4BC946D4A62F}"/>
              </a:ext>
            </a:extLst>
          </p:cNvPr>
          <p:cNvGraphicFramePr>
            <a:graphicFrameLocks noChangeAspect="1"/>
          </p:cNvGraphicFramePr>
          <p:nvPr userDrawn="1">
            <p:custDataLst>
              <p:tags r:id="rId1"/>
            </p:custDataLst>
            <p:extLst>
              <p:ext uri="{D42A27DB-BD31-4B8C-83A1-F6EECF244321}">
                <p14:modId xmlns:p14="http://schemas.microsoft.com/office/powerpoint/2010/main" val="15646251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73" imgH="476" progId="TCLayout.ActiveDocument.1">
                  <p:embed/>
                </p:oleObj>
              </mc:Choice>
              <mc:Fallback>
                <p:oleObj name="think-cell Slide" r:id="rId15" imgW="473" imgH="476" progId="TCLayout.ActiveDocument.1">
                  <p:embed/>
                  <p:pic>
                    <p:nvPicPr>
                      <p:cNvPr id="15" name="think-cell data - do not delete" hidden="1">
                        <a:extLst>
                          <a:ext uri="{FF2B5EF4-FFF2-40B4-BE49-F238E27FC236}">
                            <a16:creationId xmlns:a16="http://schemas.microsoft.com/office/drawing/2014/main" id="{D25ADF4A-CD78-DFC1-3B3B-4BC946D4A62F}"/>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18" name="Shape 8">
            <a:extLst>
              <a:ext uri="{FF2B5EF4-FFF2-40B4-BE49-F238E27FC236}">
                <a16:creationId xmlns:a16="http://schemas.microsoft.com/office/drawing/2014/main" id="{576F1564-A34F-FC04-9F9C-0BBC4A392659}"/>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3">
                    <a:lumMod val="100000"/>
                  </a:schemeClr>
                </a:solidFill>
                <a:latin typeface="+mn-lt"/>
                <a:ea typeface="Arial"/>
                <a:cs typeface="Arial" panose="020B0604020202020204" pitchFamily="34" charset="0"/>
              </a:rPr>
              <a:pPr algn="r"/>
              <a:t>‹#›</a:t>
            </a:fld>
            <a:endParaRPr lang="en-GB" sz="1000">
              <a:solidFill>
                <a:schemeClr val="accent3">
                  <a:lumMod val="100000"/>
                </a:schemeClr>
              </a:solidFill>
              <a:latin typeface="+mn-lt"/>
              <a:ea typeface="Arial"/>
              <a:cs typeface="Arial" panose="020B0604020202020204" pitchFamily="34" charset="0"/>
            </a:endParaRPr>
          </a:p>
        </p:txBody>
      </p:sp>
      <p:sp>
        <p:nvSpPr>
          <p:cNvPr id="21" name="TextBox 20">
            <a:extLst>
              <a:ext uri="{FF2B5EF4-FFF2-40B4-BE49-F238E27FC236}">
                <a16:creationId xmlns:a16="http://schemas.microsoft.com/office/drawing/2014/main" id="{01A5C7BB-D2C7-E5ED-C1E5-3495D5625FA9}"/>
              </a:ext>
              <a:ext uri="{C183D7F6-B498-43B3-948B-1728B52AA6E4}">
                <adec:decorative xmlns:adec="http://schemas.microsoft.com/office/drawing/2017/decorative" val="1"/>
              </a:ext>
            </a:extLst>
          </p:cNvPr>
          <p:cNvSpPr txBox="1"/>
          <p:nvPr userDrawn="1">
            <p:custDataLst>
              <p:tags r:id="rId2"/>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22" name="TextBox 21">
            <a:extLst>
              <a:ext uri="{FF2B5EF4-FFF2-40B4-BE49-F238E27FC236}">
                <a16:creationId xmlns:a16="http://schemas.microsoft.com/office/drawing/2014/main" id="{96A3735F-E33F-19FA-11A5-2C7473C21FA4}"/>
              </a:ext>
              <a:ext uri="{C183D7F6-B498-43B3-948B-1728B52AA6E4}">
                <adec:decorative xmlns:adec="http://schemas.microsoft.com/office/drawing/2017/decorative" val="1"/>
              </a:ext>
            </a:extLst>
          </p:cNvPr>
          <p:cNvSpPr txBox="1"/>
          <p:nvPr userDrawn="1"/>
        </p:nvSpPr>
        <p:spPr>
          <a:xfrm>
            <a:off x="1885684" y="6266997"/>
            <a:ext cx="6509009" cy="184666"/>
          </a:xfrm>
          <a:prstGeom prst="rect">
            <a:avLst/>
          </a:prstGeom>
          <a:noFill/>
        </p:spPr>
        <p:txBody>
          <a:bodyPr wrap="square" lIns="0" tIns="0" rIns="0" bIns="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2026 KPMG Advisory (Hong Kong) Limited, a limited liability company in Hong Kong and a member firm of the KPMG global </a:t>
            </a:r>
            <a:r>
              <a:rPr lang="en-US" sz="600" kern="1200" noProof="0" err="1">
                <a:solidFill>
                  <a:schemeClr val="bg1">
                    <a:lumMod val="65000"/>
                  </a:schemeClr>
                </a:solidFill>
                <a:latin typeface="+mn-lt"/>
                <a:ea typeface="+mn-ea"/>
                <a:cs typeface="+mn-cs"/>
              </a:rPr>
              <a:t>organisation</a:t>
            </a:r>
            <a:r>
              <a:rPr lang="en-US" sz="600" kern="1200" noProof="0">
                <a:solidFill>
                  <a:schemeClr val="bg1">
                    <a:lumMod val="65000"/>
                  </a:schemeClr>
                </a:solidFill>
                <a:latin typeface="+mn-lt"/>
                <a:ea typeface="+mn-ea"/>
                <a:cs typeface="+mn-cs"/>
              </a:rPr>
              <a:t> of independent member firms affiliated with KPMG International Limited ("KPMG International"), a private English company limited by guarantee.  All rights reserved. Printed in Hong Kong.</a:t>
            </a:r>
          </a:p>
        </p:txBody>
      </p:sp>
      <p:cxnSp>
        <p:nvCxnSpPr>
          <p:cNvPr id="24" name="Straight Connector 23">
            <a:extLst>
              <a:ext uri="{FF2B5EF4-FFF2-40B4-BE49-F238E27FC236}">
                <a16:creationId xmlns:a16="http://schemas.microsoft.com/office/drawing/2014/main" id="{DC15D51C-F2BB-E2D6-637C-519FC5943B4E}"/>
              </a:ext>
            </a:extLst>
          </p:cNvPr>
          <p:cNvCxnSpPr/>
          <p:nvPr userDrawn="1"/>
        </p:nvCxnSpPr>
        <p:spPr>
          <a:xfrm>
            <a:off x="10928548" y="6266997"/>
            <a:ext cx="0" cy="149412"/>
          </a:xfrm>
          <a:prstGeom prst="line">
            <a:avLst/>
          </a:prstGeom>
          <a:ln w="6350" cap="flat" cmpd="sng" algn="ctr">
            <a:solidFill>
              <a:schemeClr val="accent3">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Graphic 8">
            <a:extLst>
              <a:ext uri="{FF2B5EF4-FFF2-40B4-BE49-F238E27FC236}">
                <a16:creationId xmlns:a16="http://schemas.microsoft.com/office/drawing/2014/main" id="{7CF0DC85-2767-E59F-E035-217973685D20}"/>
              </a:ext>
            </a:extLst>
          </p:cNvPr>
          <p:cNvSpPr>
            <a:spLocks/>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rgbClr val="0C233C"/>
          </a:solidFill>
          <a:ln w="1683" cap="flat">
            <a:noFill/>
            <a:prstDash val="solid"/>
            <a:miter/>
          </a:ln>
        </p:spPr>
        <p:txBody>
          <a:bodyPr rtlCol="0" anchor="ctr"/>
          <a:lstStyle/>
          <a:p>
            <a:endParaRPr lang="en-GB"/>
          </a:p>
        </p:txBody>
      </p:sp>
      <p:sp>
        <p:nvSpPr>
          <p:cNvPr id="28" name="Isosceles Triangle 27">
            <a:extLst>
              <a:ext uri="{FF2B5EF4-FFF2-40B4-BE49-F238E27FC236}">
                <a16:creationId xmlns:a16="http://schemas.microsoft.com/office/drawing/2014/main" id="{E5799854-0E48-4437-9B21-C4D2EEC113BD}"/>
              </a:ext>
            </a:extLst>
          </p:cNvPr>
          <p:cNvSpPr/>
          <p:nvPr userDrawn="1"/>
        </p:nvSpPr>
        <p:spPr>
          <a:xfrm rot="5400000">
            <a:off x="11914569" y="209664"/>
            <a:ext cx="99161" cy="85483"/>
          </a:xfrm>
          <a:prstGeom prst="triangl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9" name="Isosceles Triangle 28">
            <a:extLst>
              <a:ext uri="{FF2B5EF4-FFF2-40B4-BE49-F238E27FC236}">
                <a16:creationId xmlns:a16="http://schemas.microsoft.com/office/drawing/2014/main" id="{D4AF27F3-4CA6-B9ED-CE3F-B36468FD508D}"/>
              </a:ext>
            </a:extLst>
          </p:cNvPr>
          <p:cNvSpPr/>
          <p:nvPr userDrawn="1"/>
        </p:nvSpPr>
        <p:spPr>
          <a:xfrm rot="16200000" flipH="1">
            <a:off x="11352448" y="209664"/>
            <a:ext cx="99161" cy="85483"/>
          </a:xfrm>
          <a:prstGeom prst="triangl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0" name="Oval 29">
            <a:hlinkClick r:id="" action="ppaction://hlinkshowjump?jump=nextslide"/>
            <a:extLst>
              <a:ext uri="{FF2B5EF4-FFF2-40B4-BE49-F238E27FC236}">
                <a16:creationId xmlns:a16="http://schemas.microsoft.com/office/drawing/2014/main" id="{9CF5E929-55F5-966D-51FE-6B743B101594}"/>
              </a:ext>
            </a:extLst>
          </p:cNvPr>
          <p:cNvSpPr/>
          <p:nvPr userDrawn="1"/>
        </p:nvSpPr>
        <p:spPr>
          <a:xfrm>
            <a:off x="11836622"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1" name="Oval 30">
            <a:hlinkClick r:id="" action="ppaction://hlinkshowjump?jump=previousslide"/>
            <a:extLst>
              <a:ext uri="{FF2B5EF4-FFF2-40B4-BE49-F238E27FC236}">
                <a16:creationId xmlns:a16="http://schemas.microsoft.com/office/drawing/2014/main" id="{DEEF2BB8-995C-9B02-21BA-620A19AD9839}"/>
              </a:ext>
            </a:extLst>
          </p:cNvPr>
          <p:cNvSpPr/>
          <p:nvPr userDrawn="1"/>
        </p:nvSpPr>
        <p:spPr>
          <a:xfrm flipH="1">
            <a:off x="11292948"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32" name="Graphic 31" descr="Home">
            <a:hlinkClick r:id="rId17" action="ppaction://hlinksldjump"/>
            <a:extLst>
              <a:ext uri="{FF2B5EF4-FFF2-40B4-BE49-F238E27FC236}">
                <a16:creationId xmlns:a16="http://schemas.microsoft.com/office/drawing/2014/main" id="{ED80F5BA-6E6A-58FC-16AC-30F1758A6F42}"/>
              </a:ext>
            </a:extLst>
          </p:cNvPr>
          <p:cNvPicPr>
            <a:picLocks noChangeAspect="1"/>
          </p:cNvPicPr>
          <p:nvPr userDrawn="1"/>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11571850" y="134089"/>
            <a:ext cx="222478" cy="222478"/>
          </a:xfrm>
          <a:prstGeom prst="rect">
            <a:avLst/>
          </a:prstGeom>
        </p:spPr>
      </p:pic>
      <p:sp>
        <p:nvSpPr>
          <p:cNvPr id="33" name="Text Box 4">
            <a:extLst>
              <a:ext uri="{FF2B5EF4-FFF2-40B4-BE49-F238E27FC236}">
                <a16:creationId xmlns:a16="http://schemas.microsoft.com/office/drawing/2014/main" id="{A28FB37C-8CC1-D338-1762-0455E7055977}"/>
              </a:ext>
            </a:extLst>
          </p:cNvPr>
          <p:cNvSpPr txBox="1">
            <a:spLocks noChangeArrowheads="1"/>
          </p:cNvSpPr>
          <p:nvPr userDrawn="1">
            <p:custDataLst>
              <p:tags r:id="rId3"/>
            </p:custDataLst>
          </p:nvPr>
        </p:nvSpPr>
        <p:spPr bwMode="gray">
          <a:xfrm>
            <a:off x="8580476" y="6463891"/>
            <a:ext cx="3463175" cy="260008"/>
          </a:xfrm>
          <a:prstGeom prst="rect">
            <a:avLst/>
          </a:prstGeom>
          <a:noFill/>
          <a:ln w="6350" algn="ctr">
            <a:noFill/>
            <a:miter lim="800000"/>
            <a:headEnd/>
            <a:tailEnd/>
          </a:ln>
          <a:effectLst/>
        </p:spPr>
        <p:txBody>
          <a:bodyPr wrap="square" lIns="0" tIns="36000" rIns="0" bIns="0" anchor="ctr" anchorCtr="0">
            <a:noAutofit/>
          </a:bodyPr>
          <a:lstStyle/>
          <a:p>
            <a:pPr algn="ctr" defTabSz="762000" eaLnBrk="0" hangingPunct="0">
              <a:lnSpc>
                <a:spcPct val="80000"/>
              </a:lnSpc>
              <a:spcBef>
                <a:spcPct val="20000"/>
              </a:spcBef>
            </a:pPr>
            <a:r>
              <a:rPr lang="en-US" sz="1400" b="1">
                <a:solidFill>
                  <a:schemeClr val="accent6"/>
                </a:solidFill>
              </a:rPr>
              <a:t>DRAFT</a:t>
            </a:r>
          </a:p>
          <a:p>
            <a:pPr algn="ctr" defTabSz="762000" eaLnBrk="0" hangingPunct="0">
              <a:lnSpc>
                <a:spcPct val="80000"/>
              </a:lnSpc>
              <a:spcBef>
                <a:spcPct val="20000"/>
              </a:spcBef>
            </a:pPr>
            <a:r>
              <a:rPr lang="en-US" sz="800" b="0">
                <a:solidFill>
                  <a:schemeClr val="accent6"/>
                </a:solidFill>
              </a:rPr>
              <a:t>Important. This is a draft document. It is incomplete and subject to change. No responsibility can be accepted for reliance upon it.</a:t>
            </a:r>
          </a:p>
        </p:txBody>
      </p:sp>
      <p:sp>
        <p:nvSpPr>
          <p:cNvPr id="34" name="Rectangle 33">
            <a:extLst>
              <a:ext uri="{FF2B5EF4-FFF2-40B4-BE49-F238E27FC236}">
                <a16:creationId xmlns:a16="http://schemas.microsoft.com/office/drawing/2014/main" id="{B1E0A9F7-FE07-2B67-F577-EE1F38F5589F}"/>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35" name="Rectangle 34">
            <a:extLst>
              <a:ext uri="{FF2B5EF4-FFF2-40B4-BE49-F238E27FC236}">
                <a16:creationId xmlns:a16="http://schemas.microsoft.com/office/drawing/2014/main" id="{2E35B0C7-B7F8-F375-66FD-C51331F64234}"/>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36" name="Rectangle 35">
            <a:extLst>
              <a:ext uri="{FF2B5EF4-FFF2-40B4-BE49-F238E27FC236}">
                <a16:creationId xmlns:a16="http://schemas.microsoft.com/office/drawing/2014/main" id="{C006575F-656B-9505-64E3-DDAD9D2C7CE0}"/>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37" name="Rectangle 36">
            <a:extLst>
              <a:ext uri="{FF2B5EF4-FFF2-40B4-BE49-F238E27FC236}">
                <a16:creationId xmlns:a16="http://schemas.microsoft.com/office/drawing/2014/main" id="{86A8A123-9EB5-A0C7-A9EE-0DD0E290E73A}"/>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38" name="Rectangle 37">
            <a:extLst>
              <a:ext uri="{FF2B5EF4-FFF2-40B4-BE49-F238E27FC236}">
                <a16:creationId xmlns:a16="http://schemas.microsoft.com/office/drawing/2014/main" id="{DFE53554-AB8D-1E1C-7160-E43D2C9BE822}"/>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39" name="Rectangle 38">
            <a:extLst>
              <a:ext uri="{FF2B5EF4-FFF2-40B4-BE49-F238E27FC236}">
                <a16:creationId xmlns:a16="http://schemas.microsoft.com/office/drawing/2014/main" id="{4F257495-1F48-6B6F-5EB5-B79569BAFC05}"/>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40" name="Rectangle 39">
            <a:extLst>
              <a:ext uri="{FF2B5EF4-FFF2-40B4-BE49-F238E27FC236}">
                <a16:creationId xmlns:a16="http://schemas.microsoft.com/office/drawing/2014/main" id="{B32D44F0-2D38-4B4F-2B87-07EAECC73741}"/>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41" name="Group 40">
            <a:extLst>
              <a:ext uri="{FF2B5EF4-FFF2-40B4-BE49-F238E27FC236}">
                <a16:creationId xmlns:a16="http://schemas.microsoft.com/office/drawing/2014/main" id="{50ED0BE2-F9ED-CC5E-A07C-3CA50820307B}"/>
              </a:ext>
            </a:extLst>
          </p:cNvPr>
          <p:cNvGrpSpPr/>
          <p:nvPr userDrawn="1"/>
        </p:nvGrpSpPr>
        <p:grpSpPr>
          <a:xfrm>
            <a:off x="985838" y="6975139"/>
            <a:ext cx="10223500" cy="230049"/>
            <a:chOff x="985838" y="6975139"/>
            <a:chExt cx="10223500" cy="230049"/>
          </a:xfrm>
        </p:grpSpPr>
        <p:cxnSp>
          <p:nvCxnSpPr>
            <p:cNvPr id="42" name="Straight Arrow Connector 41">
              <a:extLst>
                <a:ext uri="{FF2B5EF4-FFF2-40B4-BE49-F238E27FC236}">
                  <a16:creationId xmlns:a16="http://schemas.microsoft.com/office/drawing/2014/main" id="{17ADCCB2-3C93-E417-FBCA-7B3161818EFE}"/>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70B15F74-3667-E979-5D86-6D102846C618}"/>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44" name="Group 43">
            <a:extLst>
              <a:ext uri="{FF2B5EF4-FFF2-40B4-BE49-F238E27FC236}">
                <a16:creationId xmlns:a16="http://schemas.microsoft.com/office/drawing/2014/main" id="{7B5DFD8C-40E2-0086-E71A-F456C5B8F1CF}"/>
              </a:ext>
            </a:extLst>
          </p:cNvPr>
          <p:cNvGrpSpPr/>
          <p:nvPr userDrawn="1"/>
        </p:nvGrpSpPr>
        <p:grpSpPr>
          <a:xfrm>
            <a:off x="0" y="7255521"/>
            <a:ext cx="12192000" cy="230049"/>
            <a:chOff x="0" y="7255521"/>
            <a:chExt cx="12192000" cy="230049"/>
          </a:xfrm>
        </p:grpSpPr>
        <p:cxnSp>
          <p:nvCxnSpPr>
            <p:cNvPr id="45" name="Straight Arrow Connector 44">
              <a:extLst>
                <a:ext uri="{FF2B5EF4-FFF2-40B4-BE49-F238E27FC236}">
                  <a16:creationId xmlns:a16="http://schemas.microsoft.com/office/drawing/2014/main" id="{68346787-7011-35A8-C4C7-A4DA127E5D75}"/>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4E4DA4BA-BD95-3E01-C13D-45177E541607}"/>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47" name="Group 46">
            <a:extLst>
              <a:ext uri="{FF2B5EF4-FFF2-40B4-BE49-F238E27FC236}">
                <a16:creationId xmlns:a16="http://schemas.microsoft.com/office/drawing/2014/main" id="{FA8B592B-4AB5-BB45-955C-93624BBC7DE9}"/>
              </a:ext>
            </a:extLst>
          </p:cNvPr>
          <p:cNvGrpSpPr>
            <a:grpSpLocks/>
          </p:cNvGrpSpPr>
          <p:nvPr userDrawn="1"/>
        </p:nvGrpSpPr>
        <p:grpSpPr>
          <a:xfrm>
            <a:off x="982800" y="7491081"/>
            <a:ext cx="4930775" cy="230049"/>
            <a:chOff x="985838" y="7724761"/>
            <a:chExt cx="4930775" cy="230049"/>
          </a:xfrm>
        </p:grpSpPr>
        <p:cxnSp>
          <p:nvCxnSpPr>
            <p:cNvPr id="48" name="Straight Arrow Connector 47">
              <a:extLst>
                <a:ext uri="{FF2B5EF4-FFF2-40B4-BE49-F238E27FC236}">
                  <a16:creationId xmlns:a16="http://schemas.microsoft.com/office/drawing/2014/main" id="{70BB834A-553A-77A4-ECE8-8CDCCB54E443}"/>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F68D8E15-39FD-CF7D-7F2A-405F7FF39F92}"/>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50" name="Group 49">
            <a:extLst>
              <a:ext uri="{FF2B5EF4-FFF2-40B4-BE49-F238E27FC236}">
                <a16:creationId xmlns:a16="http://schemas.microsoft.com/office/drawing/2014/main" id="{8220D0D7-FA47-957D-DF8B-5CA9440141E8}"/>
              </a:ext>
            </a:extLst>
          </p:cNvPr>
          <p:cNvGrpSpPr>
            <a:grpSpLocks/>
          </p:cNvGrpSpPr>
          <p:nvPr userDrawn="1"/>
        </p:nvGrpSpPr>
        <p:grpSpPr>
          <a:xfrm>
            <a:off x="6274800" y="7491081"/>
            <a:ext cx="4930775" cy="230049"/>
            <a:chOff x="985838" y="7724761"/>
            <a:chExt cx="4930775" cy="230049"/>
          </a:xfrm>
        </p:grpSpPr>
        <p:cxnSp>
          <p:nvCxnSpPr>
            <p:cNvPr id="51" name="Straight Arrow Connector 50">
              <a:extLst>
                <a:ext uri="{FF2B5EF4-FFF2-40B4-BE49-F238E27FC236}">
                  <a16:creationId xmlns:a16="http://schemas.microsoft.com/office/drawing/2014/main" id="{A1F07154-FAD9-7A69-634D-0CAE80966DF4}"/>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57EA49D5-EBF3-964C-4783-F0988EDE056E}"/>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53" name="Group 52">
            <a:extLst>
              <a:ext uri="{FF2B5EF4-FFF2-40B4-BE49-F238E27FC236}">
                <a16:creationId xmlns:a16="http://schemas.microsoft.com/office/drawing/2014/main" id="{0A9A0729-A47F-3657-E181-8DBC63DABE14}"/>
              </a:ext>
            </a:extLst>
          </p:cNvPr>
          <p:cNvGrpSpPr/>
          <p:nvPr userDrawn="1"/>
        </p:nvGrpSpPr>
        <p:grpSpPr>
          <a:xfrm>
            <a:off x="12750953" y="0"/>
            <a:ext cx="230051" cy="6858000"/>
            <a:chOff x="-1090386" y="0"/>
            <a:chExt cx="230051" cy="6858000"/>
          </a:xfrm>
        </p:grpSpPr>
        <p:cxnSp>
          <p:nvCxnSpPr>
            <p:cNvPr id="54" name="Straight Arrow Connector 53">
              <a:extLst>
                <a:ext uri="{FF2B5EF4-FFF2-40B4-BE49-F238E27FC236}">
                  <a16:creationId xmlns:a16="http://schemas.microsoft.com/office/drawing/2014/main" id="{67E794EC-20EE-C902-FDDE-D750149D7F47}"/>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67665E59-BFED-E06A-D230-22F04C58CCE4}"/>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grpSp>
        <p:nvGrpSpPr>
          <p:cNvPr id="56" name="Group 55">
            <a:extLst>
              <a:ext uri="{FF2B5EF4-FFF2-40B4-BE49-F238E27FC236}">
                <a16:creationId xmlns:a16="http://schemas.microsoft.com/office/drawing/2014/main" id="{6B8EA2C0-B40D-29FC-9726-7BDA5ED3775D}"/>
              </a:ext>
            </a:extLst>
          </p:cNvPr>
          <p:cNvGrpSpPr>
            <a:grpSpLocks/>
          </p:cNvGrpSpPr>
          <p:nvPr userDrawn="1"/>
        </p:nvGrpSpPr>
        <p:grpSpPr>
          <a:xfrm>
            <a:off x="12251088" y="1341438"/>
            <a:ext cx="230049" cy="4536000"/>
            <a:chOff x="-321485" y="1341438"/>
            <a:chExt cx="230049" cy="4536000"/>
          </a:xfrm>
        </p:grpSpPr>
        <p:cxnSp>
          <p:nvCxnSpPr>
            <p:cNvPr id="57" name="Straight Arrow Connector 56">
              <a:extLst>
                <a:ext uri="{FF2B5EF4-FFF2-40B4-BE49-F238E27FC236}">
                  <a16:creationId xmlns:a16="http://schemas.microsoft.com/office/drawing/2014/main" id="{96510830-673C-BC07-9517-A072AEEB3EDD}"/>
                </a:ext>
              </a:extLst>
            </p:cNvPr>
            <p:cNvCxnSpPr>
              <a:cxnSpLocks/>
            </p:cNvCxnSpPr>
            <p:nvPr userDrawn="1"/>
          </p:nvCxnSpPr>
          <p:spPr>
            <a:xfrm flipH="1">
              <a:off x="-206460" y="1341438"/>
              <a:ext cx="0" cy="4536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737D58E9-BC83-A59F-86D9-88C00BDFD44C}"/>
                </a:ext>
              </a:extLst>
            </p:cNvPr>
            <p:cNvSpPr>
              <a:spLocks/>
            </p:cNvSpPr>
            <p:nvPr userDrawn="1"/>
          </p:nvSpPr>
          <p:spPr>
            <a:xfrm rot="16200000">
              <a:off x="-650244" y="3494413"/>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12.60cm</a:t>
              </a:r>
            </a:p>
          </p:txBody>
        </p:sp>
      </p:grpSp>
      <p:grpSp>
        <p:nvGrpSpPr>
          <p:cNvPr id="59" name="Group 58">
            <a:extLst>
              <a:ext uri="{FF2B5EF4-FFF2-40B4-BE49-F238E27FC236}">
                <a16:creationId xmlns:a16="http://schemas.microsoft.com/office/drawing/2014/main" id="{5864241E-E195-E59B-C58E-D8B762FB894B}"/>
              </a:ext>
            </a:extLst>
          </p:cNvPr>
          <p:cNvGrpSpPr/>
          <p:nvPr userDrawn="1"/>
        </p:nvGrpSpPr>
        <p:grpSpPr>
          <a:xfrm>
            <a:off x="12257572" y="981075"/>
            <a:ext cx="539998" cy="360363"/>
            <a:chOff x="-520806" y="981075"/>
            <a:chExt cx="539998" cy="360363"/>
          </a:xfrm>
        </p:grpSpPr>
        <p:cxnSp>
          <p:nvCxnSpPr>
            <p:cNvPr id="60" name="Straight Arrow Connector 59">
              <a:extLst>
                <a:ext uri="{FF2B5EF4-FFF2-40B4-BE49-F238E27FC236}">
                  <a16:creationId xmlns:a16="http://schemas.microsoft.com/office/drawing/2014/main" id="{0D6E21D0-4FB2-13EC-3A0D-371DB7895FEF}"/>
                </a:ext>
              </a:extLst>
            </p:cNvPr>
            <p:cNvCxnSpPr>
              <a:cxnSpLocks/>
            </p:cNvCxnSpPr>
            <p:nvPr userDrawn="1"/>
          </p:nvCxnSpPr>
          <p:spPr>
            <a:xfrm>
              <a:off x="-281425" y="981075"/>
              <a:ext cx="0" cy="360363"/>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9D23184C-4F89-B1D0-9127-087533B51F4D}"/>
                </a:ext>
              </a:extLst>
            </p:cNvPr>
            <p:cNvSpPr>
              <a:spLocks/>
            </p:cNvSpPr>
            <p:nvPr userDrawn="1"/>
          </p:nvSpPr>
          <p:spPr>
            <a:xfrm>
              <a:off x="-520806" y="1085544"/>
              <a:ext cx="539998" cy="151425"/>
            </a:xfrm>
            <a:prstGeom prst="rect">
              <a:avLst/>
            </a:prstGeom>
            <a:solidFill>
              <a:schemeClr val="bg1"/>
            </a:solidFill>
            <a:ln w="12700" cap="flat" cmpd="sng" algn="ctr">
              <a:solidFill>
                <a:srgbClr val="FD349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1.00cm</a:t>
              </a:r>
            </a:p>
          </p:txBody>
        </p:sp>
      </p:grpSp>
      <p:sp>
        <p:nvSpPr>
          <p:cNvPr id="20" name="TextBox 19">
            <a:hlinkClick r:id="" action="ppaction://noaction"/>
            <a:extLst>
              <a:ext uri="{FF2B5EF4-FFF2-40B4-BE49-F238E27FC236}">
                <a16:creationId xmlns:a16="http://schemas.microsoft.com/office/drawing/2014/main" id="{103DA531-B8F1-3F3E-85FF-33CD8B19D5DB}"/>
              </a:ext>
            </a:extLst>
          </p:cNvPr>
          <p:cNvSpPr txBox="1">
            <a:spLocks/>
          </p:cNvSpPr>
          <p:nvPr userDrawn="1">
            <p:custDataLst>
              <p:tags r:id="rId4"/>
            </p:custDataLst>
          </p:nvPr>
        </p:nvSpPr>
        <p:spPr>
          <a:xfrm>
            <a:off x="10374885" y="1944714"/>
            <a:ext cx="54000" cy="349200"/>
          </a:xfrm>
          <a:prstGeom prst="rect">
            <a:avLst/>
          </a:prstGeom>
          <a:noFill/>
        </p:spPr>
        <p:txBody>
          <a:bodyPr vert="horz" wrap="none" lIns="0" tIns="0" rIns="0" bIns="0" rtlCol="0" anchor="t" anchorCtr="0">
            <a:noAutofit/>
          </a:bodyPr>
          <a:lstStyle/>
          <a:p>
            <a:pPr algn="r"/>
            <a:r>
              <a:rPr lang="en-US" sz="2000" b="0">
                <a:solidFill>
                  <a:schemeClr val="accent3">
                    <a:lumMod val="100000"/>
                  </a:schemeClr>
                </a:solidFill>
                <a:latin typeface="+mj-lt"/>
                <a:cs typeface="Arial" panose="020B0604020202020204" pitchFamily="34" charset="0"/>
              </a:rPr>
              <a:t>4</a:t>
            </a:r>
          </a:p>
        </p:txBody>
      </p:sp>
      <p:sp>
        <p:nvSpPr>
          <p:cNvPr id="26" name="TextBox 25">
            <a:hlinkClick r:id="" action="ppaction://noaction"/>
            <a:extLst>
              <a:ext uri="{FF2B5EF4-FFF2-40B4-BE49-F238E27FC236}">
                <a16:creationId xmlns:a16="http://schemas.microsoft.com/office/drawing/2014/main" id="{FDA084D9-C189-24B7-51F3-85144FC9E6FD}"/>
              </a:ext>
            </a:extLst>
          </p:cNvPr>
          <p:cNvSpPr txBox="1">
            <a:spLocks/>
          </p:cNvSpPr>
          <p:nvPr userDrawn="1">
            <p:custDataLst>
              <p:tags r:id="rId5"/>
            </p:custDataLst>
          </p:nvPr>
        </p:nvSpPr>
        <p:spPr>
          <a:xfrm>
            <a:off x="1249681" y="1784193"/>
            <a:ext cx="9107520" cy="126000"/>
          </a:xfrm>
          <a:prstGeom prst="rect">
            <a:avLst/>
          </a:prstGeom>
          <a:noFill/>
        </p:spPr>
        <p:txBody>
          <a:bodyPr vert="horz" wrap="square" lIns="0" tIns="0" rIns="0" bIns="720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spcAft>
                <a:spcPts val="600"/>
              </a:spcAft>
              <a:buClr>
                <a:schemeClr val="bg1"/>
              </a:buClr>
              <a:buFont typeface="Arial" panose="020B0604020202020204" pitchFamily="34" charset="0"/>
              <a:buNone/>
            </a:pPr>
            <a:r>
              <a:rPr lang="en-US" sz="900">
                <a:solidFill>
                  <a:schemeClr val="accent3">
                    <a:lumMod val="100000"/>
                  </a:schemeClr>
                </a:solidFill>
                <a:latin typeface="+mn-lt"/>
                <a:cs typeface="Arial" panose="020B0604020202020204" pitchFamily="34" charset="0"/>
              </a:rPr>
              <a:t>Subsection Title (DO NOT DELETE)</a:t>
            </a:r>
          </a:p>
        </p:txBody>
      </p:sp>
      <p:sp>
        <p:nvSpPr>
          <p:cNvPr id="12" name="Subsection number">
            <a:hlinkClick r:id="" action="ppaction://noaction"/>
            <a:extLst>
              <a:ext uri="{FF2B5EF4-FFF2-40B4-BE49-F238E27FC236}">
                <a16:creationId xmlns:a16="http://schemas.microsoft.com/office/drawing/2014/main" id="{2BC0226E-C800-34A0-FC54-8484A9BE76A0}"/>
              </a:ext>
            </a:extLst>
          </p:cNvPr>
          <p:cNvSpPr txBox="1">
            <a:spLocks/>
          </p:cNvSpPr>
          <p:nvPr userDrawn="1">
            <p:custDataLst>
              <p:tags r:id="rId6"/>
            </p:custDataLst>
          </p:nvPr>
        </p:nvSpPr>
        <p:spPr>
          <a:xfrm>
            <a:off x="296316" y="1559983"/>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1</a:t>
            </a:r>
          </a:p>
        </p:txBody>
      </p:sp>
      <p:sp>
        <p:nvSpPr>
          <p:cNvPr id="14" name="ZoneTexte 13">
            <a:extLst>
              <a:ext uri="{FF2B5EF4-FFF2-40B4-BE49-F238E27FC236}">
                <a16:creationId xmlns:a16="http://schemas.microsoft.com/office/drawing/2014/main" id="{3FA0A0E8-2E7C-14D4-35DD-7F97BE85282C}"/>
              </a:ext>
            </a:extLst>
          </p:cNvPr>
          <p:cNvSpPr txBox="1"/>
          <p:nvPr userDrawn="1">
            <p:custDataLst>
              <p:tags r:id="rId7"/>
            </p:custDataLst>
          </p:nvPr>
        </p:nvSpPr>
        <p:spPr>
          <a:xfrm>
            <a:off x="1016318" y="2734004"/>
            <a:ext cx="7106223" cy="307777"/>
          </a:xfrm>
          <a:prstGeom prst="rect">
            <a:avLst/>
          </a:prstGeom>
          <a:noFill/>
        </p:spPr>
        <p:txBody>
          <a:bodyPr wrap="square" rtlCol="0">
            <a:spAutoFit/>
          </a:bodyPr>
          <a:lstStyle/>
          <a:p>
            <a:r>
              <a:rPr lang="en-US" sz="1400" i="1">
                <a:solidFill>
                  <a:schemeClr val="accent3">
                    <a:lumMod val="100000"/>
                  </a:schemeClr>
                </a:solidFill>
                <a:latin typeface="+mn-lt"/>
              </a:rPr>
              <a:t>Slide Title (DO NOT DELETE)</a:t>
            </a:r>
            <a:endParaRPr lang="fr-FR" sz="1400" i="1">
              <a:solidFill>
                <a:schemeClr val="accent3">
                  <a:lumMod val="100000"/>
                </a:schemeClr>
              </a:solidFill>
              <a:latin typeface="+mn-lt"/>
            </a:endParaRPr>
          </a:p>
        </p:txBody>
      </p:sp>
      <p:sp>
        <p:nvSpPr>
          <p:cNvPr id="16" name="ZoneTexte 14">
            <a:extLst>
              <a:ext uri="{FF2B5EF4-FFF2-40B4-BE49-F238E27FC236}">
                <a16:creationId xmlns:a16="http://schemas.microsoft.com/office/drawing/2014/main" id="{EA2C4DD3-2B36-81FE-270F-545CC1413919}"/>
              </a:ext>
            </a:extLst>
          </p:cNvPr>
          <p:cNvSpPr txBox="1"/>
          <p:nvPr userDrawn="1">
            <p:custDataLst>
              <p:tags r:id="rId8"/>
            </p:custDataLst>
          </p:nvPr>
        </p:nvSpPr>
        <p:spPr>
          <a:xfrm>
            <a:off x="4567362" y="2734004"/>
            <a:ext cx="276038" cy="307777"/>
          </a:xfrm>
          <a:prstGeom prst="rect">
            <a:avLst/>
          </a:prstGeom>
          <a:noFill/>
        </p:spPr>
        <p:txBody>
          <a:bodyPr wrap="none" lIns="0" tIns="0" rIns="0" bIns="0" rtlCol="0" anchor="ctr" anchorCtr="0">
            <a:noAutofit/>
          </a:bodyPr>
          <a:lstStyle/>
          <a:p>
            <a:pPr algn="ctr"/>
            <a:r>
              <a:rPr lang="fr-FR" sz="1400" i="1">
                <a:solidFill>
                  <a:schemeClr val="accent3">
                    <a:lumMod val="100000"/>
                  </a:schemeClr>
                </a:solidFill>
                <a:latin typeface="+mn-lt"/>
              </a:rPr>
              <a:t>1</a:t>
            </a:r>
          </a:p>
        </p:txBody>
      </p:sp>
      <p:sp>
        <p:nvSpPr>
          <p:cNvPr id="17" name="Section number">
            <a:hlinkClick r:id="" action="ppaction://noaction"/>
            <a:extLst>
              <a:ext uri="{FF2B5EF4-FFF2-40B4-BE49-F238E27FC236}">
                <a16:creationId xmlns:a16="http://schemas.microsoft.com/office/drawing/2014/main" id="{198C86B7-A8B9-0D10-1C84-EDD490552A08}"/>
              </a:ext>
            </a:extLst>
          </p:cNvPr>
          <p:cNvSpPr txBox="1">
            <a:spLocks/>
          </p:cNvSpPr>
          <p:nvPr userDrawn="1">
            <p:custDataLst>
              <p:tags r:id="rId9"/>
            </p:custDataLst>
          </p:nvPr>
        </p:nvSpPr>
        <p:spPr>
          <a:xfrm>
            <a:off x="798977" y="1353599"/>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accent3">
                    <a:lumMod val="100000"/>
                  </a:schemeClr>
                </a:solidFill>
                <a:latin typeface="+mj-lt"/>
                <a:cs typeface="Arial" panose="020B0604020202020204" pitchFamily="34" charset="0"/>
              </a:rPr>
              <a:t>1</a:t>
            </a:r>
          </a:p>
        </p:txBody>
      </p:sp>
      <p:sp>
        <p:nvSpPr>
          <p:cNvPr id="19" name="TextBox 18">
            <a:hlinkClick r:id="" action="ppaction://noaction"/>
            <a:extLst>
              <a:ext uri="{FF2B5EF4-FFF2-40B4-BE49-F238E27FC236}">
                <a16:creationId xmlns:a16="http://schemas.microsoft.com/office/drawing/2014/main" id="{C31F35AF-52E9-94A5-09C2-A78B342FEC41}"/>
              </a:ext>
            </a:extLst>
          </p:cNvPr>
          <p:cNvSpPr txBox="1">
            <a:spLocks/>
          </p:cNvSpPr>
          <p:nvPr userDrawn="1">
            <p:custDataLst>
              <p:tags r:id="rId10"/>
            </p:custDataLst>
          </p:nvPr>
        </p:nvSpPr>
        <p:spPr>
          <a:xfrm>
            <a:off x="10368217" y="1792315"/>
            <a:ext cx="54000" cy="126000"/>
          </a:xfrm>
          <a:prstGeom prst="rect">
            <a:avLst/>
          </a:prstGeom>
          <a:noFill/>
        </p:spPr>
        <p:txBody>
          <a:bodyPr vert="horz" wrap="none" lIns="0" tIns="0" rIns="0" bIns="18000" rtlCol="0" anchor="b" anchorCtr="0">
            <a:noAutofit/>
          </a:bodyPr>
          <a:lstStyle/>
          <a:p>
            <a:pPr algn="r"/>
            <a:r>
              <a:rPr lang="en-US" sz="900" b="0">
                <a:solidFill>
                  <a:schemeClr val="accent3">
                    <a:lumMod val="100000"/>
                  </a:schemeClr>
                </a:solidFill>
                <a:latin typeface="+mn-lt"/>
                <a:cs typeface="Arial" panose="020B0604020202020204" pitchFamily="34" charset="0"/>
              </a:rPr>
              <a:t>4</a:t>
            </a:r>
          </a:p>
        </p:txBody>
      </p:sp>
      <p:sp>
        <p:nvSpPr>
          <p:cNvPr id="23" name="Rectangle 22">
            <a:extLst>
              <a:ext uri="{FF2B5EF4-FFF2-40B4-BE49-F238E27FC236}">
                <a16:creationId xmlns:a16="http://schemas.microsoft.com/office/drawing/2014/main" id="{1330EF29-69C1-2F8F-C77D-8C0C7D7B9416}"/>
              </a:ext>
            </a:extLst>
          </p:cNvPr>
          <p:cNvSpPr>
            <a:spLocks/>
          </p:cNvSpPr>
          <p:nvPr userDrawn="1">
            <p:custDataLst>
              <p:tags r:id="rId11"/>
            </p:custDataLst>
          </p:nvPr>
        </p:nvSpPr>
        <p:spPr>
          <a:xfrm>
            <a:off x="997199" y="1229360"/>
            <a:ext cx="9405394" cy="4647566"/>
          </a:xfrm>
          <a:prstGeom prst="rect">
            <a:avLst/>
          </a:prstGeom>
          <a:no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rgbClr val="000000"/>
                </a:solidFill>
                <a:latin typeface="+mj-lt"/>
              </a:rPr>
              <a:t>Workspace (DO NOT DELETE): this shape delimits the vertical space where UpSlide will draw the Agenda.</a:t>
            </a:r>
            <a:endParaRPr lang="en-GB">
              <a:solidFill>
                <a:srgbClr val="000000"/>
              </a:solidFill>
              <a:latin typeface="+mj-lt"/>
            </a:endParaRPr>
          </a:p>
        </p:txBody>
      </p:sp>
      <p:sp>
        <p:nvSpPr>
          <p:cNvPr id="25" name="TextBox 24">
            <a:hlinkClick r:id="" action="ppaction://noaction"/>
            <a:extLst>
              <a:ext uri="{FF2B5EF4-FFF2-40B4-BE49-F238E27FC236}">
                <a16:creationId xmlns:a16="http://schemas.microsoft.com/office/drawing/2014/main" id="{97458F59-479D-8ACC-D1EB-36FDDC4C1E6E}"/>
              </a:ext>
            </a:extLst>
          </p:cNvPr>
          <p:cNvSpPr txBox="1">
            <a:spLocks/>
          </p:cNvSpPr>
          <p:nvPr userDrawn="1">
            <p:custDataLst>
              <p:tags r:id="rId12"/>
            </p:custDataLst>
          </p:nvPr>
        </p:nvSpPr>
        <p:spPr>
          <a:xfrm>
            <a:off x="1249681" y="1353599"/>
            <a:ext cx="9107520" cy="347289"/>
          </a:xfrm>
          <a:prstGeom prst="rect">
            <a:avLst/>
          </a:prstGeom>
          <a:noFill/>
        </p:spPr>
        <p:txBody>
          <a:bodyPr vert="horz" wrap="squar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0" u="none">
                <a:solidFill>
                  <a:schemeClr val="accent3">
                    <a:lumMod val="100000"/>
                  </a:schemeClr>
                </a:solidFill>
                <a:latin typeface="+mj-lt"/>
                <a:cs typeface="Arial" panose="020B0604020202020204" pitchFamily="34" charset="0"/>
              </a:rPr>
              <a:t>Section Title (DO NOT DELETE)</a:t>
            </a:r>
          </a:p>
        </p:txBody>
      </p:sp>
      <p:sp>
        <p:nvSpPr>
          <p:cNvPr id="2" name="Rectangle 1">
            <a:extLst>
              <a:ext uri="{FF2B5EF4-FFF2-40B4-BE49-F238E27FC236}">
                <a16:creationId xmlns:a16="http://schemas.microsoft.com/office/drawing/2014/main" id="{E1EAFFBF-C21C-5796-6F09-067D83988110}"/>
              </a:ext>
            </a:extLst>
          </p:cNvPr>
          <p:cNvSpPr/>
          <p:nvPr userDrawn="1">
            <p:custDataLst>
              <p:tags r:id="rId13"/>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Tree>
    <p:extLst>
      <p:ext uri="{BB962C8B-B14F-4D97-AF65-F5344CB8AC3E}">
        <p14:creationId xmlns:p14="http://schemas.microsoft.com/office/powerpoint/2010/main" val="1119674497"/>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Divider Storage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239EA8E-438B-268D-C2D0-41582ABDF852}"/>
              </a:ext>
            </a:extLst>
          </p:cNvPr>
          <p:cNvSpPr>
            <a:spLocks noChangeAspect="1"/>
          </p:cNvSpPr>
          <p:nvPr userDrawn="1"/>
        </p:nvSpPr>
        <p:spPr>
          <a:xfrm>
            <a:off x="998476" y="1330325"/>
            <a:ext cx="7061787"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7" name="ZoneTexte 25">
            <a:hlinkClick r:id="" action="ppaction://noaction"/>
            <a:extLst>
              <a:ext uri="{FF2B5EF4-FFF2-40B4-BE49-F238E27FC236}">
                <a16:creationId xmlns:a16="http://schemas.microsoft.com/office/drawing/2014/main" id="{6CE66D06-AAD4-3162-968D-96422DD5983D}"/>
              </a:ext>
            </a:extLst>
          </p:cNvPr>
          <p:cNvSpPr txBox="1">
            <a:spLocks/>
          </p:cNvSpPr>
          <p:nvPr userDrawn="1">
            <p:custDataLst>
              <p:tags r:id="rId1"/>
            </p:custDataLst>
          </p:nvPr>
        </p:nvSpPr>
        <p:spPr>
          <a:xfrm>
            <a:off x="2049869" y="1531597"/>
            <a:ext cx="11979281" cy="1737697"/>
          </a:xfrm>
          <a:prstGeom prst="rect">
            <a:avLst/>
          </a:prstGeom>
          <a:noFill/>
        </p:spPr>
        <p:txBody>
          <a:bodyPr vert="horz" wrap="square" lIns="0" tIns="864000" rIns="0" bIns="0" rtlCol="0">
            <a:noAutofit/>
          </a:bodyPr>
          <a:lstStyle/>
          <a:p>
            <a:pPr>
              <a:lnSpc>
                <a:spcPct val="70000"/>
              </a:lnSpc>
            </a:pPr>
            <a:r>
              <a:rPr lang="en-US" sz="6600">
                <a:solidFill>
                  <a:schemeClr val="accent3">
                    <a:lumMod val="100000"/>
                  </a:schemeClr>
                </a:solidFill>
                <a:latin typeface="+mj-lt"/>
              </a:rPr>
              <a:t>Section title</a:t>
            </a:r>
          </a:p>
        </p:txBody>
      </p:sp>
      <p:sp>
        <p:nvSpPr>
          <p:cNvPr id="13" name="ZoneTexte 19">
            <a:extLst>
              <a:ext uri="{FF2B5EF4-FFF2-40B4-BE49-F238E27FC236}">
                <a16:creationId xmlns:a16="http://schemas.microsoft.com/office/drawing/2014/main" id="{E1EB7D89-468C-377D-8E01-E8D8EE6FCEDA}"/>
              </a:ext>
            </a:extLst>
          </p:cNvPr>
          <p:cNvSpPr txBox="1">
            <a:spLocks/>
          </p:cNvSpPr>
          <p:nvPr userDrawn="1">
            <p:custDataLst>
              <p:tags r:id="rId2"/>
            </p:custDataLst>
          </p:nvPr>
        </p:nvSpPr>
        <p:spPr>
          <a:xfrm>
            <a:off x="1443872" y="4911884"/>
            <a:ext cx="9720000" cy="276999"/>
          </a:xfrm>
          <a:prstGeom prst="rect">
            <a:avLst/>
          </a:prstGeom>
          <a:noFill/>
        </p:spPr>
        <p:txBody>
          <a:bodyPr vert="horz" wrap="square" lIns="0" tIns="0" rIns="0" bIns="0" rtlCol="0" anchor="t" anchorCtr="0">
            <a:noAutofit/>
          </a:bodyPr>
          <a:lstStyle/>
          <a:p>
            <a:r>
              <a:rPr lang="fr-FR" sz="1200" i="0">
                <a:solidFill>
                  <a:schemeClr val="accent3">
                    <a:lumMod val="100000"/>
                  </a:schemeClr>
                </a:solidFill>
                <a:latin typeface="Arial" panose="020B0604020202020204" pitchFamily="34" charset="0"/>
              </a:rPr>
              <a:t>A</a:t>
            </a:r>
          </a:p>
        </p:txBody>
      </p:sp>
      <p:sp>
        <p:nvSpPr>
          <p:cNvPr id="14" name="ZoneTexte 14">
            <a:extLst>
              <a:ext uri="{FF2B5EF4-FFF2-40B4-BE49-F238E27FC236}">
                <a16:creationId xmlns:a16="http://schemas.microsoft.com/office/drawing/2014/main" id="{0EE227B2-BC76-59B8-60FA-57F408CD615B}"/>
              </a:ext>
            </a:extLst>
          </p:cNvPr>
          <p:cNvSpPr txBox="1">
            <a:spLocks/>
          </p:cNvSpPr>
          <p:nvPr userDrawn="1">
            <p:custDataLst>
              <p:tags r:id="rId3"/>
            </p:custDataLst>
          </p:nvPr>
        </p:nvSpPr>
        <p:spPr>
          <a:xfrm>
            <a:off x="7414762" y="4911884"/>
            <a:ext cx="558000" cy="276999"/>
          </a:xfrm>
          <a:prstGeom prst="rect">
            <a:avLst/>
          </a:prstGeom>
          <a:noFill/>
        </p:spPr>
        <p:txBody>
          <a:bodyPr vert="horz" wrap="square" lIns="0" tIns="0" rIns="0" bIns="0" rtlCol="0" anchor="t" anchorCtr="0">
            <a:noAutofit/>
          </a:bodyPr>
          <a:lstStyle/>
          <a:p>
            <a:pPr algn="ctr"/>
            <a:r>
              <a:rPr lang="fr-FR" sz="1200" i="0">
                <a:solidFill>
                  <a:schemeClr val="accent3">
                    <a:lumMod val="100000"/>
                  </a:schemeClr>
                </a:solidFill>
                <a:latin typeface="Arial" panose="020B0604020202020204" pitchFamily="34" charset="0"/>
              </a:rPr>
              <a:t>1</a:t>
            </a:r>
          </a:p>
        </p:txBody>
      </p:sp>
      <p:sp>
        <p:nvSpPr>
          <p:cNvPr id="15" name="Rectangle 14">
            <a:extLst>
              <a:ext uri="{FF2B5EF4-FFF2-40B4-BE49-F238E27FC236}">
                <a16:creationId xmlns:a16="http://schemas.microsoft.com/office/drawing/2014/main" id="{D9F1535F-6DC3-F59D-5DE4-C9748B195A7A}"/>
              </a:ext>
            </a:extLst>
          </p:cNvPr>
          <p:cNvSpPr>
            <a:spLocks/>
          </p:cNvSpPr>
          <p:nvPr userDrawn="1">
            <p:custDataLst>
              <p:tags r:id="rId4"/>
            </p:custDataLst>
          </p:nvPr>
        </p:nvSpPr>
        <p:spPr>
          <a:xfrm>
            <a:off x="2064471" y="1083732"/>
            <a:ext cx="7305160" cy="49962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16" name="TextBox 6">
            <a:extLst>
              <a:ext uri="{FF2B5EF4-FFF2-40B4-BE49-F238E27FC236}">
                <a16:creationId xmlns:a16="http://schemas.microsoft.com/office/drawing/2014/main" id="{E9ECBCC0-9069-D5A3-766B-8EBF1EA207CC}"/>
              </a:ext>
            </a:extLst>
          </p:cNvPr>
          <p:cNvSpPr txBox="1">
            <a:spLocks noChangeArrowheads="1"/>
          </p:cNvSpPr>
          <p:nvPr userDrawn="1">
            <p:custDataLst>
              <p:tags r:id="rId5"/>
            </p:custDataLst>
          </p:nvPr>
        </p:nvSpPr>
        <p:spPr bwMode="auto">
          <a:xfrm>
            <a:off x="1369342" y="3941700"/>
            <a:ext cx="932742" cy="323610"/>
          </a:xfrm>
          <a:prstGeom prst="rect">
            <a:avLst/>
          </a:prstGeom>
          <a:noFill/>
          <a:ln w="9525">
            <a:noFill/>
            <a:miter lim="800000"/>
            <a:headEnd/>
            <a:tailEnd/>
          </a:ln>
        </p:spPr>
        <p:txBody>
          <a:bodyPr wrap="none" lIns="0" tIns="0" rIns="0" bIns="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70000"/>
              </a:lnSpc>
            </a:pPr>
            <a:r>
              <a:rPr lang="fr-FR" sz="2400">
                <a:solidFill>
                  <a:schemeClr val="accent3">
                    <a:lumMod val="100000"/>
                  </a:schemeClr>
                </a:solidFill>
                <a:latin typeface="+mj-lt"/>
              </a:rPr>
              <a:t>1.1</a:t>
            </a:r>
          </a:p>
        </p:txBody>
      </p:sp>
      <p:sp>
        <p:nvSpPr>
          <p:cNvPr id="18" name="ZoneTexte 31">
            <a:hlinkClick r:id="" action="ppaction://noaction"/>
            <a:extLst>
              <a:ext uri="{FF2B5EF4-FFF2-40B4-BE49-F238E27FC236}">
                <a16:creationId xmlns:a16="http://schemas.microsoft.com/office/drawing/2014/main" id="{67ADA6D5-A44C-6AD3-5EE0-73DCA81FB516}"/>
              </a:ext>
            </a:extLst>
          </p:cNvPr>
          <p:cNvSpPr txBox="1">
            <a:spLocks/>
          </p:cNvSpPr>
          <p:nvPr userDrawn="1">
            <p:custDataLst>
              <p:tags r:id="rId6"/>
            </p:custDataLst>
          </p:nvPr>
        </p:nvSpPr>
        <p:spPr>
          <a:xfrm>
            <a:off x="2115845" y="3899141"/>
            <a:ext cx="9085555" cy="323610"/>
          </a:xfrm>
          <a:prstGeom prst="rect">
            <a:avLst/>
          </a:prstGeom>
          <a:noFill/>
        </p:spPr>
        <p:txBody>
          <a:bodyPr vert="horz" wrap="square" lIns="0" tIns="0" rIns="0" bIns="0" rtlCol="0" anchor="t" anchorCtr="0">
            <a:noAutofit/>
          </a:bodyPr>
          <a:lstStyle/>
          <a:p>
            <a:pPr marL="0" indent="0">
              <a:buFont typeface="Arial" panose="020B0604020202020204" pitchFamily="34" charset="0"/>
              <a:buNone/>
            </a:pPr>
            <a:r>
              <a:rPr lang="en-US" sz="1600">
                <a:solidFill>
                  <a:schemeClr val="accent3">
                    <a:lumMod val="100000"/>
                  </a:schemeClr>
                </a:solidFill>
                <a:effectLst/>
                <a:latin typeface="+mn-lt"/>
              </a:rPr>
              <a:t>A</a:t>
            </a:r>
          </a:p>
        </p:txBody>
      </p:sp>
      <p:sp>
        <p:nvSpPr>
          <p:cNvPr id="19" name="ZoneTexte 32">
            <a:hlinkClick r:id="" action="ppaction://noaction"/>
            <a:extLst>
              <a:ext uri="{FF2B5EF4-FFF2-40B4-BE49-F238E27FC236}">
                <a16:creationId xmlns:a16="http://schemas.microsoft.com/office/drawing/2014/main" id="{6EA31614-8248-54E2-75F7-BCE99EDBDAC1}"/>
              </a:ext>
            </a:extLst>
          </p:cNvPr>
          <p:cNvSpPr txBox="1">
            <a:spLocks/>
          </p:cNvSpPr>
          <p:nvPr userDrawn="1">
            <p:custDataLst>
              <p:tags r:id="rId7"/>
            </p:custDataLst>
          </p:nvPr>
        </p:nvSpPr>
        <p:spPr>
          <a:xfrm>
            <a:off x="6295994" y="4112884"/>
            <a:ext cx="72000" cy="36000"/>
          </a:xfrm>
          <a:prstGeom prst="rect">
            <a:avLst/>
          </a:prstGeom>
          <a:noFill/>
        </p:spPr>
        <p:txBody>
          <a:bodyPr vert="horz" wrap="none" lIns="0" tIns="0" rIns="0" bIns="0" rtlCol="0" anchor="ctr" anchorCtr="0">
            <a:noAutofit/>
          </a:bodyPr>
          <a:lstStyle/>
          <a:p>
            <a:pPr algn="ctr"/>
            <a:r>
              <a:rPr lang="fr-FR" sz="100">
                <a:noFill/>
                <a:latin typeface="+mj-lt"/>
              </a:rPr>
              <a:t>4</a:t>
            </a:r>
          </a:p>
        </p:txBody>
      </p:sp>
      <p:sp>
        <p:nvSpPr>
          <p:cNvPr id="20" name="ZoneTexte 33">
            <a:hlinkClick r:id="" action="ppaction://noaction"/>
            <a:extLst>
              <a:ext uri="{FF2B5EF4-FFF2-40B4-BE49-F238E27FC236}">
                <a16:creationId xmlns:a16="http://schemas.microsoft.com/office/drawing/2014/main" id="{FF1A2828-1104-A597-003B-DABE01462957}"/>
              </a:ext>
            </a:extLst>
          </p:cNvPr>
          <p:cNvSpPr txBox="1">
            <a:spLocks/>
          </p:cNvSpPr>
          <p:nvPr userDrawn="1">
            <p:custDataLst>
              <p:tags r:id="rId8"/>
            </p:custDataLst>
          </p:nvPr>
        </p:nvSpPr>
        <p:spPr>
          <a:xfrm>
            <a:off x="7755387" y="3941699"/>
            <a:ext cx="45719" cy="349009"/>
          </a:xfrm>
          <a:prstGeom prst="rect">
            <a:avLst/>
          </a:prstGeom>
          <a:noFill/>
        </p:spPr>
        <p:txBody>
          <a:bodyPr vert="horz" wrap="square" lIns="0" tIns="0" rIns="0" bIns="0" rtlCol="0" anchor="t" anchorCtr="0">
            <a:noAutofit/>
          </a:bodyPr>
          <a:lstStyle/>
          <a:p>
            <a:pPr marL="0" indent="0" algn="r">
              <a:buFont typeface="Arial" panose="020B0604020202020204" pitchFamily="34" charset="0"/>
              <a:buNone/>
            </a:pPr>
            <a:r>
              <a:rPr lang="fr-FR" sz="1200">
                <a:solidFill>
                  <a:schemeClr val="accent3">
                    <a:lumMod val="100000"/>
                  </a:schemeClr>
                </a:solidFill>
                <a:effectLst/>
                <a:latin typeface="+mn-lt"/>
              </a:rPr>
              <a:t>5</a:t>
            </a:r>
          </a:p>
        </p:txBody>
      </p:sp>
      <p:sp>
        <p:nvSpPr>
          <p:cNvPr id="23" name="TextBox 22">
            <a:extLst>
              <a:ext uri="{FF2B5EF4-FFF2-40B4-BE49-F238E27FC236}">
                <a16:creationId xmlns:a16="http://schemas.microsoft.com/office/drawing/2014/main" id="{57EC5908-94D7-C379-C9C3-7740D7A96534}"/>
              </a:ext>
            </a:extLst>
          </p:cNvPr>
          <p:cNvSpPr txBox="1">
            <a:spLocks/>
          </p:cNvSpPr>
          <p:nvPr userDrawn="1">
            <p:custDataLst>
              <p:tags r:id="rId9"/>
            </p:custDataLst>
          </p:nvPr>
        </p:nvSpPr>
        <p:spPr>
          <a:xfrm>
            <a:off x="1264327" y="1372635"/>
            <a:ext cx="609169" cy="1380374"/>
          </a:xfrm>
          <a:prstGeom prst="rect">
            <a:avLst/>
          </a:prstGeom>
        </p:spPr>
        <p:txBody>
          <a:bodyPr vert="horz" wrap="square" lIns="0" tIns="774000" rIns="0" bIns="0" rtlCol="0" anchor="t" anchorCtr="0">
            <a:noAutofit/>
          </a:bodyPr>
          <a:lstStyle/>
          <a:p>
            <a:pPr algn="l">
              <a:lnSpc>
                <a:spcPct val="80000"/>
              </a:lnSpc>
              <a:spcAft>
                <a:spcPts val="600"/>
              </a:spcAft>
            </a:pPr>
            <a:r>
              <a:rPr lang="en-GB" sz="6600" b="1">
                <a:solidFill>
                  <a:schemeClr val="accent3">
                    <a:lumMod val="100000"/>
                  </a:schemeClr>
                </a:solidFill>
                <a:latin typeface="+mj-lt"/>
              </a:rPr>
              <a:t>01</a:t>
            </a:r>
          </a:p>
        </p:txBody>
      </p:sp>
      <p:sp>
        <p:nvSpPr>
          <p:cNvPr id="3" name="Rectangle 2">
            <a:extLst>
              <a:ext uri="{FF2B5EF4-FFF2-40B4-BE49-F238E27FC236}">
                <a16:creationId xmlns:a16="http://schemas.microsoft.com/office/drawing/2014/main" id="{5B81D254-5B9A-953E-59A8-B53963ED68D7}"/>
              </a:ext>
            </a:extLst>
          </p:cNvPr>
          <p:cNvSpPr>
            <a:spLocks/>
          </p:cNvSpPr>
          <p:nvPr userDrawn="1">
            <p:custDataLst>
              <p:tags r:id="rId10"/>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Tree>
    <p:extLst>
      <p:ext uri="{BB962C8B-B14F-4D97-AF65-F5344CB8AC3E}">
        <p14:creationId xmlns:p14="http://schemas.microsoft.com/office/powerpoint/2010/main" val="34505396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ubSection Divider Storage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924997-C52B-CD42-804F-8E3E392F075B}"/>
              </a:ext>
            </a:extLst>
          </p:cNvPr>
          <p:cNvSpPr>
            <a:spLocks/>
          </p:cNvSpPr>
          <p:nvPr userDrawn="1"/>
        </p:nvSpPr>
        <p:spPr>
          <a:xfrm>
            <a:off x="0" y="0"/>
            <a:ext cx="12192000" cy="6858000"/>
          </a:xfrm>
          <a:prstGeom prst="rect">
            <a:avLst/>
          </a:prstGeom>
          <a:solidFill>
            <a:srgbClr val="ACEAF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sp>
        <p:nvSpPr>
          <p:cNvPr id="4" name="Isosceles Triangle 3">
            <a:extLst>
              <a:ext uri="{FF2B5EF4-FFF2-40B4-BE49-F238E27FC236}">
                <a16:creationId xmlns:a16="http://schemas.microsoft.com/office/drawing/2014/main" id="{01E98122-0158-5B24-6B7A-4C1AF61DB836}"/>
              </a:ext>
            </a:extLst>
          </p:cNvPr>
          <p:cNvSpPr/>
          <p:nvPr userDrawn="1"/>
        </p:nvSpPr>
        <p:spPr>
          <a:xfrm rot="5400000">
            <a:off x="11914569" y="209664"/>
            <a:ext cx="99161" cy="85483"/>
          </a:xfrm>
          <a:prstGeom prst="triangle">
            <a:avLst/>
          </a:prstGeom>
          <a:solidFill>
            <a:schemeClr val="accent3">
              <a:lumMod val="100000"/>
            </a:schemeClr>
          </a:solid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736347E8-9428-24B6-B6CB-5115F04FED74}"/>
              </a:ext>
            </a:extLst>
          </p:cNvPr>
          <p:cNvSpPr/>
          <p:nvPr userDrawn="1"/>
        </p:nvSpPr>
        <p:spPr>
          <a:xfrm rot="16200000" flipH="1">
            <a:off x="11352448" y="209664"/>
            <a:ext cx="99161" cy="85483"/>
          </a:xfrm>
          <a:prstGeom prst="triangle">
            <a:avLst/>
          </a:prstGeom>
          <a:solidFill>
            <a:schemeClr val="accent3">
              <a:lumMod val="100000"/>
            </a:schemeClr>
          </a:solid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2D5B042E-0BD4-238F-C25B-522F293899EA}"/>
              </a:ext>
            </a:extLst>
          </p:cNvPr>
          <p:cNvSpPr/>
          <p:nvPr userDrawn="1"/>
        </p:nvSpPr>
        <p:spPr>
          <a:xfrm>
            <a:off x="11836622"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FB980D47-D2A2-6D2F-278D-7D0343A09A30}"/>
              </a:ext>
            </a:extLst>
          </p:cNvPr>
          <p:cNvSpPr/>
          <p:nvPr userDrawn="1"/>
        </p:nvSpPr>
        <p:spPr>
          <a:xfrm flipH="1">
            <a:off x="11292948"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Graphic 7" descr="Home">
            <a:hlinkClick r:id="rId12" action="ppaction://hlinksldjump"/>
            <a:extLst>
              <a:ext uri="{FF2B5EF4-FFF2-40B4-BE49-F238E27FC236}">
                <a16:creationId xmlns:a16="http://schemas.microsoft.com/office/drawing/2014/main" id="{7005B2EA-E427-20DB-75D5-B52244C6B15F}"/>
              </a:ext>
            </a:extLst>
          </p:cNvPr>
          <p:cNvPicPr>
            <a:picLocks noChangeAspect="1"/>
          </p:cNvPicPr>
          <p:nvPr userDrawn="1"/>
        </p:nvPicPr>
        <p:blipFill>
          <a:blip r:embed="rId13" cstate="screen">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61584DF9-633D-DF0E-6998-2E4CC11B509E}"/>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10" name="Rectangle 9">
            <a:extLst>
              <a:ext uri="{FF2B5EF4-FFF2-40B4-BE49-F238E27FC236}">
                <a16:creationId xmlns:a16="http://schemas.microsoft.com/office/drawing/2014/main" id="{384D3B19-868D-798A-E3D1-68D949BAC28A}"/>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11" name="Rectangle 10">
            <a:extLst>
              <a:ext uri="{FF2B5EF4-FFF2-40B4-BE49-F238E27FC236}">
                <a16:creationId xmlns:a16="http://schemas.microsoft.com/office/drawing/2014/main" id="{CD3CBE70-1256-42FF-1E38-2EE23D860231}"/>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12" name="Rectangle 11">
            <a:extLst>
              <a:ext uri="{FF2B5EF4-FFF2-40B4-BE49-F238E27FC236}">
                <a16:creationId xmlns:a16="http://schemas.microsoft.com/office/drawing/2014/main" id="{17A45879-679F-E9EE-AD4E-DD26AF4869AA}"/>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21" name="Rectangle 20">
            <a:extLst>
              <a:ext uri="{FF2B5EF4-FFF2-40B4-BE49-F238E27FC236}">
                <a16:creationId xmlns:a16="http://schemas.microsoft.com/office/drawing/2014/main" id="{045E4856-C652-7D18-ACCC-21D4D4732363}"/>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22" name="Rectangle 21">
            <a:extLst>
              <a:ext uri="{FF2B5EF4-FFF2-40B4-BE49-F238E27FC236}">
                <a16:creationId xmlns:a16="http://schemas.microsoft.com/office/drawing/2014/main" id="{D3D3967B-66A4-E52F-EB2A-373A2CD1BA1E}"/>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23" name="Rectangle 22">
            <a:extLst>
              <a:ext uri="{FF2B5EF4-FFF2-40B4-BE49-F238E27FC236}">
                <a16:creationId xmlns:a16="http://schemas.microsoft.com/office/drawing/2014/main" id="{5C38AB6F-195A-147D-3E8A-4E26941BEB48}"/>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24" name="Rectangle 23">
            <a:extLst>
              <a:ext uri="{FF2B5EF4-FFF2-40B4-BE49-F238E27FC236}">
                <a16:creationId xmlns:a16="http://schemas.microsoft.com/office/drawing/2014/main" id="{9AD8FB87-439D-0886-76D7-72171C361968}"/>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25" name="Group 24">
            <a:extLst>
              <a:ext uri="{FF2B5EF4-FFF2-40B4-BE49-F238E27FC236}">
                <a16:creationId xmlns:a16="http://schemas.microsoft.com/office/drawing/2014/main" id="{9A07727A-2678-5B58-74FF-38D33C7107D7}"/>
              </a:ext>
            </a:extLst>
          </p:cNvPr>
          <p:cNvGrpSpPr/>
          <p:nvPr userDrawn="1"/>
        </p:nvGrpSpPr>
        <p:grpSpPr>
          <a:xfrm>
            <a:off x="985838" y="6975139"/>
            <a:ext cx="10223500" cy="230049"/>
            <a:chOff x="985838" y="6975139"/>
            <a:chExt cx="10223500" cy="230049"/>
          </a:xfrm>
        </p:grpSpPr>
        <p:cxnSp>
          <p:nvCxnSpPr>
            <p:cNvPr id="26" name="Straight Arrow Connector 25">
              <a:extLst>
                <a:ext uri="{FF2B5EF4-FFF2-40B4-BE49-F238E27FC236}">
                  <a16:creationId xmlns:a16="http://schemas.microsoft.com/office/drawing/2014/main" id="{F4525FDC-DD99-A713-848A-5456F1F14245}"/>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70BCA21-15D1-2C5D-4089-C03FEF3E8D57}"/>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28" name="Group 27">
            <a:extLst>
              <a:ext uri="{FF2B5EF4-FFF2-40B4-BE49-F238E27FC236}">
                <a16:creationId xmlns:a16="http://schemas.microsoft.com/office/drawing/2014/main" id="{B071ADB9-E625-4651-B169-7B18D83CAC80}"/>
              </a:ext>
            </a:extLst>
          </p:cNvPr>
          <p:cNvGrpSpPr/>
          <p:nvPr userDrawn="1"/>
        </p:nvGrpSpPr>
        <p:grpSpPr>
          <a:xfrm>
            <a:off x="0" y="7255521"/>
            <a:ext cx="12192000" cy="230049"/>
            <a:chOff x="0" y="7255521"/>
            <a:chExt cx="12192000" cy="230049"/>
          </a:xfrm>
        </p:grpSpPr>
        <p:cxnSp>
          <p:nvCxnSpPr>
            <p:cNvPr id="29" name="Straight Arrow Connector 28">
              <a:extLst>
                <a:ext uri="{FF2B5EF4-FFF2-40B4-BE49-F238E27FC236}">
                  <a16:creationId xmlns:a16="http://schemas.microsoft.com/office/drawing/2014/main" id="{9AAC934D-1814-3820-BD3A-9DF287005FD5}"/>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D9BCFCE2-EE3D-37B2-D027-4B872CC023FF}"/>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32" name="Group 31">
            <a:extLst>
              <a:ext uri="{FF2B5EF4-FFF2-40B4-BE49-F238E27FC236}">
                <a16:creationId xmlns:a16="http://schemas.microsoft.com/office/drawing/2014/main" id="{E75D7525-8A39-C389-137E-8D05B6C2EC67}"/>
              </a:ext>
            </a:extLst>
          </p:cNvPr>
          <p:cNvGrpSpPr>
            <a:grpSpLocks/>
          </p:cNvGrpSpPr>
          <p:nvPr userDrawn="1"/>
        </p:nvGrpSpPr>
        <p:grpSpPr>
          <a:xfrm>
            <a:off x="982800" y="7491081"/>
            <a:ext cx="4930775" cy="230049"/>
            <a:chOff x="985838" y="7724761"/>
            <a:chExt cx="4930775" cy="230049"/>
          </a:xfrm>
        </p:grpSpPr>
        <p:cxnSp>
          <p:nvCxnSpPr>
            <p:cNvPr id="33" name="Straight Arrow Connector 32">
              <a:extLst>
                <a:ext uri="{FF2B5EF4-FFF2-40B4-BE49-F238E27FC236}">
                  <a16:creationId xmlns:a16="http://schemas.microsoft.com/office/drawing/2014/main" id="{DBA312E7-2568-0A83-48EB-3E902565C26C}"/>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43C4DAE5-22DA-82EE-7C62-81D84705D4F5}"/>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35" name="Group 34">
            <a:extLst>
              <a:ext uri="{FF2B5EF4-FFF2-40B4-BE49-F238E27FC236}">
                <a16:creationId xmlns:a16="http://schemas.microsoft.com/office/drawing/2014/main" id="{6512D980-CBB8-8EDB-3FAC-C07A20CE3DDC}"/>
              </a:ext>
            </a:extLst>
          </p:cNvPr>
          <p:cNvGrpSpPr>
            <a:grpSpLocks/>
          </p:cNvGrpSpPr>
          <p:nvPr userDrawn="1"/>
        </p:nvGrpSpPr>
        <p:grpSpPr>
          <a:xfrm>
            <a:off x="6274800" y="7491081"/>
            <a:ext cx="4930775" cy="230049"/>
            <a:chOff x="985838" y="7724761"/>
            <a:chExt cx="4930775" cy="230049"/>
          </a:xfrm>
        </p:grpSpPr>
        <p:cxnSp>
          <p:nvCxnSpPr>
            <p:cNvPr id="36" name="Straight Arrow Connector 35">
              <a:extLst>
                <a:ext uri="{FF2B5EF4-FFF2-40B4-BE49-F238E27FC236}">
                  <a16:creationId xmlns:a16="http://schemas.microsoft.com/office/drawing/2014/main" id="{002EFF24-4C99-C3B8-5F8D-06705AFAA82C}"/>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6864F0B4-A3B9-E77A-2417-24DDD5432576}"/>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38" name="Group 37">
            <a:extLst>
              <a:ext uri="{FF2B5EF4-FFF2-40B4-BE49-F238E27FC236}">
                <a16:creationId xmlns:a16="http://schemas.microsoft.com/office/drawing/2014/main" id="{2691BDF9-25AF-F6AA-6F23-FA0F92208D4D}"/>
              </a:ext>
            </a:extLst>
          </p:cNvPr>
          <p:cNvGrpSpPr/>
          <p:nvPr userDrawn="1"/>
        </p:nvGrpSpPr>
        <p:grpSpPr>
          <a:xfrm>
            <a:off x="12750953" y="0"/>
            <a:ext cx="230051" cy="6858000"/>
            <a:chOff x="-1090386" y="0"/>
            <a:chExt cx="230051" cy="6858000"/>
          </a:xfrm>
        </p:grpSpPr>
        <p:cxnSp>
          <p:nvCxnSpPr>
            <p:cNvPr id="39" name="Straight Arrow Connector 38">
              <a:extLst>
                <a:ext uri="{FF2B5EF4-FFF2-40B4-BE49-F238E27FC236}">
                  <a16:creationId xmlns:a16="http://schemas.microsoft.com/office/drawing/2014/main" id="{8E517DBB-5EDF-1321-43CC-EBD861DA274A}"/>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3A3424B3-1497-D174-4277-407093C8B994}"/>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sp>
        <p:nvSpPr>
          <p:cNvPr id="13" name="TextBox 12">
            <a:hlinkClick r:id="" action="ppaction://noaction"/>
            <a:extLst>
              <a:ext uri="{FF2B5EF4-FFF2-40B4-BE49-F238E27FC236}">
                <a16:creationId xmlns:a16="http://schemas.microsoft.com/office/drawing/2014/main" id="{F20B1033-F813-96CD-F7FB-FCD5B8A85B0C}"/>
              </a:ext>
            </a:extLst>
          </p:cNvPr>
          <p:cNvSpPr txBox="1">
            <a:spLocks/>
          </p:cNvSpPr>
          <p:nvPr userDrawn="1">
            <p:custDataLst>
              <p:tags r:id="rId1"/>
            </p:custDataLst>
          </p:nvPr>
        </p:nvSpPr>
        <p:spPr>
          <a:xfrm>
            <a:off x="998475" y="1773835"/>
            <a:ext cx="18000000" cy="2091155"/>
          </a:xfrm>
          <a:prstGeom prst="rect">
            <a:avLst/>
          </a:prstGeom>
          <a:noFill/>
        </p:spPr>
        <p:txBody>
          <a:bodyPr vert="horz" wrap="square" lIns="0" tIns="0" rIns="0" bIns="0" rtlCol="0" anchor="t" anchorCtr="0">
            <a:noAutofit/>
          </a:bodyPr>
          <a:lstStyle>
            <a:defPPr>
              <a:defRPr lang="en-US"/>
            </a:defPPr>
            <a:lvl1pPr>
              <a:lnSpc>
                <a:spcPct val="70000"/>
              </a:lnSpc>
              <a:defRPr sz="11000">
                <a:solidFill>
                  <a:srgbClr val="FFFFFF"/>
                </a:solidFill>
                <a:latin typeface="+mj-lt"/>
              </a:defRPr>
            </a:lvl1pPr>
          </a:lstStyle>
          <a:p>
            <a:pPr lvl="0">
              <a:lnSpc>
                <a:spcPct val="70000"/>
              </a:lnSpc>
            </a:pPr>
            <a:r>
              <a:rPr lang="en-US" sz="6000">
                <a:solidFill>
                  <a:schemeClr val="accent3">
                    <a:lumMod val="100000"/>
                  </a:schemeClr>
                </a:solidFill>
                <a:latin typeface="+mj-lt"/>
              </a:rPr>
              <a:t>Subsection Title (DO NOT DELETE)</a:t>
            </a:r>
            <a:endParaRPr lang="fr-FR" sz="6000">
              <a:solidFill>
                <a:srgbClr val="FFFFFF"/>
              </a:solidFill>
              <a:latin typeface="+mj-lt"/>
            </a:endParaRPr>
          </a:p>
        </p:txBody>
      </p:sp>
      <p:sp>
        <p:nvSpPr>
          <p:cNvPr id="14" name="TextBox 13">
            <a:hlinkClick r:id="" action="ppaction://noaction"/>
            <a:extLst>
              <a:ext uri="{FF2B5EF4-FFF2-40B4-BE49-F238E27FC236}">
                <a16:creationId xmlns:a16="http://schemas.microsoft.com/office/drawing/2014/main" id="{36F5CEAB-E720-BBEC-C914-44361C9BCF78}"/>
              </a:ext>
            </a:extLst>
          </p:cNvPr>
          <p:cNvSpPr txBox="1"/>
          <p:nvPr userDrawn="1">
            <p:custDataLst>
              <p:tags r:id="rId2"/>
            </p:custDataLst>
          </p:nvPr>
        </p:nvSpPr>
        <p:spPr>
          <a:xfrm>
            <a:off x="2215200" y="3897390"/>
            <a:ext cx="7101897" cy="2518589"/>
          </a:xfrm>
          <a:prstGeom prst="rect">
            <a:avLst/>
          </a:prstGeom>
          <a:noFill/>
        </p:spPr>
        <p:txBody>
          <a:bodyPr vert="horz" wrap="square" lIns="0" tIns="0" rIns="0" bIns="0" rtlCol="0">
            <a:noAutofit/>
          </a:bodyPr>
          <a:lstStyle/>
          <a:p>
            <a:pPr>
              <a:lnSpc>
                <a:spcPct val="70000"/>
              </a:lnSpc>
            </a:pPr>
            <a:r>
              <a:rPr lang="en-US" sz="6000">
                <a:solidFill>
                  <a:schemeClr val="accent3">
                    <a:lumMod val="100000"/>
                  </a:schemeClr>
                </a:solidFill>
                <a:latin typeface="+mj-lt"/>
              </a:rPr>
              <a:t>Section Title (DO NOT DELETE)</a:t>
            </a:r>
            <a:endParaRPr lang="fr-FR" sz="6000">
              <a:solidFill>
                <a:schemeClr val="accent3">
                  <a:lumMod val="100000"/>
                </a:schemeClr>
              </a:solidFill>
              <a:latin typeface="+mj-lt"/>
            </a:endParaRPr>
          </a:p>
        </p:txBody>
      </p:sp>
      <p:sp>
        <p:nvSpPr>
          <p:cNvPr id="15" name="ZoneTexte 13">
            <a:extLst>
              <a:ext uri="{FF2B5EF4-FFF2-40B4-BE49-F238E27FC236}">
                <a16:creationId xmlns:a16="http://schemas.microsoft.com/office/drawing/2014/main" id="{7BA5E11A-BE89-AA3A-2627-FE8E539C686A}"/>
              </a:ext>
            </a:extLst>
          </p:cNvPr>
          <p:cNvSpPr txBox="1">
            <a:spLocks/>
          </p:cNvSpPr>
          <p:nvPr userDrawn="1">
            <p:custDataLst>
              <p:tags r:id="rId3"/>
            </p:custDataLst>
          </p:nvPr>
        </p:nvSpPr>
        <p:spPr>
          <a:xfrm>
            <a:off x="998476" y="3681056"/>
            <a:ext cx="6336000" cy="252000"/>
          </a:xfrm>
          <a:prstGeom prst="rect">
            <a:avLst/>
          </a:prstGeom>
          <a:noFill/>
        </p:spPr>
        <p:txBody>
          <a:bodyPr wrap="square" lIns="0" tIns="0" rIns="0" bIns="0" rtlCol="0" anchor="t">
            <a:noAutofit/>
          </a:bodyPr>
          <a:lstStyle/>
          <a:p>
            <a:pPr marL="288000" indent="-288000">
              <a:buFont typeface="Arial" panose="020B0604020202020204" pitchFamily="34" charset="0"/>
              <a:buChar char="—"/>
            </a:pPr>
            <a:r>
              <a:rPr lang="en-US" sz="1200" i="0">
                <a:solidFill>
                  <a:schemeClr val="accent3">
                    <a:lumMod val="100000"/>
                  </a:schemeClr>
                </a:solidFill>
                <a:latin typeface="Arial" panose="020B0604020202020204" pitchFamily="34" charset="0"/>
              </a:rPr>
              <a:t>Slide Title (DO NOT DELETE)</a:t>
            </a:r>
            <a:endParaRPr lang="fr-FR" sz="1200" i="0">
              <a:solidFill>
                <a:schemeClr val="accent3">
                  <a:lumMod val="100000"/>
                </a:schemeClr>
              </a:solidFill>
              <a:latin typeface="Arial" panose="020B0604020202020204" pitchFamily="34" charset="0"/>
            </a:endParaRPr>
          </a:p>
        </p:txBody>
      </p:sp>
      <p:sp>
        <p:nvSpPr>
          <p:cNvPr id="16" name="ZoneTexte 14">
            <a:extLst>
              <a:ext uri="{FF2B5EF4-FFF2-40B4-BE49-F238E27FC236}">
                <a16:creationId xmlns:a16="http://schemas.microsoft.com/office/drawing/2014/main" id="{F3F48908-7208-D7D0-AF66-F25A115837F1}"/>
              </a:ext>
            </a:extLst>
          </p:cNvPr>
          <p:cNvSpPr txBox="1">
            <a:spLocks/>
          </p:cNvSpPr>
          <p:nvPr userDrawn="1">
            <p:custDataLst>
              <p:tags r:id="rId4"/>
            </p:custDataLst>
          </p:nvPr>
        </p:nvSpPr>
        <p:spPr>
          <a:xfrm>
            <a:off x="8499630" y="3828990"/>
            <a:ext cx="276038" cy="252000"/>
          </a:xfrm>
          <a:prstGeom prst="rect">
            <a:avLst/>
          </a:prstGeom>
          <a:noFill/>
        </p:spPr>
        <p:txBody>
          <a:bodyPr wrap="square" lIns="0" tIns="0" rIns="0" bIns="0" rtlCol="0" anchor="t" anchorCtr="0">
            <a:noAutofit/>
          </a:bodyPr>
          <a:lstStyle/>
          <a:p>
            <a:pPr algn="r"/>
            <a:r>
              <a:rPr lang="fr-FR" sz="1200" i="0">
                <a:noFill/>
                <a:latin typeface="Arial" panose="020B0604020202020204" pitchFamily="34" charset="0"/>
              </a:rPr>
              <a:t>1</a:t>
            </a:r>
          </a:p>
        </p:txBody>
      </p:sp>
      <p:sp>
        <p:nvSpPr>
          <p:cNvPr id="17" name="Rectangle 16">
            <a:extLst>
              <a:ext uri="{FF2B5EF4-FFF2-40B4-BE49-F238E27FC236}">
                <a16:creationId xmlns:a16="http://schemas.microsoft.com/office/drawing/2014/main" id="{EF612CFF-5EEB-A289-6BF6-5C7ED46C342F}"/>
              </a:ext>
            </a:extLst>
          </p:cNvPr>
          <p:cNvSpPr>
            <a:spLocks/>
          </p:cNvSpPr>
          <p:nvPr userDrawn="1">
            <p:custDataLst>
              <p:tags r:id="rId5"/>
            </p:custDataLst>
          </p:nvPr>
        </p:nvSpPr>
        <p:spPr>
          <a:xfrm>
            <a:off x="2064470" y="1773835"/>
            <a:ext cx="7324627" cy="4466710"/>
          </a:xfrm>
          <a:prstGeom prst="rect">
            <a:avLst/>
          </a:prstGeom>
          <a:no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rgbClr val="000000"/>
                </a:solidFill>
              </a:rPr>
              <a:t>Workspace (DO NOT DELETE): this shape delimits the vertical space where UpSlide will draw the Agenda.</a:t>
            </a:r>
            <a:endParaRPr lang="en-GB">
              <a:solidFill>
                <a:srgbClr val="000000"/>
              </a:solidFill>
            </a:endParaRPr>
          </a:p>
        </p:txBody>
      </p:sp>
      <p:sp>
        <p:nvSpPr>
          <p:cNvPr id="18" name="TextBox 17">
            <a:hlinkClick r:id="" action="ppaction://noaction"/>
            <a:extLst>
              <a:ext uri="{FF2B5EF4-FFF2-40B4-BE49-F238E27FC236}">
                <a16:creationId xmlns:a16="http://schemas.microsoft.com/office/drawing/2014/main" id="{A43B6DA0-4C35-656A-A587-6C71098827A1}"/>
              </a:ext>
            </a:extLst>
          </p:cNvPr>
          <p:cNvSpPr txBox="1"/>
          <p:nvPr userDrawn="1">
            <p:custDataLst>
              <p:tags r:id="rId6"/>
            </p:custDataLst>
          </p:nvPr>
        </p:nvSpPr>
        <p:spPr bwMode="auto">
          <a:xfrm>
            <a:off x="2064469" y="1346401"/>
            <a:ext cx="36000" cy="36000"/>
          </a:xfrm>
          <a:prstGeom prst="rect">
            <a:avLst/>
          </a:prstGeom>
          <a:noFill/>
          <a:ln w="9525">
            <a:noFill/>
            <a:miter lim="800000"/>
            <a:headEnd/>
            <a:tailEnd/>
          </a:ln>
        </p:spPr>
        <p:txBody>
          <a:bodyPr vert="horz" wrap="none" rtlCol="0" anchor="t" anchorCtr="0">
            <a:noAutofit/>
          </a:bodyPr>
          <a:lstStyle/>
          <a:p>
            <a:r>
              <a:rPr lang="fr-FR" sz="100">
                <a:noFill/>
                <a:latin typeface="+mj-lt"/>
              </a:rPr>
              <a:t>1</a:t>
            </a:r>
          </a:p>
        </p:txBody>
      </p:sp>
      <p:sp>
        <p:nvSpPr>
          <p:cNvPr id="19" name="TextBox 18">
            <a:hlinkClick r:id="" action="ppaction://noaction"/>
            <a:extLst>
              <a:ext uri="{FF2B5EF4-FFF2-40B4-BE49-F238E27FC236}">
                <a16:creationId xmlns:a16="http://schemas.microsoft.com/office/drawing/2014/main" id="{8CB5EC06-318A-B278-374B-89B28B0F27A0}"/>
              </a:ext>
            </a:extLst>
          </p:cNvPr>
          <p:cNvSpPr txBox="1"/>
          <p:nvPr userDrawn="1">
            <p:custDataLst>
              <p:tags r:id="rId7"/>
            </p:custDataLst>
          </p:nvPr>
        </p:nvSpPr>
        <p:spPr>
          <a:xfrm>
            <a:off x="9041059" y="3828990"/>
            <a:ext cx="0" cy="0"/>
          </a:xfrm>
          <a:prstGeom prst="rect">
            <a:avLst/>
          </a:prstGeom>
          <a:noFill/>
        </p:spPr>
        <p:txBody>
          <a:bodyPr vert="horz" wrap="none" lIns="0" tIns="0" rIns="0" bIns="0" rtlCol="0" anchor="ctr" anchorCtr="0">
            <a:noAutofit/>
          </a:bodyPr>
          <a:lstStyle/>
          <a:p>
            <a:pPr algn="ctr"/>
            <a:r>
              <a:rPr lang="fr-FR" sz="100">
                <a:noFill/>
                <a:latin typeface="+mj-lt"/>
              </a:rPr>
              <a:t>5</a:t>
            </a:r>
          </a:p>
        </p:txBody>
      </p:sp>
      <p:sp>
        <p:nvSpPr>
          <p:cNvPr id="20" name="TextBox 19">
            <a:hlinkClick r:id="" action="ppaction://noaction"/>
            <a:extLst>
              <a:ext uri="{FF2B5EF4-FFF2-40B4-BE49-F238E27FC236}">
                <a16:creationId xmlns:a16="http://schemas.microsoft.com/office/drawing/2014/main" id="{ACB70012-30E3-E56E-96C5-A825D1E0F9B5}"/>
              </a:ext>
            </a:extLst>
          </p:cNvPr>
          <p:cNvSpPr txBox="1"/>
          <p:nvPr userDrawn="1">
            <p:custDataLst>
              <p:tags r:id="rId8"/>
            </p:custDataLst>
          </p:nvPr>
        </p:nvSpPr>
        <p:spPr>
          <a:xfrm>
            <a:off x="9041059" y="3879390"/>
            <a:ext cx="0" cy="0"/>
          </a:xfrm>
          <a:prstGeom prst="rect">
            <a:avLst/>
          </a:prstGeom>
          <a:noFill/>
        </p:spPr>
        <p:txBody>
          <a:bodyPr vert="horz" wrap="none" lIns="0" tIns="0" rIns="0" bIns="0" rtlCol="0" anchor="t" anchorCtr="0">
            <a:noAutofit/>
          </a:bodyPr>
          <a:lstStyle/>
          <a:p>
            <a:pPr algn="r"/>
            <a:r>
              <a:rPr lang="fr-FR" sz="100">
                <a:noFill/>
                <a:latin typeface="+mj-lt"/>
              </a:rPr>
              <a:t>6</a:t>
            </a:r>
          </a:p>
        </p:txBody>
      </p:sp>
      <p:sp>
        <p:nvSpPr>
          <p:cNvPr id="30" name="TextBox 29">
            <a:hlinkClick r:id="" action="ppaction://noaction"/>
            <a:extLst>
              <a:ext uri="{FF2B5EF4-FFF2-40B4-BE49-F238E27FC236}">
                <a16:creationId xmlns:a16="http://schemas.microsoft.com/office/drawing/2014/main" id="{935C8FF7-CE79-45E7-6189-593D5B9DC5D9}"/>
              </a:ext>
            </a:extLst>
          </p:cNvPr>
          <p:cNvSpPr txBox="1"/>
          <p:nvPr userDrawn="1">
            <p:custDataLst>
              <p:tags r:id="rId9"/>
            </p:custDataLst>
          </p:nvPr>
        </p:nvSpPr>
        <p:spPr bwMode="auto">
          <a:xfrm>
            <a:off x="2064469" y="3879390"/>
            <a:ext cx="36000" cy="36000"/>
          </a:xfrm>
          <a:prstGeom prst="rect">
            <a:avLst/>
          </a:prstGeom>
          <a:noFill/>
          <a:ln w="9525">
            <a:noFill/>
            <a:miter lim="800000"/>
            <a:headEnd/>
            <a:tailEnd/>
          </a:ln>
        </p:spPr>
        <p:txBody>
          <a:bodyPr vert="horz" wrap="square" lIns="0" tIns="0" rIns="0" bIns="0" rtlCol="0" anchor="t" anchorCtr="0">
            <a:noAutofit/>
          </a:bodyPr>
          <a:lstStyle/>
          <a:p>
            <a:r>
              <a:rPr lang="fr-FR" sz="100">
                <a:noFill/>
              </a:rPr>
              <a:t>1.1</a:t>
            </a:r>
          </a:p>
        </p:txBody>
      </p:sp>
      <p:sp>
        <p:nvSpPr>
          <p:cNvPr id="41" name="Rectangle 40">
            <a:extLst>
              <a:ext uri="{FF2B5EF4-FFF2-40B4-BE49-F238E27FC236}">
                <a16:creationId xmlns:a16="http://schemas.microsoft.com/office/drawing/2014/main" id="{93E9DC50-3B11-BA63-47B9-2C1BA6A7534E}"/>
              </a:ext>
            </a:extLst>
          </p:cNvPr>
          <p:cNvSpPr/>
          <p:nvPr userDrawn="1">
            <p:custDataLst>
              <p:tags r:id="rId10"/>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Tree>
    <p:extLst>
      <p:ext uri="{BB962C8B-B14F-4D97-AF65-F5344CB8AC3E}">
        <p14:creationId xmlns:p14="http://schemas.microsoft.com/office/powerpoint/2010/main" val="25343655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Reminder shapes Storage Layout">
    <p:spTree>
      <p:nvGrpSpPr>
        <p:cNvPr id="1" name=""/>
        <p:cNvGrpSpPr/>
        <p:nvPr/>
      </p:nvGrpSpPr>
      <p:grpSpPr>
        <a:xfrm>
          <a:off x="0" y="0"/>
          <a:ext cx="0" cy="0"/>
          <a:chOff x="0" y="0"/>
          <a:chExt cx="0" cy="0"/>
        </a:xfrm>
      </p:grpSpPr>
      <p:sp>
        <p:nvSpPr>
          <p:cNvPr id="4" name="ZoneTexte 11">
            <a:extLst>
              <a:ext uri="{FF2B5EF4-FFF2-40B4-BE49-F238E27FC236}">
                <a16:creationId xmlns:a16="http://schemas.microsoft.com/office/drawing/2014/main" id="{BB3DBFF2-8D2F-D1D7-4EF7-AF89F9F5CE81}"/>
              </a:ext>
            </a:extLst>
          </p:cNvPr>
          <p:cNvSpPr txBox="1">
            <a:spLocks/>
          </p:cNvSpPr>
          <p:nvPr userDrawn="1">
            <p:custDataLst>
              <p:tags r:id="rId1"/>
            </p:custDataLst>
          </p:nvPr>
        </p:nvSpPr>
        <p:spPr>
          <a:xfrm>
            <a:off x="995364" y="188640"/>
            <a:ext cx="10204450"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fr-FR" sz="1200" b="1">
                <a:solidFill>
                  <a:schemeClr val="accent3">
                    <a:lumMod val="100000"/>
                  </a:schemeClr>
                </a:solidFill>
              </a:rPr>
              <a:t>&lt;%SECTIONNAME%&gt;&lt;%SPACEIFINSUBSEC%&gt;&lt;%TIRETIFINSUBSEC%&gt;&lt;%SPACEIFINSUBSEC%&gt;&lt;%SUBSECTIONNAME%&gt;</a:t>
            </a:r>
            <a:endParaRPr lang="en-GB" sz="1200" b="1">
              <a:solidFill>
                <a:schemeClr val="accent3">
                  <a:lumMod val="100000"/>
                </a:schemeClr>
              </a:solidFill>
            </a:endParaRPr>
          </a:p>
        </p:txBody>
      </p:sp>
      <p:sp>
        <p:nvSpPr>
          <p:cNvPr id="3" name="Rectangle 2">
            <a:extLst>
              <a:ext uri="{FF2B5EF4-FFF2-40B4-BE49-F238E27FC236}">
                <a16:creationId xmlns:a16="http://schemas.microsoft.com/office/drawing/2014/main" id="{E06DE45B-2484-D326-8719-0097EAA005DC}"/>
              </a:ext>
            </a:extLst>
          </p:cNvPr>
          <p:cNvSpPr/>
          <p:nvPr userDrawn="1">
            <p:custDataLst>
              <p:tags r:id="rId2"/>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Tree>
    <p:extLst>
      <p:ext uri="{BB962C8B-B14F-4D97-AF65-F5344CB8AC3E}">
        <p14:creationId xmlns:p14="http://schemas.microsoft.com/office/powerpoint/2010/main" val="36659683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UpSlide Breadcrumb">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34BC455-1433-C58D-DD91-76835760EDB7}"/>
              </a:ext>
            </a:extLst>
          </p:cNvPr>
          <p:cNvGrpSpPr/>
          <p:nvPr userDrawn="1"/>
        </p:nvGrpSpPr>
        <p:grpSpPr>
          <a:xfrm>
            <a:off x="712611" y="635732"/>
            <a:ext cx="3126154" cy="1750774"/>
            <a:chOff x="504151" y="381000"/>
            <a:chExt cx="2540000" cy="1750774"/>
          </a:xfrm>
        </p:grpSpPr>
        <p:sp>
          <p:nvSpPr>
            <p:cNvPr id="9" name="TextBox 8">
              <a:extLst>
                <a:ext uri="{FF2B5EF4-FFF2-40B4-BE49-F238E27FC236}">
                  <a16:creationId xmlns:a16="http://schemas.microsoft.com/office/drawing/2014/main" id="{56913A9B-F804-2F35-E8AE-717FC7FB94C9}"/>
                </a:ext>
              </a:extLst>
            </p:cNvPr>
            <p:cNvSpPr txBox="1"/>
            <p:nvPr userDrawn="1"/>
          </p:nvSpPr>
          <p:spPr>
            <a:xfrm>
              <a:off x="504151" y="1270000"/>
              <a:ext cx="2540000" cy="861774"/>
            </a:xfrm>
            <a:prstGeom prst="rect">
              <a:avLst/>
            </a:prstGeom>
            <a:noFill/>
          </p:spPr>
          <p:txBody>
            <a:bodyPr vert="horz" rtlCol="0">
              <a:spAutoFit/>
            </a:bodyPr>
            <a:lstStyle/>
            <a:p>
              <a:r>
                <a:rPr lang="en-US" sz="1000"/>
                <a:t>Edit alt text on the non-current shape for display options.</a:t>
              </a:r>
            </a:p>
            <a:p>
              <a:r>
                <a:rPr lang="en-US" sz="1000" b="1"/>
                <a:t>See </a:t>
              </a:r>
              <a:r>
                <a:rPr lang="en-US" sz="1000" b="1">
                  <a:hlinkClick r:id="rId3"/>
                </a:rPr>
                <a:t>here</a:t>
              </a:r>
              <a:r>
                <a:rPr lang="en-US" sz="1000" b="1"/>
                <a:t> for the options you can apply and other instructions to build a breadcrumb using UpSlide.</a:t>
              </a:r>
              <a:endParaRPr lang="en-SG" sz="1000" b="1"/>
            </a:p>
          </p:txBody>
        </p:sp>
        <p:cxnSp>
          <p:nvCxnSpPr>
            <p:cNvPr id="10" name="Straight Arrow Connector 9">
              <a:extLst>
                <a:ext uri="{FF2B5EF4-FFF2-40B4-BE49-F238E27FC236}">
                  <a16:creationId xmlns:a16="http://schemas.microsoft.com/office/drawing/2014/main" id="{34E7B21E-DFD1-F87D-9F54-2C7B05C30C93}"/>
                </a:ext>
              </a:extLst>
            </p:cNvPr>
            <p:cNvCxnSpPr/>
            <p:nvPr userDrawn="1"/>
          </p:nvCxnSpPr>
          <p:spPr>
            <a:xfrm>
              <a:off x="1016000" y="381000"/>
              <a:ext cx="0" cy="889000"/>
            </a:xfrm>
            <a:prstGeom prst="straightConnector1">
              <a:avLst/>
            </a:prstGeom>
            <a:ln>
              <a:headEnd type="triangle"/>
            </a:ln>
          </p:spPr>
          <p:style>
            <a:lnRef idx="1">
              <a:schemeClr val="accent1"/>
            </a:lnRef>
            <a:fillRef idx="0">
              <a:schemeClr val="accent1"/>
            </a:fillRef>
            <a:effectRef idx="0">
              <a:schemeClr val="accent1"/>
            </a:effectRef>
            <a:fontRef idx="minor">
              <a:schemeClr val="tx1"/>
            </a:fontRef>
          </p:style>
        </p:cxnSp>
      </p:grpSp>
      <p:cxnSp>
        <p:nvCxnSpPr>
          <p:cNvPr id="11" name="Straight Arrow Connector 10">
            <a:extLst>
              <a:ext uri="{FF2B5EF4-FFF2-40B4-BE49-F238E27FC236}">
                <a16:creationId xmlns:a16="http://schemas.microsoft.com/office/drawing/2014/main" id="{BF303829-0945-9D47-C04E-ADBE43696C98}"/>
              </a:ext>
            </a:extLst>
          </p:cNvPr>
          <p:cNvCxnSpPr>
            <a:cxnSpLocks/>
          </p:cNvCxnSpPr>
          <p:nvPr userDrawn="1"/>
        </p:nvCxnSpPr>
        <p:spPr>
          <a:xfrm flipH="1" flipV="1">
            <a:off x="1815635" y="510391"/>
            <a:ext cx="2002223" cy="52934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2D14BFFA-265D-16D0-E3E4-E35FCA558DCB}"/>
              </a:ext>
            </a:extLst>
          </p:cNvPr>
          <p:cNvGrpSpPr/>
          <p:nvPr userDrawn="1"/>
        </p:nvGrpSpPr>
        <p:grpSpPr>
          <a:xfrm>
            <a:off x="289342" y="508732"/>
            <a:ext cx="1140409" cy="807998"/>
            <a:chOff x="0" y="254000"/>
            <a:chExt cx="926582" cy="807998"/>
          </a:xfrm>
        </p:grpSpPr>
        <p:sp>
          <p:nvSpPr>
            <p:cNvPr id="13" name="TextBox 12">
              <a:extLst>
                <a:ext uri="{FF2B5EF4-FFF2-40B4-BE49-F238E27FC236}">
                  <a16:creationId xmlns:a16="http://schemas.microsoft.com/office/drawing/2014/main" id="{37343379-8E0C-CBE0-5A0D-4ADF2281EA91}"/>
                </a:ext>
              </a:extLst>
            </p:cNvPr>
            <p:cNvSpPr txBox="1"/>
            <p:nvPr userDrawn="1"/>
          </p:nvSpPr>
          <p:spPr>
            <a:xfrm>
              <a:off x="0" y="508000"/>
              <a:ext cx="926582" cy="553998"/>
            </a:xfrm>
            <a:prstGeom prst="rect">
              <a:avLst/>
            </a:prstGeom>
            <a:noFill/>
          </p:spPr>
          <p:txBody>
            <a:bodyPr vert="horz" wrap="square" rtlCol="0">
              <a:spAutoFit/>
            </a:bodyPr>
            <a:lstStyle/>
            <a:p>
              <a:r>
                <a:rPr lang="en-SG" sz="1000"/>
                <a:t>First shape </a:t>
              </a:r>
              <a:br>
                <a:rPr lang="en-SG" sz="1000"/>
              </a:br>
              <a:r>
                <a:rPr lang="en-SG" sz="1000"/>
                <a:t>left margin from page</a:t>
              </a:r>
            </a:p>
          </p:txBody>
        </p:sp>
        <p:cxnSp>
          <p:nvCxnSpPr>
            <p:cNvPr id="14" name="Straight Arrow Connector 13">
              <a:extLst>
                <a:ext uri="{FF2B5EF4-FFF2-40B4-BE49-F238E27FC236}">
                  <a16:creationId xmlns:a16="http://schemas.microsoft.com/office/drawing/2014/main" id="{AD1A54CE-B898-FDCB-7BB7-EA78D944330F}"/>
                </a:ext>
              </a:extLst>
            </p:cNvPr>
            <p:cNvCxnSpPr/>
            <p:nvPr userDrawn="1"/>
          </p:nvCxnSpPr>
          <p:spPr>
            <a:xfrm>
              <a:off x="190500" y="254000"/>
              <a:ext cx="0" cy="254000"/>
            </a:xfrm>
            <a:prstGeom prst="straightConnector1">
              <a:avLst/>
            </a:prstGeom>
            <a:ln>
              <a:headEnd type="triangle"/>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C8AA1B64-1717-3F4E-57F6-9810BA8040A1}"/>
              </a:ext>
            </a:extLst>
          </p:cNvPr>
          <p:cNvSpPr txBox="1"/>
          <p:nvPr userDrawn="1"/>
        </p:nvSpPr>
        <p:spPr>
          <a:xfrm>
            <a:off x="3817858" y="1016732"/>
            <a:ext cx="1563077" cy="246221"/>
          </a:xfrm>
          <a:prstGeom prst="rect">
            <a:avLst/>
          </a:prstGeom>
          <a:noFill/>
        </p:spPr>
        <p:txBody>
          <a:bodyPr vert="horz" rtlCol="0">
            <a:spAutoFit/>
          </a:bodyPr>
          <a:lstStyle/>
          <a:p>
            <a:r>
              <a:rPr lang="en-SG" sz="1000"/>
              <a:t>Margin between shapes</a:t>
            </a:r>
          </a:p>
        </p:txBody>
      </p:sp>
      <p:sp>
        <p:nvSpPr>
          <p:cNvPr id="5" name="Other Sections" descr="{&#10;  &quot;MinimumUpSlideVersion&quot;: &quot;6.7.4.0&quot;,&#10;  &quot;DisplayMode&quot;: &quot;SectionsOnly&quot;&#10;}">
            <a:extLst>
              <a:ext uri="{FF2B5EF4-FFF2-40B4-BE49-F238E27FC236}">
                <a16:creationId xmlns:a16="http://schemas.microsoft.com/office/drawing/2014/main" id="{0BB4E062-AF4D-F879-73A8-63796DF5A187}"/>
              </a:ext>
            </a:extLst>
          </p:cNvPr>
          <p:cNvSpPr>
            <a:spLocks/>
          </p:cNvSpPr>
          <p:nvPr userDrawn="1"/>
        </p:nvSpPr>
        <p:spPr>
          <a:xfrm>
            <a:off x="982800" y="179436"/>
            <a:ext cx="68882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10800" rIns="72000" bIns="10800" rtlCol="0" anchor="ctr">
            <a:spAutoFit/>
          </a:bodyPr>
          <a:lstStyle/>
          <a:p>
            <a:pPr lvl="0"/>
            <a:r>
              <a:rPr lang="en-US" sz="800">
                <a:solidFill>
                  <a:schemeClr val="bg2">
                    <a:lumMod val="75000"/>
                  </a:schemeClr>
                </a:solidFill>
                <a:latin typeface="Arial" panose="020B0604020202020204" pitchFamily="34" charset="0"/>
                <a:cs typeface="Arial" panose="020B0604020202020204" pitchFamily="34" charset="0"/>
              </a:rPr>
              <a:t>Non-current</a:t>
            </a:r>
          </a:p>
        </p:txBody>
      </p:sp>
      <p:sp>
        <p:nvSpPr>
          <p:cNvPr id="6" name="Current Section">
            <a:extLst>
              <a:ext uri="{FF2B5EF4-FFF2-40B4-BE49-F238E27FC236}">
                <a16:creationId xmlns:a16="http://schemas.microsoft.com/office/drawing/2014/main" id="{74B50694-C3B2-9827-9FDF-0D5742FDE53E}"/>
              </a:ext>
            </a:extLst>
          </p:cNvPr>
          <p:cNvSpPr>
            <a:spLocks/>
          </p:cNvSpPr>
          <p:nvPr userDrawn="1"/>
        </p:nvSpPr>
        <p:spPr>
          <a:xfrm>
            <a:off x="1671625" y="179436"/>
            <a:ext cx="515700"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10800" rIns="72000" bIns="10800" numCol="1" spcCol="0" rtlCol="0" fromWordArt="0" anchor="ctr" anchorCtr="0" forceAA="0" compatLnSpc="1">
            <a:prstTxWarp prst="textNoShape">
              <a:avLst/>
            </a:prstTxWarp>
            <a:spAutoFit/>
          </a:bodyPr>
          <a:lstStyle/>
          <a:p>
            <a:pPr lvl="0"/>
            <a:r>
              <a:rPr lang="en-US" sz="800" b="1">
                <a:solidFill>
                  <a:schemeClr val="accent3">
                    <a:lumMod val="100000"/>
                  </a:schemeClr>
                </a:solidFill>
                <a:latin typeface="Arial" panose="020B0604020202020204" pitchFamily="34" charset="0"/>
                <a:cs typeface="Arial" panose="020B0604020202020204" pitchFamily="34" charset="0"/>
              </a:rPr>
              <a:t>Current</a:t>
            </a:r>
          </a:p>
        </p:txBody>
      </p:sp>
      <p:sp>
        <p:nvSpPr>
          <p:cNvPr id="4" name="Rectangle 3">
            <a:extLst>
              <a:ext uri="{FF2B5EF4-FFF2-40B4-BE49-F238E27FC236}">
                <a16:creationId xmlns:a16="http://schemas.microsoft.com/office/drawing/2014/main" id="{A678C9ED-4021-D124-FC68-6DB54A0C42E7}"/>
              </a:ext>
            </a:extLst>
          </p:cNvPr>
          <p:cNvSpPr>
            <a:spLocks/>
          </p:cNvSpPr>
          <p:nvPr userDrawn="1">
            <p:custDataLst>
              <p:tags r:id="rId1"/>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Tree>
    <p:extLst>
      <p:ext uri="{BB962C8B-B14F-4D97-AF65-F5344CB8AC3E}">
        <p14:creationId xmlns:p14="http://schemas.microsoft.com/office/powerpoint/2010/main" val="42928478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1_UpSlide_Section Divider_DO NOT delete">
    <p:bg>
      <p:bgPr>
        <a:solidFill>
          <a:srgbClr val="0C233C"/>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D5A6B33-6A03-E3BB-2C29-EAB833EA92E2}"/>
              </a:ext>
            </a:extLst>
          </p:cNvPr>
          <p:cNvSpPr>
            <a:spLocks noChangeAspect="1"/>
          </p:cNvSpPr>
          <p:nvPr userDrawn="1"/>
        </p:nvSpPr>
        <p:spPr>
          <a:xfrm>
            <a:off x="998476" y="1330325"/>
            <a:ext cx="7061787" cy="4546600"/>
          </a:xfrm>
          <a:prstGeom prst="rect">
            <a:avLst/>
          </a:prstGeom>
          <a:solidFill>
            <a:srgbClr val="ACEAFF"/>
          </a:soli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Espace réservé du numéro de diapositive 1"/>
          <p:cNvSpPr>
            <a:spLocks noGrp="1"/>
          </p:cNvSpPr>
          <p:nvPr>
            <p:ph type="sldNum" sz="quarter" idx="10"/>
          </p:nvPr>
        </p:nvSpPr>
        <p:spPr>
          <a:xfrm>
            <a:off x="0" y="0"/>
            <a:ext cx="0" cy="0"/>
          </a:xfrm>
          <a:prstGeom prst="rect">
            <a:avLst/>
          </a:prstGeom>
          <a:ln>
            <a:solidFill>
              <a:srgbClr val="00338D"/>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fr-FR"/>
          </a:p>
        </p:txBody>
      </p:sp>
      <p:pic>
        <p:nvPicPr>
          <p:cNvPr id="12" name="Graphic 11">
            <a:extLst>
              <a:ext uri="{FF2B5EF4-FFF2-40B4-BE49-F238E27FC236}">
                <a16:creationId xmlns:a16="http://schemas.microsoft.com/office/drawing/2014/main" id="{8D201DF8-8688-B83B-BC19-EA576B519C7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8B9B2E45-F797-8C99-08D4-9DA15AA8DE3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048C6BF7-D6A6-A874-7571-562059B61049}"/>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B8FDD03E-077D-636B-3CB7-0042A0B81724}"/>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CBF5D9C-E8B3-DDEB-3F3C-128404F08F15}"/>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Graphic 7" descr="Home">
            <a:hlinkClick r:id="rId5" action="ppaction://hlinksldjump"/>
            <a:extLst>
              <a:ext uri="{FF2B5EF4-FFF2-40B4-BE49-F238E27FC236}">
                <a16:creationId xmlns:a16="http://schemas.microsoft.com/office/drawing/2014/main" id="{ADE63953-21BF-6AA9-FD7C-6A3840E2323D}"/>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B3BD9D59-40AF-CF26-139F-038A1F3B68B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14" name="Rectangle 13">
            <a:extLst>
              <a:ext uri="{FF2B5EF4-FFF2-40B4-BE49-F238E27FC236}">
                <a16:creationId xmlns:a16="http://schemas.microsoft.com/office/drawing/2014/main" id="{0E5A3E1C-E2AB-0D0E-539C-7904959FF5B7}"/>
              </a:ext>
            </a:extLst>
          </p:cNvPr>
          <p:cNvSpPr>
            <a:spLocks/>
          </p:cNvSpPr>
          <p:nvPr userDrawn="1">
            <p:custDataLst>
              <p:tags r:id="rId1"/>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Tree>
    <p:extLst>
      <p:ext uri="{BB962C8B-B14F-4D97-AF65-F5344CB8AC3E}">
        <p14:creationId xmlns:p14="http://schemas.microsoft.com/office/powerpoint/2010/main" val="215054165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 Target="../slides/slide4.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 Id="rId30" Type="http://schemas.openxmlformats.org/officeDocument/2006/relationships/tags" Target="../tags/tag4.xml"/><Relationship Id="rId35" Type="http://schemas.openxmlformats.org/officeDocument/2006/relationships/image" Target="../media/image3.svg"/><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31.xml"/><Relationship Id="rId3" Type="http://schemas.openxmlformats.org/officeDocument/2006/relationships/slideLayout" Target="../slideLayouts/slideLayout29.xml"/><Relationship Id="rId7" Type="http://schemas.openxmlformats.org/officeDocument/2006/relationships/theme" Target="../theme/theme2.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5" Type="http://schemas.openxmlformats.org/officeDocument/2006/relationships/slideLayout" Target="../slideLayouts/slideLayout31.xml"/><Relationship Id="rId10" Type="http://schemas.openxmlformats.org/officeDocument/2006/relationships/image" Target="../media/image1.emf"/><Relationship Id="rId4" Type="http://schemas.openxmlformats.org/officeDocument/2006/relationships/slideLayout" Target="../slideLayouts/slideLayout30.xml"/><Relationship Id="rId9" Type="http://schemas.openxmlformats.org/officeDocument/2006/relationships/oleObject" Target="../embeddings/oleObject20.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13DB1CBB-85BD-5B06-A5A9-A78152A63EAD}"/>
              </a:ext>
            </a:extLst>
          </p:cNvPr>
          <p:cNvGraphicFramePr>
            <a:graphicFrameLocks noChangeAspect="1"/>
          </p:cNvGraphicFramePr>
          <p:nvPr userDrawn="1">
            <p:custDataLst>
              <p:tags r:id="rId28"/>
            </p:custDataLst>
            <p:extLst>
              <p:ext uri="{D42A27DB-BD31-4B8C-83A1-F6EECF244321}">
                <p14:modId xmlns:p14="http://schemas.microsoft.com/office/powerpoint/2010/main" val="8088042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1" imgW="473" imgH="476" progId="TCLayout.ActiveDocument.1">
                  <p:embed/>
                </p:oleObj>
              </mc:Choice>
              <mc:Fallback>
                <p:oleObj name="think-cell Slide" r:id="rId31" imgW="473" imgH="476" progId="TCLayout.ActiveDocument.1">
                  <p:embed/>
                  <p:pic>
                    <p:nvPicPr>
                      <p:cNvPr id="16" name="think-cell data - do not delete" hidden="1">
                        <a:extLst>
                          <a:ext uri="{FF2B5EF4-FFF2-40B4-BE49-F238E27FC236}">
                            <a16:creationId xmlns:a16="http://schemas.microsoft.com/office/drawing/2014/main" id="{13DB1CBB-85BD-5B06-A5A9-A78152A63EAD}"/>
                          </a:ext>
                        </a:extLst>
                      </p:cNvPr>
                      <p:cNvPicPr/>
                      <p:nvPr/>
                    </p:nvPicPr>
                    <p:blipFill>
                      <a:blip r:embed="rId32"/>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982801" y="442800"/>
            <a:ext cx="10224000" cy="53975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82799" y="1342800"/>
            <a:ext cx="10224000" cy="4536000"/>
          </a:xfrm>
          <a:prstGeom prst="rect">
            <a:avLst/>
          </a:prstGeom>
        </p:spPr>
        <p:txBody>
          <a:bodyPr vert="horz" lIns="36000" tIns="36000" rIns="36000" bIns="3600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hape 8">
            <a:extLst>
              <a:ext uri="{FF2B5EF4-FFF2-40B4-BE49-F238E27FC236}">
                <a16:creationId xmlns:a16="http://schemas.microsoft.com/office/drawing/2014/main" id="{D31A6846-726B-409A-8453-AF1A92CE50EA}"/>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rgbClr val="0C233C"/>
                </a:solidFill>
                <a:latin typeface="+mn-lt"/>
                <a:ea typeface="Arial"/>
                <a:cs typeface="Arial" panose="020B0604020202020204" pitchFamily="34" charset="0"/>
              </a:rPr>
              <a:pPr algn="r"/>
              <a:t>‹#›</a:t>
            </a:fld>
            <a:endParaRPr lang="en-GB" sz="1000">
              <a:solidFill>
                <a:srgbClr val="0C233C"/>
              </a:solidFill>
              <a:latin typeface="+mn-lt"/>
              <a:ea typeface="Arial"/>
              <a:cs typeface="Arial" panose="020B0604020202020204" pitchFamily="34" charset="0"/>
            </a:endParaRPr>
          </a:p>
        </p:txBody>
      </p:sp>
      <p:sp>
        <p:nvSpPr>
          <p:cNvPr id="10" name="TextBox 9">
            <a:extLst>
              <a:ext uri="{FF2B5EF4-FFF2-40B4-BE49-F238E27FC236}">
                <a16:creationId xmlns:a16="http://schemas.microsoft.com/office/drawing/2014/main" id="{C82E24E5-F0BD-4186-A8BF-D63F32BEA34F}"/>
              </a:ext>
              <a:ext uri="{C183D7F6-B498-43B3-948B-1728B52AA6E4}">
                <adec:decorative xmlns:adec="http://schemas.microsoft.com/office/drawing/2017/decorative" val="1"/>
              </a:ext>
            </a:extLst>
          </p:cNvPr>
          <p:cNvSpPr txBox="1"/>
          <p:nvPr userDrawn="1">
            <p:custDataLst>
              <p:tags r:id="rId29"/>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11" name="TextBox 10">
            <a:extLst>
              <a:ext uri="{FF2B5EF4-FFF2-40B4-BE49-F238E27FC236}">
                <a16:creationId xmlns:a16="http://schemas.microsoft.com/office/drawing/2014/main" id="{E1FEA81F-D8C4-4135-9CD3-5B18BA4CA342}"/>
              </a:ext>
              <a:ext uri="{C183D7F6-B498-43B3-948B-1728B52AA6E4}">
                <adec:decorative xmlns:adec="http://schemas.microsoft.com/office/drawing/2017/decorative" val="1"/>
              </a:ext>
            </a:extLst>
          </p:cNvPr>
          <p:cNvSpPr txBox="1"/>
          <p:nvPr userDrawn="1"/>
        </p:nvSpPr>
        <p:spPr>
          <a:xfrm>
            <a:off x="1885684" y="6266997"/>
            <a:ext cx="6509009" cy="184666"/>
          </a:xfrm>
          <a:prstGeom prst="rect">
            <a:avLst/>
          </a:prstGeom>
          <a:noFill/>
        </p:spPr>
        <p:txBody>
          <a:bodyPr wrap="square" lIns="0" tIns="0" rIns="0" bIns="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2026 KPMG Advisory (Hong Kong) Limited, a limited liability company in Hong Kong and a member firm of the KPMG global </a:t>
            </a:r>
            <a:r>
              <a:rPr lang="en-US" sz="600" kern="1200" noProof="0" err="1">
                <a:solidFill>
                  <a:schemeClr val="bg1">
                    <a:lumMod val="65000"/>
                  </a:schemeClr>
                </a:solidFill>
                <a:latin typeface="+mn-lt"/>
                <a:ea typeface="+mn-ea"/>
                <a:cs typeface="+mn-cs"/>
              </a:rPr>
              <a:t>organisation</a:t>
            </a:r>
            <a:r>
              <a:rPr lang="en-US" sz="600" kern="1200" noProof="0">
                <a:solidFill>
                  <a:schemeClr val="bg1">
                    <a:lumMod val="65000"/>
                  </a:schemeClr>
                </a:solidFill>
                <a:latin typeface="+mn-lt"/>
                <a:ea typeface="+mn-ea"/>
                <a:cs typeface="+mn-cs"/>
              </a:rPr>
              <a:t> of independent member firms affiliated with KPMG International Limited ("KPMG International"), a private English company limited by guarantee.  All rights reserved. Printed in Hong Kong.</a:t>
            </a:r>
          </a:p>
        </p:txBody>
      </p:sp>
      <p:cxnSp>
        <p:nvCxnSpPr>
          <p:cNvPr id="12" name="Straight Connector 11">
            <a:extLst>
              <a:ext uri="{FF2B5EF4-FFF2-40B4-BE49-F238E27FC236}">
                <a16:creationId xmlns:a16="http://schemas.microsoft.com/office/drawing/2014/main" id="{409F1721-7B3F-4E62-8446-919F2C046A08}"/>
              </a:ext>
            </a:extLst>
          </p:cNvPr>
          <p:cNvCxnSpPr/>
          <p:nvPr userDrawn="1"/>
        </p:nvCxnSpPr>
        <p:spPr>
          <a:xfrm>
            <a:off x="10928548" y="6266997"/>
            <a:ext cx="0" cy="149412"/>
          </a:xfrm>
          <a:prstGeom prst="line">
            <a:avLst/>
          </a:prstGeom>
          <a:ln w="6350" cap="flat" cmpd="sng" algn="ctr">
            <a:solidFill>
              <a:schemeClr val="accent3">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Graphic 8">
            <a:extLst>
              <a:ext uri="{FF2B5EF4-FFF2-40B4-BE49-F238E27FC236}">
                <a16:creationId xmlns:a16="http://schemas.microsoft.com/office/drawing/2014/main" id="{74EEEE53-8F80-4E38-AE46-671AE837D862}"/>
              </a:ext>
            </a:extLst>
          </p:cNvPr>
          <p:cNvSpPr>
            <a:spLocks/>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rgbClr val="0C233C"/>
          </a:solidFill>
          <a:ln w="1683" cap="flat">
            <a:noFill/>
            <a:prstDash val="solid"/>
            <a:miter/>
          </a:ln>
        </p:spPr>
        <p:txBody>
          <a:bodyPr rtlCol="0" anchor="ctr"/>
          <a:lstStyle/>
          <a:p>
            <a:endParaRPr lang="en-GB"/>
          </a:p>
        </p:txBody>
      </p:sp>
      <p:sp>
        <p:nvSpPr>
          <p:cNvPr id="4" name="Isosceles Triangle 3">
            <a:extLst>
              <a:ext uri="{FF2B5EF4-FFF2-40B4-BE49-F238E27FC236}">
                <a16:creationId xmlns:a16="http://schemas.microsoft.com/office/drawing/2014/main" id="{08622FF0-0E35-B078-2FD8-0DAFE67AB3D9}"/>
              </a:ext>
            </a:extLst>
          </p:cNvPr>
          <p:cNvSpPr>
            <a:spLocks noGrp="1" noRot="1" noMove="1" noResize="1" noEditPoints="1" noAdjustHandles="1" noChangeArrowheads="1" noChangeShapeType="1"/>
          </p:cNvSpPr>
          <p:nvPr userDrawn="1"/>
        </p:nvSpPr>
        <p:spPr>
          <a:xfrm rot="5400000">
            <a:off x="11914569" y="209664"/>
            <a:ext cx="99161" cy="85483"/>
          </a:xfrm>
          <a:prstGeom prst="triangl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ADC053B4-E914-AFD4-A152-DDCC2DAA96FB}"/>
              </a:ext>
            </a:extLst>
          </p:cNvPr>
          <p:cNvSpPr>
            <a:spLocks noGrp="1" noRot="1" noMove="1" noResize="1" noEditPoints="1" noAdjustHandles="1" noChangeArrowheads="1" noChangeShapeType="1"/>
          </p:cNvSpPr>
          <p:nvPr userDrawn="1"/>
        </p:nvSpPr>
        <p:spPr>
          <a:xfrm rot="16200000" flipH="1">
            <a:off x="11352448" y="209664"/>
            <a:ext cx="99161" cy="85483"/>
          </a:xfrm>
          <a:prstGeom prst="triangl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85334CBF-72E3-0E1F-3CBD-2D24B9896F6B}"/>
              </a:ext>
            </a:extLst>
          </p:cNvPr>
          <p:cNvSpPr>
            <a:spLocks noGrp="1" noRot="1" noMove="1" noResize="1" noEditPoints="1" noAdjustHandles="1" noChangeArrowheads="1" noChangeShapeType="1"/>
          </p:cNvSpPr>
          <p:nvPr userDrawn="1"/>
        </p:nvSpPr>
        <p:spPr>
          <a:xfrm>
            <a:off x="11836622"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01E667A0-063B-7250-F4B9-CCF839CDAC7A}"/>
              </a:ext>
            </a:extLst>
          </p:cNvPr>
          <p:cNvSpPr>
            <a:spLocks noGrp="1" noRot="1" noMove="1" noResize="1" noEditPoints="1" noAdjustHandles="1" noChangeArrowheads="1" noChangeShapeType="1"/>
          </p:cNvSpPr>
          <p:nvPr userDrawn="1"/>
        </p:nvSpPr>
        <p:spPr>
          <a:xfrm flipH="1">
            <a:off x="11292948"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Graphic 7" descr="Home">
            <a:hlinkClick r:id="rId33" action="ppaction://hlinksldjump"/>
            <a:extLst>
              <a:ext uri="{FF2B5EF4-FFF2-40B4-BE49-F238E27FC236}">
                <a16:creationId xmlns:a16="http://schemas.microsoft.com/office/drawing/2014/main" id="{31F1188E-F8DE-4338-11B6-756CB25D0407}"/>
              </a:ext>
            </a:extLst>
          </p:cNvPr>
          <p:cNvPicPr>
            <a:picLocks noGrp="1" noRot="1" noChangeAspect="1" noMove="1" noResize="1" noEditPoints="1" noAdjustHandles="1" noChangeArrowheads="1" noChangeShapeType="1" noCrop="1"/>
          </p:cNvPicPr>
          <p:nvPr userDrawn="1"/>
        </p:nvPicPr>
        <p:blipFill>
          <a:blip r:embed="rId34" cstate="screen">
            <a:extLst>
              <a:ext uri="{28A0092B-C50C-407E-A947-70E740481C1C}">
                <a14:useLocalDpi xmlns:a14="http://schemas.microsoft.com/office/drawing/2010/main"/>
              </a:ext>
              <a:ext uri="{96DAC541-7B7A-43D3-8B79-37D633B846F1}">
                <asvg:svgBlip xmlns:asvg="http://schemas.microsoft.com/office/drawing/2016/SVG/main" r:embed="rId35"/>
              </a:ext>
            </a:extLst>
          </a:blip>
          <a:stretch>
            <a:fillRect/>
          </a:stretch>
        </p:blipFill>
        <p:spPr>
          <a:xfrm>
            <a:off x="11571850" y="134089"/>
            <a:ext cx="222478" cy="222478"/>
          </a:xfrm>
          <a:prstGeom prst="rect">
            <a:avLst/>
          </a:prstGeom>
        </p:spPr>
      </p:pic>
      <p:sp>
        <p:nvSpPr>
          <p:cNvPr id="17" name="Rectangle 16">
            <a:extLst>
              <a:ext uri="{FF2B5EF4-FFF2-40B4-BE49-F238E27FC236}">
                <a16:creationId xmlns:a16="http://schemas.microsoft.com/office/drawing/2014/main" id="{B421792E-5C1E-7314-08AD-045AB494AB32}"/>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18" name="Rectangle 17">
            <a:extLst>
              <a:ext uri="{FF2B5EF4-FFF2-40B4-BE49-F238E27FC236}">
                <a16:creationId xmlns:a16="http://schemas.microsoft.com/office/drawing/2014/main" id="{EE21E340-D893-0CD9-9025-281C162241C7}"/>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19" name="Rectangle 18">
            <a:extLst>
              <a:ext uri="{FF2B5EF4-FFF2-40B4-BE49-F238E27FC236}">
                <a16:creationId xmlns:a16="http://schemas.microsoft.com/office/drawing/2014/main" id="{8F94D156-958D-9ED2-865A-12CD46259D1F}"/>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20" name="Rectangle 19">
            <a:extLst>
              <a:ext uri="{FF2B5EF4-FFF2-40B4-BE49-F238E27FC236}">
                <a16:creationId xmlns:a16="http://schemas.microsoft.com/office/drawing/2014/main" id="{2D1E2CFF-8B28-7F37-146B-D17F5F846E49}"/>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21" name="Rectangle 20">
            <a:extLst>
              <a:ext uri="{FF2B5EF4-FFF2-40B4-BE49-F238E27FC236}">
                <a16:creationId xmlns:a16="http://schemas.microsoft.com/office/drawing/2014/main" id="{02E8A248-B071-2E49-AFC0-B739AD71440D}"/>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22" name="Rectangle 21">
            <a:extLst>
              <a:ext uri="{FF2B5EF4-FFF2-40B4-BE49-F238E27FC236}">
                <a16:creationId xmlns:a16="http://schemas.microsoft.com/office/drawing/2014/main" id="{33FF4B77-C8AA-6A04-4A09-A0CA3FB308E4}"/>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23" name="Rectangle 22">
            <a:extLst>
              <a:ext uri="{FF2B5EF4-FFF2-40B4-BE49-F238E27FC236}">
                <a16:creationId xmlns:a16="http://schemas.microsoft.com/office/drawing/2014/main" id="{72E2A4B1-C7DA-1EE6-AED7-E17CBD2C2263}"/>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24" name="Group 23">
            <a:extLst>
              <a:ext uri="{FF2B5EF4-FFF2-40B4-BE49-F238E27FC236}">
                <a16:creationId xmlns:a16="http://schemas.microsoft.com/office/drawing/2014/main" id="{696FB6D5-55F9-5C50-0397-79F5E323A3F3}"/>
              </a:ext>
            </a:extLst>
          </p:cNvPr>
          <p:cNvGrpSpPr/>
          <p:nvPr userDrawn="1"/>
        </p:nvGrpSpPr>
        <p:grpSpPr>
          <a:xfrm>
            <a:off x="985838" y="6975139"/>
            <a:ext cx="10223500" cy="230049"/>
            <a:chOff x="985838" y="6975139"/>
            <a:chExt cx="10223500" cy="230049"/>
          </a:xfrm>
        </p:grpSpPr>
        <p:cxnSp>
          <p:nvCxnSpPr>
            <p:cNvPr id="25" name="Straight Arrow Connector 24">
              <a:extLst>
                <a:ext uri="{FF2B5EF4-FFF2-40B4-BE49-F238E27FC236}">
                  <a16:creationId xmlns:a16="http://schemas.microsoft.com/office/drawing/2014/main" id="{D2AE095D-53C5-B9A9-68F4-9C64821FB195}"/>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9512CF9-CB17-70F9-6074-BB5F97C99B9D}"/>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27" name="Group 26">
            <a:extLst>
              <a:ext uri="{FF2B5EF4-FFF2-40B4-BE49-F238E27FC236}">
                <a16:creationId xmlns:a16="http://schemas.microsoft.com/office/drawing/2014/main" id="{E06E442C-986D-1425-1C13-2978441ADAEE}"/>
              </a:ext>
            </a:extLst>
          </p:cNvPr>
          <p:cNvGrpSpPr/>
          <p:nvPr userDrawn="1"/>
        </p:nvGrpSpPr>
        <p:grpSpPr>
          <a:xfrm>
            <a:off x="0" y="7255521"/>
            <a:ext cx="12192000" cy="230049"/>
            <a:chOff x="0" y="7255521"/>
            <a:chExt cx="12192000" cy="230049"/>
          </a:xfrm>
        </p:grpSpPr>
        <p:cxnSp>
          <p:nvCxnSpPr>
            <p:cNvPr id="28" name="Straight Arrow Connector 27">
              <a:extLst>
                <a:ext uri="{FF2B5EF4-FFF2-40B4-BE49-F238E27FC236}">
                  <a16:creationId xmlns:a16="http://schemas.microsoft.com/office/drawing/2014/main" id="{6F5FDDAA-2629-5594-3BD3-0BB8E5DB451E}"/>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5FA0B309-EEAD-E42E-8C88-69F7F845F3D7}"/>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30" name="Group 29">
            <a:extLst>
              <a:ext uri="{FF2B5EF4-FFF2-40B4-BE49-F238E27FC236}">
                <a16:creationId xmlns:a16="http://schemas.microsoft.com/office/drawing/2014/main" id="{6CB02E77-57E6-C22C-902C-909575584D76}"/>
              </a:ext>
            </a:extLst>
          </p:cNvPr>
          <p:cNvGrpSpPr>
            <a:grpSpLocks/>
          </p:cNvGrpSpPr>
          <p:nvPr userDrawn="1"/>
        </p:nvGrpSpPr>
        <p:grpSpPr>
          <a:xfrm>
            <a:off x="982800" y="7491081"/>
            <a:ext cx="4930775" cy="230049"/>
            <a:chOff x="985838" y="7724761"/>
            <a:chExt cx="4930775" cy="230049"/>
          </a:xfrm>
        </p:grpSpPr>
        <p:cxnSp>
          <p:nvCxnSpPr>
            <p:cNvPr id="31" name="Straight Arrow Connector 30">
              <a:extLst>
                <a:ext uri="{FF2B5EF4-FFF2-40B4-BE49-F238E27FC236}">
                  <a16:creationId xmlns:a16="http://schemas.microsoft.com/office/drawing/2014/main" id="{48CAC9E7-918E-E721-9B4E-F397EE3657D9}"/>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E215610D-9283-F261-FA26-A8DED1C3730E}"/>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33" name="Group 32">
            <a:extLst>
              <a:ext uri="{FF2B5EF4-FFF2-40B4-BE49-F238E27FC236}">
                <a16:creationId xmlns:a16="http://schemas.microsoft.com/office/drawing/2014/main" id="{7BDAF9CE-B20A-C6F1-EE8A-5F6D73EC05D2}"/>
              </a:ext>
            </a:extLst>
          </p:cNvPr>
          <p:cNvGrpSpPr>
            <a:grpSpLocks/>
          </p:cNvGrpSpPr>
          <p:nvPr userDrawn="1"/>
        </p:nvGrpSpPr>
        <p:grpSpPr>
          <a:xfrm>
            <a:off x="6274800" y="7491081"/>
            <a:ext cx="4930775" cy="230049"/>
            <a:chOff x="985838" y="7724761"/>
            <a:chExt cx="4930775" cy="230049"/>
          </a:xfrm>
        </p:grpSpPr>
        <p:cxnSp>
          <p:nvCxnSpPr>
            <p:cNvPr id="34" name="Straight Arrow Connector 33">
              <a:extLst>
                <a:ext uri="{FF2B5EF4-FFF2-40B4-BE49-F238E27FC236}">
                  <a16:creationId xmlns:a16="http://schemas.microsoft.com/office/drawing/2014/main" id="{094AC6DF-8869-2CAE-7A9D-2F76E067DF10}"/>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DDB598E0-CC0C-B93C-3281-818C7C34B811}"/>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36" name="Group 35">
            <a:extLst>
              <a:ext uri="{FF2B5EF4-FFF2-40B4-BE49-F238E27FC236}">
                <a16:creationId xmlns:a16="http://schemas.microsoft.com/office/drawing/2014/main" id="{6357B390-C244-94F3-97AB-A04359664618}"/>
              </a:ext>
            </a:extLst>
          </p:cNvPr>
          <p:cNvGrpSpPr/>
          <p:nvPr userDrawn="1"/>
        </p:nvGrpSpPr>
        <p:grpSpPr>
          <a:xfrm>
            <a:off x="12750953" y="0"/>
            <a:ext cx="230051" cy="6858000"/>
            <a:chOff x="-1090386" y="0"/>
            <a:chExt cx="230051" cy="6858000"/>
          </a:xfrm>
        </p:grpSpPr>
        <p:cxnSp>
          <p:nvCxnSpPr>
            <p:cNvPr id="37" name="Straight Arrow Connector 36">
              <a:extLst>
                <a:ext uri="{FF2B5EF4-FFF2-40B4-BE49-F238E27FC236}">
                  <a16:creationId xmlns:a16="http://schemas.microsoft.com/office/drawing/2014/main" id="{0A6AAAA8-4A33-37B4-8DCE-D038FEA90F0A}"/>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EBC7F5D2-1CC4-13A2-AE0A-F1E6403D5A1A}"/>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grpSp>
        <p:nvGrpSpPr>
          <p:cNvPr id="39" name="Group 38">
            <a:extLst>
              <a:ext uri="{FF2B5EF4-FFF2-40B4-BE49-F238E27FC236}">
                <a16:creationId xmlns:a16="http://schemas.microsoft.com/office/drawing/2014/main" id="{426241DF-6DFD-3EF3-FDA7-7792F674A013}"/>
              </a:ext>
            </a:extLst>
          </p:cNvPr>
          <p:cNvGrpSpPr>
            <a:grpSpLocks/>
          </p:cNvGrpSpPr>
          <p:nvPr userDrawn="1"/>
        </p:nvGrpSpPr>
        <p:grpSpPr>
          <a:xfrm>
            <a:off x="12251088" y="1341438"/>
            <a:ext cx="230049" cy="4536000"/>
            <a:chOff x="-321485" y="1341438"/>
            <a:chExt cx="230049" cy="4536000"/>
          </a:xfrm>
        </p:grpSpPr>
        <p:cxnSp>
          <p:nvCxnSpPr>
            <p:cNvPr id="40" name="Straight Arrow Connector 39">
              <a:extLst>
                <a:ext uri="{FF2B5EF4-FFF2-40B4-BE49-F238E27FC236}">
                  <a16:creationId xmlns:a16="http://schemas.microsoft.com/office/drawing/2014/main" id="{3BB8A45D-93BE-8E93-C068-7C229137A707}"/>
                </a:ext>
              </a:extLst>
            </p:cNvPr>
            <p:cNvCxnSpPr>
              <a:cxnSpLocks/>
            </p:cNvCxnSpPr>
            <p:nvPr userDrawn="1"/>
          </p:nvCxnSpPr>
          <p:spPr>
            <a:xfrm flipH="1">
              <a:off x="-206460" y="1341438"/>
              <a:ext cx="0" cy="4536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994E7B0F-B8D3-A7AD-7DDA-C0D4B8B63761}"/>
                </a:ext>
              </a:extLst>
            </p:cNvPr>
            <p:cNvSpPr>
              <a:spLocks/>
            </p:cNvSpPr>
            <p:nvPr userDrawn="1"/>
          </p:nvSpPr>
          <p:spPr>
            <a:xfrm rot="16200000">
              <a:off x="-650244" y="3494413"/>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12.60cm</a:t>
              </a:r>
            </a:p>
          </p:txBody>
        </p:sp>
      </p:grpSp>
      <p:grpSp>
        <p:nvGrpSpPr>
          <p:cNvPr id="42" name="Group 41">
            <a:extLst>
              <a:ext uri="{FF2B5EF4-FFF2-40B4-BE49-F238E27FC236}">
                <a16:creationId xmlns:a16="http://schemas.microsoft.com/office/drawing/2014/main" id="{D7A0460C-9C8F-2EE3-BA1D-637B049EE6F6}"/>
              </a:ext>
            </a:extLst>
          </p:cNvPr>
          <p:cNvGrpSpPr/>
          <p:nvPr userDrawn="1"/>
        </p:nvGrpSpPr>
        <p:grpSpPr>
          <a:xfrm>
            <a:off x="12257572" y="981075"/>
            <a:ext cx="539998" cy="360363"/>
            <a:chOff x="-520806" y="981075"/>
            <a:chExt cx="539998" cy="360363"/>
          </a:xfrm>
        </p:grpSpPr>
        <p:cxnSp>
          <p:nvCxnSpPr>
            <p:cNvPr id="43" name="Straight Arrow Connector 42">
              <a:extLst>
                <a:ext uri="{FF2B5EF4-FFF2-40B4-BE49-F238E27FC236}">
                  <a16:creationId xmlns:a16="http://schemas.microsoft.com/office/drawing/2014/main" id="{6E3EA73C-58C3-824E-AAAD-455999F7CDDC}"/>
                </a:ext>
              </a:extLst>
            </p:cNvPr>
            <p:cNvCxnSpPr>
              <a:cxnSpLocks/>
            </p:cNvCxnSpPr>
            <p:nvPr userDrawn="1"/>
          </p:nvCxnSpPr>
          <p:spPr>
            <a:xfrm>
              <a:off x="-281425" y="981075"/>
              <a:ext cx="0" cy="360363"/>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E3CBABE4-0557-13BD-F97F-B7E8DAE62F17}"/>
                </a:ext>
              </a:extLst>
            </p:cNvPr>
            <p:cNvSpPr>
              <a:spLocks/>
            </p:cNvSpPr>
            <p:nvPr userDrawn="1"/>
          </p:nvSpPr>
          <p:spPr>
            <a:xfrm>
              <a:off x="-520806" y="1085544"/>
              <a:ext cx="539998" cy="151425"/>
            </a:xfrm>
            <a:prstGeom prst="rect">
              <a:avLst/>
            </a:prstGeom>
            <a:solidFill>
              <a:schemeClr val="bg1"/>
            </a:solidFill>
            <a:ln w="12700" cap="flat" cmpd="sng" algn="ctr">
              <a:solidFill>
                <a:srgbClr val="FD349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1.00cm</a:t>
              </a:r>
            </a:p>
          </p:txBody>
        </p:sp>
      </p:grpSp>
      <p:sp>
        <p:nvSpPr>
          <p:cNvPr id="15" name="Workspace [Presentation]" hidden="1">
            <a:extLst>
              <a:ext uri="{FF2B5EF4-FFF2-40B4-BE49-F238E27FC236}">
                <a16:creationId xmlns:a16="http://schemas.microsoft.com/office/drawing/2014/main" id="{FC3C08ED-8B89-81BD-5417-482F72CBB3CD}"/>
              </a:ext>
            </a:extLst>
          </p:cNvPr>
          <p:cNvSpPr/>
          <p:nvPr userDrawn="1"/>
        </p:nvSpPr>
        <p:spPr>
          <a:xfrm>
            <a:off x="982799" y="1342800"/>
            <a:ext cx="10224000" cy="4536000"/>
          </a:xfrm>
          <a:prstGeom prst="rect">
            <a:avLst/>
          </a:prstGeom>
          <a:noFill/>
          <a:ln w="12700" cap="flat" cmpd="sng" algn="ctr">
            <a:solidFill>
              <a:srgbClr val="D24726"/>
            </a:solidFill>
            <a:prstDash val="lg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68" name="Rectangle 67">
            <a:extLst>
              <a:ext uri="{FF2B5EF4-FFF2-40B4-BE49-F238E27FC236}">
                <a16:creationId xmlns:a16="http://schemas.microsoft.com/office/drawing/2014/main" id="{B662D089-CA79-8FB8-8732-FF21BAFFCFA9}"/>
              </a:ext>
            </a:extLst>
          </p:cNvPr>
          <p:cNvSpPr>
            <a:spLocks/>
          </p:cNvSpPr>
          <p:nvPr userDrawn="1"/>
        </p:nvSpPr>
        <p:spPr>
          <a:xfrm>
            <a:off x="-699796" y="3636736"/>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10.03cm</a:t>
            </a:r>
          </a:p>
        </p:txBody>
      </p:sp>
      <p:sp>
        <p:nvSpPr>
          <p:cNvPr id="69" name="Rectangle 68">
            <a:extLst>
              <a:ext uri="{FF2B5EF4-FFF2-40B4-BE49-F238E27FC236}">
                <a16:creationId xmlns:a16="http://schemas.microsoft.com/office/drawing/2014/main" id="{C7D7BD43-5DEA-456D-5ABC-FFFC85FA4634}"/>
              </a:ext>
            </a:extLst>
          </p:cNvPr>
          <p:cNvSpPr>
            <a:spLocks/>
          </p:cNvSpPr>
          <p:nvPr userDrawn="1"/>
        </p:nvSpPr>
        <p:spPr>
          <a:xfrm>
            <a:off x="-2318387" y="6281348"/>
            <a:ext cx="2290335"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NO CONTENT BELOW THIS LINE UNDER ANY CIRCUMSTANCES</a:t>
            </a:r>
          </a:p>
        </p:txBody>
      </p:sp>
      <p:cxnSp>
        <p:nvCxnSpPr>
          <p:cNvPr id="71" name="Connector: Elbow 70">
            <a:extLst>
              <a:ext uri="{FF2B5EF4-FFF2-40B4-BE49-F238E27FC236}">
                <a16:creationId xmlns:a16="http://schemas.microsoft.com/office/drawing/2014/main" id="{34DCC4CF-D9ED-987F-1AD3-924614CFC8EF}"/>
              </a:ext>
            </a:extLst>
          </p:cNvPr>
          <p:cNvCxnSpPr>
            <a:stCxn id="68" idx="3"/>
          </p:cNvCxnSpPr>
          <p:nvPr userDrawn="1"/>
        </p:nvCxnSpPr>
        <p:spPr>
          <a:xfrm flipV="1">
            <a:off x="-125325" y="3608388"/>
            <a:ext cx="67681" cy="134869"/>
          </a:xfrm>
          <a:prstGeom prst="bentConnector2">
            <a:avLst/>
          </a:prstGeom>
          <a:ln>
            <a:tailEnd type="triangle"/>
          </a:ln>
        </p:spPr>
        <p:style>
          <a:lnRef idx="1">
            <a:schemeClr val="accent6"/>
          </a:lnRef>
          <a:fillRef idx="0">
            <a:schemeClr val="accent6"/>
          </a:fillRef>
          <a:effectRef idx="0">
            <a:schemeClr val="accent6"/>
          </a:effectRef>
          <a:fontRef idx="minor">
            <a:schemeClr val="tx1"/>
          </a:fontRef>
        </p:style>
      </p:cxnSp>
      <p:sp>
        <p:nvSpPr>
          <p:cNvPr id="72" name="Rectangle 71">
            <a:extLst>
              <a:ext uri="{FF2B5EF4-FFF2-40B4-BE49-F238E27FC236}">
                <a16:creationId xmlns:a16="http://schemas.microsoft.com/office/drawing/2014/main" id="{10D82C5C-D8B0-7313-9F0C-7664CDF1CC97}"/>
              </a:ext>
            </a:extLst>
          </p:cNvPr>
          <p:cNvSpPr>
            <a:spLocks/>
          </p:cNvSpPr>
          <p:nvPr userDrawn="1"/>
        </p:nvSpPr>
        <p:spPr>
          <a:xfrm>
            <a:off x="-583407" y="3360421"/>
            <a:ext cx="45808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sp>
        <p:nvSpPr>
          <p:cNvPr id="75" name="Rectangle 74">
            <a:extLst>
              <a:ext uri="{FF2B5EF4-FFF2-40B4-BE49-F238E27FC236}">
                <a16:creationId xmlns:a16="http://schemas.microsoft.com/office/drawing/2014/main" id="{ABABCA71-BAB6-388E-4851-D629C74D2CD0}"/>
              </a:ext>
            </a:extLst>
          </p:cNvPr>
          <p:cNvSpPr>
            <a:spLocks/>
          </p:cNvSpPr>
          <p:nvPr userDrawn="1"/>
        </p:nvSpPr>
        <p:spPr>
          <a:xfrm>
            <a:off x="-617633" y="3821430"/>
            <a:ext cx="492308"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cxnSp>
        <p:nvCxnSpPr>
          <p:cNvPr id="76" name="Connector: Elbow 75">
            <a:extLst>
              <a:ext uri="{FF2B5EF4-FFF2-40B4-BE49-F238E27FC236}">
                <a16:creationId xmlns:a16="http://schemas.microsoft.com/office/drawing/2014/main" id="{35D7A28F-1442-838F-5221-21E9DAAC1A63}"/>
              </a:ext>
            </a:extLst>
          </p:cNvPr>
          <p:cNvCxnSpPr>
            <a:cxnSpLocks/>
            <a:stCxn id="75" idx="1"/>
          </p:cNvCxnSpPr>
          <p:nvPr userDrawn="1"/>
        </p:nvCxnSpPr>
        <p:spPr>
          <a:xfrm rot="10800000">
            <a:off x="-681777" y="3644901"/>
            <a:ext cx="64145" cy="283050"/>
          </a:xfrm>
          <a:prstGeom prst="bentConnector2">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84" name="Connector: Elbow 83">
            <a:extLst>
              <a:ext uri="{FF2B5EF4-FFF2-40B4-BE49-F238E27FC236}">
                <a16:creationId xmlns:a16="http://schemas.microsoft.com/office/drawing/2014/main" id="{A9E4D6A1-CF8B-C127-14AF-1253A6FB0326}"/>
              </a:ext>
            </a:extLst>
          </p:cNvPr>
          <p:cNvCxnSpPr>
            <a:cxnSpLocks/>
            <a:stCxn id="72" idx="1"/>
          </p:cNvCxnSpPr>
          <p:nvPr userDrawn="1"/>
        </p:nvCxnSpPr>
        <p:spPr>
          <a:xfrm rot="10800000" flipV="1">
            <a:off x="-681779" y="3466941"/>
            <a:ext cx="98372" cy="106517"/>
          </a:xfrm>
          <a:prstGeom prst="bentConnector2">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93" name="Straight Arrow Connector 92">
            <a:extLst>
              <a:ext uri="{FF2B5EF4-FFF2-40B4-BE49-F238E27FC236}">
                <a16:creationId xmlns:a16="http://schemas.microsoft.com/office/drawing/2014/main" id="{B517BDA5-E882-D8BF-A6A6-41D6F6AD12DB}"/>
              </a:ext>
            </a:extLst>
          </p:cNvPr>
          <p:cNvCxnSpPr>
            <a:cxnSpLocks/>
          </p:cNvCxnSpPr>
          <p:nvPr userDrawn="1"/>
        </p:nvCxnSpPr>
        <p:spPr>
          <a:xfrm>
            <a:off x="13322741" y="3644901"/>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4" name="Rectangle 93">
            <a:extLst>
              <a:ext uri="{FF2B5EF4-FFF2-40B4-BE49-F238E27FC236}">
                <a16:creationId xmlns:a16="http://schemas.microsoft.com/office/drawing/2014/main" id="{DABC1869-C048-3C0E-F6E7-B81C698D525D}"/>
              </a:ext>
            </a:extLst>
          </p:cNvPr>
          <p:cNvSpPr>
            <a:spLocks/>
          </p:cNvSpPr>
          <p:nvPr userDrawn="1"/>
        </p:nvSpPr>
        <p:spPr>
          <a:xfrm rot="16200000">
            <a:off x="12878141" y="4641806"/>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cxnSp>
        <p:nvCxnSpPr>
          <p:cNvPr id="96" name="Straight Arrow Connector 95">
            <a:extLst>
              <a:ext uri="{FF2B5EF4-FFF2-40B4-BE49-F238E27FC236}">
                <a16:creationId xmlns:a16="http://schemas.microsoft.com/office/drawing/2014/main" id="{59BAA228-5FC0-2F20-B4CE-3719BC98B132}"/>
              </a:ext>
            </a:extLst>
          </p:cNvPr>
          <p:cNvCxnSpPr>
            <a:cxnSpLocks/>
          </p:cNvCxnSpPr>
          <p:nvPr userDrawn="1"/>
        </p:nvCxnSpPr>
        <p:spPr>
          <a:xfrm>
            <a:off x="13322742" y="1341434"/>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7" name="Rectangle 96">
            <a:extLst>
              <a:ext uri="{FF2B5EF4-FFF2-40B4-BE49-F238E27FC236}">
                <a16:creationId xmlns:a16="http://schemas.microsoft.com/office/drawing/2014/main" id="{F436011C-FC1B-41B6-5743-741F02126DCA}"/>
              </a:ext>
            </a:extLst>
          </p:cNvPr>
          <p:cNvSpPr>
            <a:spLocks/>
          </p:cNvSpPr>
          <p:nvPr userDrawn="1"/>
        </p:nvSpPr>
        <p:spPr>
          <a:xfrm rot="16200000">
            <a:off x="12878142" y="2338339"/>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sp>
        <p:nvSpPr>
          <p:cNvPr id="100" name="Rectangle 99">
            <a:extLst>
              <a:ext uri="{FF2B5EF4-FFF2-40B4-BE49-F238E27FC236}">
                <a16:creationId xmlns:a16="http://schemas.microsoft.com/office/drawing/2014/main" id="{7BFCDB73-8193-6E1B-5DEB-20F06A7602A2}"/>
              </a:ext>
            </a:extLst>
          </p:cNvPr>
          <p:cNvSpPr>
            <a:spLocks/>
          </p:cNvSpPr>
          <p:nvPr userDrawn="1"/>
        </p:nvSpPr>
        <p:spPr>
          <a:xfrm>
            <a:off x="6275388" y="-473416"/>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16.93cm</a:t>
            </a:r>
          </a:p>
        </p:txBody>
      </p:sp>
      <p:cxnSp>
        <p:nvCxnSpPr>
          <p:cNvPr id="102" name="Straight Arrow Connector 101">
            <a:extLst>
              <a:ext uri="{FF2B5EF4-FFF2-40B4-BE49-F238E27FC236}">
                <a16:creationId xmlns:a16="http://schemas.microsoft.com/office/drawing/2014/main" id="{A4F22EBB-0DD2-333D-4BE9-A7F69AF9B10A}"/>
              </a:ext>
            </a:extLst>
          </p:cNvPr>
          <p:cNvCxnSpPr>
            <a:cxnSpLocks/>
            <a:stCxn id="100" idx="1"/>
          </p:cNvCxnSpPr>
          <p:nvPr userDrawn="1"/>
        </p:nvCxnSpPr>
        <p:spPr>
          <a:xfrm flipH="1">
            <a:off x="6096000" y="-383416"/>
            <a:ext cx="179388"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07" name="Rectangle 106">
            <a:extLst>
              <a:ext uri="{FF2B5EF4-FFF2-40B4-BE49-F238E27FC236}">
                <a16:creationId xmlns:a16="http://schemas.microsoft.com/office/drawing/2014/main" id="{CB1C4C72-A052-359F-776B-FBB9DAF6F617}"/>
              </a:ext>
            </a:extLst>
          </p:cNvPr>
          <p:cNvSpPr>
            <a:spLocks/>
          </p:cNvSpPr>
          <p:nvPr userDrawn="1"/>
        </p:nvSpPr>
        <p:spPr>
          <a:xfrm>
            <a:off x="5396117"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16.43cm</a:t>
            </a:r>
          </a:p>
        </p:txBody>
      </p:sp>
      <p:sp>
        <p:nvSpPr>
          <p:cNvPr id="45" name="Text Box 4">
            <a:extLst>
              <a:ext uri="{FF2B5EF4-FFF2-40B4-BE49-F238E27FC236}">
                <a16:creationId xmlns:a16="http://schemas.microsoft.com/office/drawing/2014/main" id="{119566A7-306E-3438-24A8-99537636776D}"/>
              </a:ext>
            </a:extLst>
          </p:cNvPr>
          <p:cNvSpPr txBox="1">
            <a:spLocks noChangeArrowheads="1"/>
          </p:cNvSpPr>
          <p:nvPr userDrawn="1">
            <p:custDataLst>
              <p:tags r:id="rId30"/>
            </p:custDataLst>
          </p:nvPr>
        </p:nvSpPr>
        <p:spPr bwMode="gray">
          <a:xfrm>
            <a:off x="7246799" y="0"/>
            <a:ext cx="3960000" cy="442800"/>
          </a:xfrm>
          <a:prstGeom prst="rect">
            <a:avLst/>
          </a:prstGeom>
          <a:noFill/>
          <a:ln w="6350" algn="ctr">
            <a:noFill/>
            <a:miter lim="800000"/>
            <a:headEnd/>
            <a:tailEnd/>
          </a:ln>
          <a:effectLst/>
        </p:spPr>
        <p:txBody>
          <a:bodyPr wrap="square" lIns="0" tIns="36000" rIns="0" bIns="0" anchor="ctr" anchorCtr="0">
            <a:noAutofit/>
          </a:bodyPr>
          <a:lstStyle/>
          <a:p>
            <a:pPr algn="r" defTabSz="762000" eaLnBrk="0" hangingPunct="0">
              <a:lnSpc>
                <a:spcPct val="80000"/>
              </a:lnSpc>
              <a:spcBef>
                <a:spcPct val="20000"/>
              </a:spcBef>
            </a:pPr>
            <a:r>
              <a:rPr lang="en-GB" sz="1400" b="1">
                <a:solidFill>
                  <a:schemeClr val="accent4"/>
                </a:solidFill>
              </a:rPr>
              <a:t>DRAFT FOR DISCUSSION PURPOSES ONLY</a:t>
            </a:r>
          </a:p>
        </p:txBody>
      </p:sp>
      <p:grpSp>
        <p:nvGrpSpPr>
          <p:cNvPr id="77" name="Group 76">
            <a:extLst>
              <a:ext uri="{FF2B5EF4-FFF2-40B4-BE49-F238E27FC236}">
                <a16:creationId xmlns:a16="http://schemas.microsoft.com/office/drawing/2014/main" id="{F3378E13-2D6F-678C-5535-8A0682489AB9}"/>
              </a:ext>
            </a:extLst>
          </p:cNvPr>
          <p:cNvGrpSpPr/>
          <p:nvPr userDrawn="1"/>
        </p:nvGrpSpPr>
        <p:grpSpPr>
          <a:xfrm>
            <a:off x="-5029200" y="1700784"/>
            <a:ext cx="4232396" cy="3986784"/>
            <a:chOff x="-5029200" y="1700784"/>
            <a:chExt cx="4232396" cy="3986784"/>
          </a:xfrm>
        </p:grpSpPr>
        <p:sp>
          <p:nvSpPr>
            <p:cNvPr id="70" name="Rectangle 69">
              <a:extLst>
                <a:ext uri="{FF2B5EF4-FFF2-40B4-BE49-F238E27FC236}">
                  <a16:creationId xmlns:a16="http://schemas.microsoft.com/office/drawing/2014/main" id="{C0FCEF94-A03D-F405-90C0-DC61E206ED44}"/>
                </a:ext>
              </a:extLst>
            </p:cNvPr>
            <p:cNvSpPr/>
            <p:nvPr userDrawn="1"/>
          </p:nvSpPr>
          <p:spPr>
            <a:xfrm>
              <a:off x="-5029200" y="1700784"/>
              <a:ext cx="4232396" cy="39867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7" name="Rectangle 46">
              <a:extLst>
                <a:ext uri="{FF2B5EF4-FFF2-40B4-BE49-F238E27FC236}">
                  <a16:creationId xmlns:a16="http://schemas.microsoft.com/office/drawing/2014/main" id="{667E2916-49E4-B642-F5D6-1760502219C1}"/>
                </a:ext>
              </a:extLst>
            </p:cNvPr>
            <p:cNvSpPr>
              <a:spLocks/>
            </p:cNvSpPr>
            <p:nvPr userDrawn="1"/>
          </p:nvSpPr>
          <p:spPr>
            <a:xfrm>
              <a:off x="-3841345" y="2268457"/>
              <a:ext cx="812056" cy="441748"/>
            </a:xfrm>
            <a:prstGeom prst="rect">
              <a:avLst/>
            </a:prstGeom>
            <a:solidFill>
              <a:schemeClr val="accent3">
                <a:lumMod val="10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lumMod val="100000"/>
                      <a:alpha val="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Dark Blue</a:t>
              </a:r>
            </a:p>
            <a:p>
              <a:pPr algn="ctr"/>
              <a:r>
                <a:rPr lang="en-GB" sz="600">
                  <a:solidFill>
                    <a:schemeClr val="bg1"/>
                  </a:solidFill>
                </a:rPr>
                <a:t>12</a:t>
              </a:r>
            </a:p>
            <a:p>
              <a:pPr algn="ctr"/>
              <a:r>
                <a:rPr lang="en-GB" sz="600">
                  <a:solidFill>
                    <a:schemeClr val="bg1"/>
                  </a:solidFill>
                </a:rPr>
                <a:t>35</a:t>
              </a:r>
            </a:p>
            <a:p>
              <a:pPr algn="ctr"/>
              <a:r>
                <a:rPr lang="en-GB" sz="600">
                  <a:solidFill>
                    <a:schemeClr val="bg1"/>
                  </a:solidFill>
                </a:rPr>
                <a:t>60</a:t>
              </a:r>
            </a:p>
          </p:txBody>
        </p:sp>
        <p:sp>
          <p:nvSpPr>
            <p:cNvPr id="48" name="Rectangle 47">
              <a:extLst>
                <a:ext uri="{FF2B5EF4-FFF2-40B4-BE49-F238E27FC236}">
                  <a16:creationId xmlns:a16="http://schemas.microsoft.com/office/drawing/2014/main" id="{319D3B79-63C1-66CF-49E6-3D217D1CC058}"/>
                </a:ext>
              </a:extLst>
            </p:cNvPr>
            <p:cNvSpPr>
              <a:spLocks/>
            </p:cNvSpPr>
            <p:nvPr userDrawn="1"/>
          </p:nvSpPr>
          <p:spPr>
            <a:xfrm>
              <a:off x="-3841345" y="2819702"/>
              <a:ext cx="812056" cy="441748"/>
            </a:xfrm>
            <a:prstGeom prst="rect">
              <a:avLst/>
            </a:prstGeom>
            <a:solidFill>
              <a:srgbClr val="ACEA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accent3">
                      <a:lumMod val="100000"/>
                    </a:schemeClr>
                  </a:solidFill>
                </a:rPr>
                <a:t>Light Blue</a:t>
              </a:r>
            </a:p>
            <a:p>
              <a:pPr algn="ctr"/>
              <a:r>
                <a:rPr lang="en-GB" sz="600">
                  <a:solidFill>
                    <a:schemeClr val="accent3">
                      <a:lumMod val="100000"/>
                    </a:schemeClr>
                  </a:solidFill>
                </a:rPr>
                <a:t>172</a:t>
              </a:r>
            </a:p>
            <a:p>
              <a:pPr algn="ctr"/>
              <a:r>
                <a:rPr lang="en-GB" sz="600">
                  <a:solidFill>
                    <a:schemeClr val="accent3">
                      <a:lumMod val="100000"/>
                    </a:schemeClr>
                  </a:solidFill>
                </a:rPr>
                <a:t>234</a:t>
              </a:r>
            </a:p>
            <a:p>
              <a:pPr algn="ctr"/>
              <a:r>
                <a:rPr lang="en-GB" sz="600">
                  <a:solidFill>
                    <a:schemeClr val="accent3">
                      <a:lumMod val="100000"/>
                    </a:schemeClr>
                  </a:solidFill>
                </a:rPr>
                <a:t>255</a:t>
              </a:r>
            </a:p>
          </p:txBody>
        </p:sp>
        <p:sp>
          <p:nvSpPr>
            <p:cNvPr id="49" name="Rectangle 48">
              <a:extLst>
                <a:ext uri="{FF2B5EF4-FFF2-40B4-BE49-F238E27FC236}">
                  <a16:creationId xmlns:a16="http://schemas.microsoft.com/office/drawing/2014/main" id="{3178A237-90C9-FF30-8357-8ABD4910C763}"/>
                </a:ext>
              </a:extLst>
            </p:cNvPr>
            <p:cNvSpPr>
              <a:spLocks/>
            </p:cNvSpPr>
            <p:nvPr userDrawn="1"/>
          </p:nvSpPr>
          <p:spPr>
            <a:xfrm>
              <a:off x="-3841345" y="3370947"/>
              <a:ext cx="812056" cy="441748"/>
            </a:xfrm>
            <a:prstGeom prst="rect">
              <a:avLst/>
            </a:prstGeom>
            <a:solidFill>
              <a:srgbClr val="00B8F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Pacific Blue</a:t>
              </a:r>
            </a:p>
            <a:p>
              <a:pPr algn="ctr"/>
              <a:r>
                <a:rPr lang="en-GB" sz="600">
                  <a:solidFill>
                    <a:schemeClr val="bg1"/>
                  </a:solidFill>
                </a:rPr>
                <a:t>0</a:t>
              </a:r>
            </a:p>
            <a:p>
              <a:pPr algn="ctr"/>
              <a:r>
                <a:rPr lang="en-GB" sz="600">
                  <a:solidFill>
                    <a:schemeClr val="bg1"/>
                  </a:solidFill>
                </a:rPr>
                <a:t>184</a:t>
              </a:r>
            </a:p>
            <a:p>
              <a:pPr algn="ctr"/>
              <a:r>
                <a:rPr lang="en-GB" sz="600">
                  <a:solidFill>
                    <a:schemeClr val="bg1"/>
                  </a:solidFill>
                </a:rPr>
                <a:t>245</a:t>
              </a:r>
            </a:p>
          </p:txBody>
        </p:sp>
        <p:sp>
          <p:nvSpPr>
            <p:cNvPr id="50" name="Rectangle 49">
              <a:extLst>
                <a:ext uri="{FF2B5EF4-FFF2-40B4-BE49-F238E27FC236}">
                  <a16:creationId xmlns:a16="http://schemas.microsoft.com/office/drawing/2014/main" id="{4C0E8590-C11A-2882-DF66-2E6F0442B828}"/>
                </a:ext>
              </a:extLst>
            </p:cNvPr>
            <p:cNvSpPr>
              <a:spLocks/>
            </p:cNvSpPr>
            <p:nvPr userDrawn="1"/>
          </p:nvSpPr>
          <p:spPr>
            <a:xfrm>
              <a:off x="-3841345" y="3922191"/>
              <a:ext cx="812056" cy="441748"/>
            </a:xfrm>
            <a:prstGeom prst="rect">
              <a:avLst/>
            </a:prstGeom>
            <a:solidFill>
              <a:schemeClr val="tx2">
                <a:lumMod val="10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lumMod val="100000"/>
                      <a:alpha val="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KPMG Blue</a:t>
              </a:r>
            </a:p>
            <a:p>
              <a:pPr algn="ctr"/>
              <a:r>
                <a:rPr lang="en-GB" sz="600">
                  <a:solidFill>
                    <a:schemeClr val="bg1"/>
                  </a:solidFill>
                </a:rPr>
                <a:t>0</a:t>
              </a:r>
            </a:p>
            <a:p>
              <a:pPr algn="ctr"/>
              <a:r>
                <a:rPr lang="en-GB" sz="600">
                  <a:solidFill>
                    <a:schemeClr val="bg1"/>
                  </a:solidFill>
                </a:rPr>
                <a:t>51</a:t>
              </a:r>
            </a:p>
            <a:p>
              <a:pPr algn="ctr"/>
              <a:r>
                <a:rPr lang="en-GB" sz="600">
                  <a:solidFill>
                    <a:schemeClr val="bg1"/>
                  </a:solidFill>
                </a:rPr>
                <a:t>141</a:t>
              </a:r>
            </a:p>
          </p:txBody>
        </p:sp>
        <p:sp>
          <p:nvSpPr>
            <p:cNvPr id="52" name="Rectangle 51">
              <a:extLst>
                <a:ext uri="{FF2B5EF4-FFF2-40B4-BE49-F238E27FC236}">
                  <a16:creationId xmlns:a16="http://schemas.microsoft.com/office/drawing/2014/main" id="{9C2D30A1-E708-2C67-01FB-AB1A0879804A}"/>
                </a:ext>
              </a:extLst>
            </p:cNvPr>
            <p:cNvSpPr>
              <a:spLocks/>
            </p:cNvSpPr>
            <p:nvPr userDrawn="1"/>
          </p:nvSpPr>
          <p:spPr>
            <a:xfrm>
              <a:off x="-3841234" y="5024681"/>
              <a:ext cx="812056" cy="441748"/>
            </a:xfrm>
            <a:prstGeom prst="rect">
              <a:avLst/>
            </a:prstGeom>
            <a:solidFill>
              <a:srgbClr val="76D2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Blue</a:t>
              </a:r>
            </a:p>
            <a:p>
              <a:pPr algn="ctr"/>
              <a:r>
                <a:rPr lang="en-GB" sz="600">
                  <a:solidFill>
                    <a:schemeClr val="bg1"/>
                  </a:solidFill>
                </a:rPr>
                <a:t>118</a:t>
              </a:r>
            </a:p>
            <a:p>
              <a:pPr algn="ctr"/>
              <a:r>
                <a:rPr lang="en-GB" sz="600">
                  <a:solidFill>
                    <a:schemeClr val="bg1"/>
                  </a:solidFill>
                </a:rPr>
                <a:t>210</a:t>
              </a:r>
            </a:p>
            <a:p>
              <a:pPr algn="ctr"/>
              <a:r>
                <a:rPr lang="en-GB" sz="600">
                  <a:solidFill>
                    <a:schemeClr val="bg1"/>
                  </a:solidFill>
                </a:rPr>
                <a:t>255</a:t>
              </a:r>
            </a:p>
          </p:txBody>
        </p:sp>
        <p:sp>
          <p:nvSpPr>
            <p:cNvPr id="53" name="Rectangle 52">
              <a:extLst>
                <a:ext uri="{FF2B5EF4-FFF2-40B4-BE49-F238E27FC236}">
                  <a16:creationId xmlns:a16="http://schemas.microsoft.com/office/drawing/2014/main" id="{0C84DE73-2F69-3785-C1F2-4E14822C412F}"/>
                </a:ext>
              </a:extLst>
            </p:cNvPr>
            <p:cNvSpPr>
              <a:spLocks/>
            </p:cNvSpPr>
            <p:nvPr userDrawn="1"/>
          </p:nvSpPr>
          <p:spPr>
            <a:xfrm>
              <a:off x="-2771449" y="2268457"/>
              <a:ext cx="812056" cy="441748"/>
            </a:xfrm>
            <a:prstGeom prst="rect">
              <a:avLst/>
            </a:prstGeom>
            <a:solidFill>
              <a:srgbClr val="34556D"/>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Blue Gray</a:t>
              </a:r>
            </a:p>
            <a:p>
              <a:pPr algn="ctr"/>
              <a:r>
                <a:rPr lang="en-GB" sz="600">
                  <a:solidFill>
                    <a:schemeClr val="bg1"/>
                  </a:solidFill>
                </a:rPr>
                <a:t>52</a:t>
              </a:r>
            </a:p>
            <a:p>
              <a:pPr algn="ctr"/>
              <a:r>
                <a:rPr lang="en-GB" sz="600">
                  <a:solidFill>
                    <a:schemeClr val="bg1"/>
                  </a:solidFill>
                </a:rPr>
                <a:t>85</a:t>
              </a:r>
            </a:p>
            <a:p>
              <a:pPr algn="ctr"/>
              <a:r>
                <a:rPr lang="en-GB" sz="600">
                  <a:solidFill>
                    <a:schemeClr val="bg1"/>
                  </a:solidFill>
                </a:rPr>
                <a:t>109</a:t>
              </a:r>
            </a:p>
          </p:txBody>
        </p:sp>
        <p:sp>
          <p:nvSpPr>
            <p:cNvPr id="54" name="Rectangle 53">
              <a:extLst>
                <a:ext uri="{FF2B5EF4-FFF2-40B4-BE49-F238E27FC236}">
                  <a16:creationId xmlns:a16="http://schemas.microsoft.com/office/drawing/2014/main" id="{1B7A4B6C-B13B-FDF3-0E61-DDF620C38F3A}"/>
                </a:ext>
              </a:extLst>
            </p:cNvPr>
            <p:cNvSpPr>
              <a:spLocks/>
            </p:cNvSpPr>
            <p:nvPr userDrawn="1"/>
          </p:nvSpPr>
          <p:spPr>
            <a:xfrm>
              <a:off x="-2771449" y="2819702"/>
              <a:ext cx="812056" cy="441748"/>
            </a:xfrm>
            <a:prstGeom prst="rect">
              <a:avLst/>
            </a:prstGeom>
            <a:solidFill>
              <a:srgbClr val="77A8B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Aqua</a:t>
              </a:r>
            </a:p>
            <a:p>
              <a:pPr algn="ctr"/>
              <a:r>
                <a:rPr lang="en-GB" sz="600">
                  <a:solidFill>
                    <a:schemeClr val="bg1"/>
                  </a:solidFill>
                </a:rPr>
                <a:t>119</a:t>
              </a:r>
            </a:p>
            <a:p>
              <a:pPr algn="ctr"/>
              <a:r>
                <a:rPr lang="en-GB" sz="600">
                  <a:solidFill>
                    <a:schemeClr val="bg1"/>
                  </a:solidFill>
                </a:rPr>
                <a:t>168</a:t>
              </a:r>
            </a:p>
            <a:p>
              <a:pPr algn="ctr"/>
              <a:r>
                <a:rPr lang="en-GB" sz="600">
                  <a:solidFill>
                    <a:schemeClr val="bg1"/>
                  </a:solidFill>
                </a:rPr>
                <a:t>190</a:t>
              </a:r>
            </a:p>
          </p:txBody>
        </p:sp>
        <p:sp>
          <p:nvSpPr>
            <p:cNvPr id="55" name="Rectangle 54">
              <a:extLst>
                <a:ext uri="{FF2B5EF4-FFF2-40B4-BE49-F238E27FC236}">
                  <a16:creationId xmlns:a16="http://schemas.microsoft.com/office/drawing/2014/main" id="{56768572-07B3-5EE6-DF26-C1ECCFF14D0B}"/>
                </a:ext>
              </a:extLst>
            </p:cNvPr>
            <p:cNvSpPr>
              <a:spLocks/>
            </p:cNvSpPr>
            <p:nvPr userDrawn="1"/>
          </p:nvSpPr>
          <p:spPr>
            <a:xfrm>
              <a:off x="-2771449" y="3370947"/>
              <a:ext cx="812056" cy="441748"/>
            </a:xfrm>
            <a:prstGeom prst="rect">
              <a:avLst/>
            </a:prstGeom>
            <a:solidFill>
              <a:srgbClr val="96CEE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accent3">
                      <a:lumMod val="100000"/>
                    </a:schemeClr>
                  </a:solidFill>
                </a:rPr>
                <a:t>Light Turquoise</a:t>
              </a:r>
            </a:p>
            <a:p>
              <a:pPr algn="ctr"/>
              <a:r>
                <a:rPr lang="en-GB" sz="600">
                  <a:solidFill>
                    <a:schemeClr val="accent3">
                      <a:lumMod val="100000"/>
                    </a:schemeClr>
                  </a:solidFill>
                </a:rPr>
                <a:t>150</a:t>
              </a:r>
            </a:p>
            <a:p>
              <a:pPr algn="ctr"/>
              <a:r>
                <a:rPr lang="en-GB" sz="600">
                  <a:solidFill>
                    <a:schemeClr val="accent3">
                      <a:lumMod val="100000"/>
                    </a:schemeClr>
                  </a:solidFill>
                </a:rPr>
                <a:t>206</a:t>
              </a:r>
            </a:p>
            <a:p>
              <a:pPr algn="ctr"/>
              <a:r>
                <a:rPr lang="en-GB" sz="600">
                  <a:solidFill>
                    <a:schemeClr val="accent3">
                      <a:lumMod val="100000"/>
                    </a:schemeClr>
                  </a:solidFill>
                </a:rPr>
                <a:t>228</a:t>
              </a:r>
            </a:p>
          </p:txBody>
        </p:sp>
        <p:sp>
          <p:nvSpPr>
            <p:cNvPr id="56" name="Rectangle 55">
              <a:extLst>
                <a:ext uri="{FF2B5EF4-FFF2-40B4-BE49-F238E27FC236}">
                  <a16:creationId xmlns:a16="http://schemas.microsoft.com/office/drawing/2014/main" id="{B44BF44D-428C-339A-1E59-5BB65CEBAAFA}"/>
                </a:ext>
              </a:extLst>
            </p:cNvPr>
            <p:cNvSpPr>
              <a:spLocks/>
            </p:cNvSpPr>
            <p:nvPr userDrawn="1"/>
          </p:nvSpPr>
          <p:spPr>
            <a:xfrm>
              <a:off x="-2771449" y="3922191"/>
              <a:ext cx="812056" cy="441748"/>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tx1">
                      <a:lumMod val="100000"/>
                    </a:schemeClr>
                  </a:solidFill>
                </a:rPr>
                <a:t>Grey 5</a:t>
              </a:r>
            </a:p>
            <a:p>
              <a:pPr algn="ctr"/>
              <a:r>
                <a:rPr lang="en-GB" sz="600">
                  <a:solidFill>
                    <a:schemeClr val="tx1">
                      <a:lumMod val="100000"/>
                    </a:schemeClr>
                  </a:solidFill>
                </a:rPr>
                <a:t>229</a:t>
              </a:r>
            </a:p>
            <a:p>
              <a:pPr algn="ctr"/>
              <a:r>
                <a:rPr lang="en-GB" sz="600">
                  <a:solidFill>
                    <a:schemeClr val="tx1">
                      <a:lumMod val="100000"/>
                    </a:schemeClr>
                  </a:solidFill>
                </a:rPr>
                <a:t>229</a:t>
              </a:r>
            </a:p>
            <a:p>
              <a:pPr algn="ctr"/>
              <a:r>
                <a:rPr lang="en-GB" sz="600">
                  <a:solidFill>
                    <a:schemeClr val="tx1">
                      <a:lumMod val="100000"/>
                    </a:schemeClr>
                  </a:solidFill>
                </a:rPr>
                <a:t>229</a:t>
              </a:r>
            </a:p>
          </p:txBody>
        </p:sp>
        <p:sp>
          <p:nvSpPr>
            <p:cNvPr id="57" name="Rectangle 56">
              <a:extLst>
                <a:ext uri="{FF2B5EF4-FFF2-40B4-BE49-F238E27FC236}">
                  <a16:creationId xmlns:a16="http://schemas.microsoft.com/office/drawing/2014/main" id="{C2682BC3-E9C2-DC8D-96C4-B731053A2892}"/>
                </a:ext>
              </a:extLst>
            </p:cNvPr>
            <p:cNvSpPr>
              <a:spLocks/>
            </p:cNvSpPr>
            <p:nvPr userDrawn="1"/>
          </p:nvSpPr>
          <p:spPr>
            <a:xfrm>
              <a:off x="-4954432" y="2268457"/>
              <a:ext cx="812056" cy="441748"/>
            </a:xfrm>
            <a:prstGeom prst="rect">
              <a:avLst/>
            </a:prstGeom>
            <a:solidFill>
              <a:schemeClr val="accent3">
                <a:lumMod val="10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lumMod val="100000"/>
                      <a:alpha val="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Dark Blue</a:t>
              </a:r>
            </a:p>
            <a:p>
              <a:pPr algn="ctr"/>
              <a:r>
                <a:rPr lang="en-GB" sz="600">
                  <a:solidFill>
                    <a:schemeClr val="bg1"/>
                  </a:solidFill>
                </a:rPr>
                <a:t>12</a:t>
              </a:r>
            </a:p>
            <a:p>
              <a:pPr algn="ctr"/>
              <a:r>
                <a:rPr lang="en-GB" sz="600">
                  <a:solidFill>
                    <a:schemeClr val="bg1"/>
                  </a:solidFill>
                </a:rPr>
                <a:t>35</a:t>
              </a:r>
            </a:p>
            <a:p>
              <a:pPr algn="ctr"/>
              <a:r>
                <a:rPr lang="en-GB" sz="600">
                  <a:solidFill>
                    <a:schemeClr val="bg1"/>
                  </a:solidFill>
                </a:rPr>
                <a:t>60</a:t>
              </a:r>
            </a:p>
          </p:txBody>
        </p:sp>
        <p:sp>
          <p:nvSpPr>
            <p:cNvPr id="58" name="Rectangle 57">
              <a:extLst>
                <a:ext uri="{FF2B5EF4-FFF2-40B4-BE49-F238E27FC236}">
                  <a16:creationId xmlns:a16="http://schemas.microsoft.com/office/drawing/2014/main" id="{F9D06048-E5E6-13E7-9EB7-D7B11B27B737}"/>
                </a:ext>
              </a:extLst>
            </p:cNvPr>
            <p:cNvSpPr>
              <a:spLocks/>
            </p:cNvSpPr>
            <p:nvPr userDrawn="1"/>
          </p:nvSpPr>
          <p:spPr>
            <a:xfrm>
              <a:off x="-4954432" y="2819702"/>
              <a:ext cx="812056" cy="441748"/>
            </a:xfrm>
            <a:prstGeom prst="rect">
              <a:avLst/>
            </a:prstGeom>
            <a:solidFill>
              <a:srgbClr val="ACEA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accent3">
                      <a:lumMod val="100000"/>
                    </a:schemeClr>
                  </a:solidFill>
                </a:rPr>
                <a:t>Light Blue</a:t>
              </a:r>
            </a:p>
            <a:p>
              <a:pPr algn="ctr"/>
              <a:r>
                <a:rPr lang="en-GB" sz="600">
                  <a:solidFill>
                    <a:schemeClr val="accent3">
                      <a:lumMod val="100000"/>
                    </a:schemeClr>
                  </a:solidFill>
                </a:rPr>
                <a:t>172</a:t>
              </a:r>
            </a:p>
            <a:p>
              <a:pPr algn="ctr"/>
              <a:r>
                <a:rPr lang="en-GB" sz="600">
                  <a:solidFill>
                    <a:schemeClr val="accent3">
                      <a:lumMod val="100000"/>
                    </a:schemeClr>
                  </a:solidFill>
                </a:rPr>
                <a:t>234</a:t>
              </a:r>
            </a:p>
            <a:p>
              <a:pPr algn="ctr"/>
              <a:r>
                <a:rPr lang="en-GB" sz="600">
                  <a:solidFill>
                    <a:schemeClr val="accent3">
                      <a:lumMod val="100000"/>
                    </a:schemeClr>
                  </a:solidFill>
                </a:rPr>
                <a:t>255</a:t>
              </a:r>
            </a:p>
          </p:txBody>
        </p:sp>
        <p:sp>
          <p:nvSpPr>
            <p:cNvPr id="59" name="Rectangle 58">
              <a:extLst>
                <a:ext uri="{FF2B5EF4-FFF2-40B4-BE49-F238E27FC236}">
                  <a16:creationId xmlns:a16="http://schemas.microsoft.com/office/drawing/2014/main" id="{51065093-2BB6-70A0-E18B-0423A4F01BC1}"/>
                </a:ext>
              </a:extLst>
            </p:cNvPr>
            <p:cNvSpPr>
              <a:spLocks/>
            </p:cNvSpPr>
            <p:nvPr userDrawn="1"/>
          </p:nvSpPr>
          <p:spPr>
            <a:xfrm>
              <a:off x="-4954432" y="3370947"/>
              <a:ext cx="812056" cy="441748"/>
            </a:xfrm>
            <a:prstGeom prst="rect">
              <a:avLst/>
            </a:prstGeom>
            <a:solidFill>
              <a:srgbClr val="00B8F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Pacific Blue</a:t>
              </a:r>
            </a:p>
            <a:p>
              <a:pPr algn="ctr"/>
              <a:r>
                <a:rPr lang="en-GB" sz="600">
                  <a:solidFill>
                    <a:schemeClr val="bg1"/>
                  </a:solidFill>
                </a:rPr>
                <a:t>0</a:t>
              </a:r>
            </a:p>
            <a:p>
              <a:pPr algn="ctr"/>
              <a:r>
                <a:rPr lang="en-GB" sz="600">
                  <a:solidFill>
                    <a:schemeClr val="bg1"/>
                  </a:solidFill>
                </a:rPr>
                <a:t>184</a:t>
              </a:r>
            </a:p>
            <a:p>
              <a:pPr algn="ctr"/>
              <a:r>
                <a:rPr lang="en-GB" sz="600">
                  <a:solidFill>
                    <a:schemeClr val="bg1"/>
                  </a:solidFill>
                </a:rPr>
                <a:t>245</a:t>
              </a:r>
            </a:p>
          </p:txBody>
        </p:sp>
        <p:sp>
          <p:nvSpPr>
            <p:cNvPr id="60" name="Rectangle 59">
              <a:extLst>
                <a:ext uri="{FF2B5EF4-FFF2-40B4-BE49-F238E27FC236}">
                  <a16:creationId xmlns:a16="http://schemas.microsoft.com/office/drawing/2014/main" id="{4772FB7E-A164-7F46-B4FB-EB98B161F75A}"/>
                </a:ext>
              </a:extLst>
            </p:cNvPr>
            <p:cNvSpPr>
              <a:spLocks/>
            </p:cNvSpPr>
            <p:nvPr userDrawn="1"/>
          </p:nvSpPr>
          <p:spPr>
            <a:xfrm>
              <a:off x="-4954432" y="1752444"/>
              <a:ext cx="812056" cy="44174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1100" b="1">
                  <a:solidFill>
                    <a:schemeClr val="accent3">
                      <a:lumMod val="100000"/>
                    </a:schemeClr>
                  </a:solidFill>
                  <a:latin typeface="+mj-lt"/>
                </a:rPr>
                <a:t>Primary colours</a:t>
              </a:r>
              <a:endParaRPr lang="en-GB" sz="1100">
                <a:solidFill>
                  <a:schemeClr val="accent3">
                    <a:lumMod val="100000"/>
                  </a:schemeClr>
                </a:solidFill>
                <a:latin typeface="+mj-lt"/>
              </a:endParaRPr>
            </a:p>
          </p:txBody>
        </p:sp>
        <p:sp>
          <p:nvSpPr>
            <p:cNvPr id="61" name="Rectangle 60">
              <a:extLst>
                <a:ext uri="{FF2B5EF4-FFF2-40B4-BE49-F238E27FC236}">
                  <a16:creationId xmlns:a16="http://schemas.microsoft.com/office/drawing/2014/main" id="{E5923FF1-D898-F762-CBC9-5A1471F92545}"/>
                </a:ext>
              </a:extLst>
            </p:cNvPr>
            <p:cNvSpPr>
              <a:spLocks/>
            </p:cNvSpPr>
            <p:nvPr userDrawn="1"/>
          </p:nvSpPr>
          <p:spPr>
            <a:xfrm>
              <a:off x="-3881787" y="1752444"/>
              <a:ext cx="892940" cy="44174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1100" b="1">
                  <a:solidFill>
                    <a:schemeClr val="accent3">
                      <a:lumMod val="100000"/>
                    </a:schemeClr>
                  </a:solidFill>
                  <a:latin typeface="+mj-lt"/>
                </a:rPr>
                <a:t>Primary colours for charts</a:t>
              </a:r>
              <a:endParaRPr lang="en-GB" sz="1100">
                <a:solidFill>
                  <a:schemeClr val="accent3">
                    <a:lumMod val="100000"/>
                  </a:schemeClr>
                </a:solidFill>
                <a:latin typeface="+mj-lt"/>
              </a:endParaRPr>
            </a:p>
          </p:txBody>
        </p:sp>
        <p:sp>
          <p:nvSpPr>
            <p:cNvPr id="62" name="Rectangle 61">
              <a:extLst>
                <a:ext uri="{FF2B5EF4-FFF2-40B4-BE49-F238E27FC236}">
                  <a16:creationId xmlns:a16="http://schemas.microsoft.com/office/drawing/2014/main" id="{39C783B5-5F49-5B63-3CBC-236D7E083A86}"/>
                </a:ext>
              </a:extLst>
            </p:cNvPr>
            <p:cNvSpPr>
              <a:spLocks/>
            </p:cNvSpPr>
            <p:nvPr userDrawn="1"/>
          </p:nvSpPr>
          <p:spPr>
            <a:xfrm>
              <a:off x="-2771450" y="1752444"/>
              <a:ext cx="812056" cy="44174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1100" b="1">
                  <a:solidFill>
                    <a:schemeClr val="accent3">
                      <a:lumMod val="100000"/>
                    </a:schemeClr>
                  </a:solidFill>
                  <a:latin typeface="+mj-lt"/>
                </a:rPr>
                <a:t>Other chart colours</a:t>
              </a:r>
              <a:endParaRPr lang="en-GB" sz="1100">
                <a:solidFill>
                  <a:schemeClr val="accent3">
                    <a:lumMod val="100000"/>
                  </a:schemeClr>
                </a:solidFill>
                <a:latin typeface="+mj-lt"/>
              </a:endParaRPr>
            </a:p>
          </p:txBody>
        </p:sp>
        <p:sp>
          <p:nvSpPr>
            <p:cNvPr id="63" name="Rectangle 62">
              <a:extLst>
                <a:ext uri="{FF2B5EF4-FFF2-40B4-BE49-F238E27FC236}">
                  <a16:creationId xmlns:a16="http://schemas.microsoft.com/office/drawing/2014/main" id="{A26290A4-3361-37D2-2490-5B29974B0483}"/>
                </a:ext>
              </a:extLst>
            </p:cNvPr>
            <p:cNvSpPr>
              <a:spLocks/>
            </p:cNvSpPr>
            <p:nvPr userDrawn="1"/>
          </p:nvSpPr>
          <p:spPr>
            <a:xfrm>
              <a:off x="-1728502" y="1752444"/>
              <a:ext cx="812056" cy="44174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1100" b="1">
                  <a:solidFill>
                    <a:schemeClr val="accent3">
                      <a:lumMod val="100000"/>
                    </a:schemeClr>
                  </a:solidFill>
                  <a:latin typeface="+mj-lt"/>
                </a:rPr>
                <a:t>Traffic lights / RAG ratings</a:t>
              </a:r>
              <a:endParaRPr lang="en-GB" sz="1100">
                <a:solidFill>
                  <a:schemeClr val="accent3">
                    <a:lumMod val="100000"/>
                  </a:schemeClr>
                </a:solidFill>
                <a:latin typeface="+mj-lt"/>
              </a:endParaRPr>
            </a:p>
          </p:txBody>
        </p:sp>
        <p:sp>
          <p:nvSpPr>
            <p:cNvPr id="64" name="Rectangle 63">
              <a:extLst>
                <a:ext uri="{FF2B5EF4-FFF2-40B4-BE49-F238E27FC236}">
                  <a16:creationId xmlns:a16="http://schemas.microsoft.com/office/drawing/2014/main" id="{B9BC8F84-28DE-CCE4-0DA5-17E25B1CA153}"/>
                </a:ext>
              </a:extLst>
            </p:cNvPr>
            <p:cNvSpPr>
              <a:spLocks/>
            </p:cNvSpPr>
            <p:nvPr userDrawn="1"/>
          </p:nvSpPr>
          <p:spPr>
            <a:xfrm>
              <a:off x="-1728502" y="2268457"/>
              <a:ext cx="812056" cy="441748"/>
            </a:xfrm>
            <a:prstGeom prst="rect">
              <a:avLst/>
            </a:prstGeom>
            <a:solidFill>
              <a:srgbClr val="ED212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Red</a:t>
              </a:r>
            </a:p>
            <a:p>
              <a:pPr algn="ctr"/>
              <a:r>
                <a:rPr lang="en-GB" sz="600" b="1">
                  <a:solidFill>
                    <a:schemeClr val="bg1"/>
                  </a:solidFill>
                </a:rPr>
                <a:t>237</a:t>
              </a:r>
            </a:p>
            <a:p>
              <a:pPr algn="ctr"/>
              <a:r>
                <a:rPr lang="en-GB" sz="600" b="1">
                  <a:solidFill>
                    <a:schemeClr val="bg1"/>
                  </a:solidFill>
                </a:rPr>
                <a:t>33</a:t>
              </a:r>
            </a:p>
            <a:p>
              <a:pPr algn="ctr"/>
              <a:r>
                <a:rPr lang="en-GB" sz="600" b="1">
                  <a:solidFill>
                    <a:schemeClr val="bg1"/>
                  </a:solidFill>
                </a:rPr>
                <a:t>36</a:t>
              </a:r>
              <a:endParaRPr lang="en-GB" sz="600">
                <a:solidFill>
                  <a:schemeClr val="bg1"/>
                </a:solidFill>
              </a:endParaRPr>
            </a:p>
          </p:txBody>
        </p:sp>
        <p:sp>
          <p:nvSpPr>
            <p:cNvPr id="65" name="Rectangle 64">
              <a:extLst>
                <a:ext uri="{FF2B5EF4-FFF2-40B4-BE49-F238E27FC236}">
                  <a16:creationId xmlns:a16="http://schemas.microsoft.com/office/drawing/2014/main" id="{8D8BA66E-72D2-BBF1-A272-76A638913678}"/>
                </a:ext>
              </a:extLst>
            </p:cNvPr>
            <p:cNvSpPr>
              <a:spLocks/>
            </p:cNvSpPr>
            <p:nvPr userDrawn="1"/>
          </p:nvSpPr>
          <p:spPr>
            <a:xfrm>
              <a:off x="-1728502" y="2819702"/>
              <a:ext cx="812056" cy="441748"/>
            </a:xfrm>
            <a:prstGeom prst="rect">
              <a:avLst/>
            </a:prstGeom>
            <a:solidFill>
              <a:srgbClr val="F1C44D"/>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Yellow</a:t>
              </a:r>
            </a:p>
            <a:p>
              <a:pPr algn="ctr"/>
              <a:r>
                <a:rPr lang="en-GB" sz="600" b="1">
                  <a:solidFill>
                    <a:schemeClr val="bg1"/>
                  </a:solidFill>
                </a:rPr>
                <a:t>241</a:t>
              </a:r>
            </a:p>
            <a:p>
              <a:pPr algn="ctr"/>
              <a:r>
                <a:rPr lang="en-GB" sz="600" b="1">
                  <a:solidFill>
                    <a:schemeClr val="bg1"/>
                  </a:solidFill>
                </a:rPr>
                <a:t>196</a:t>
              </a:r>
            </a:p>
            <a:p>
              <a:pPr algn="ctr"/>
              <a:r>
                <a:rPr lang="en-GB" sz="600" b="1">
                  <a:solidFill>
                    <a:schemeClr val="bg1"/>
                  </a:solidFill>
                </a:rPr>
                <a:t>77</a:t>
              </a:r>
              <a:endParaRPr lang="en-GB" sz="600">
                <a:solidFill>
                  <a:schemeClr val="bg1"/>
                </a:solidFill>
              </a:endParaRPr>
            </a:p>
          </p:txBody>
        </p:sp>
        <p:sp>
          <p:nvSpPr>
            <p:cNvPr id="66" name="Rectangle 65">
              <a:extLst>
                <a:ext uri="{FF2B5EF4-FFF2-40B4-BE49-F238E27FC236}">
                  <a16:creationId xmlns:a16="http://schemas.microsoft.com/office/drawing/2014/main" id="{5DF517DA-2078-1A82-C40A-812BA654E439}"/>
                </a:ext>
              </a:extLst>
            </p:cNvPr>
            <p:cNvSpPr>
              <a:spLocks/>
            </p:cNvSpPr>
            <p:nvPr userDrawn="1"/>
          </p:nvSpPr>
          <p:spPr>
            <a:xfrm>
              <a:off x="-1728502" y="3370947"/>
              <a:ext cx="812056" cy="441748"/>
            </a:xfrm>
            <a:prstGeom prst="rect">
              <a:avLst/>
            </a:prstGeom>
            <a:solidFill>
              <a:srgbClr val="26992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Green</a:t>
              </a:r>
            </a:p>
            <a:p>
              <a:pPr algn="ctr"/>
              <a:r>
                <a:rPr lang="en-GB" sz="600" b="1">
                  <a:solidFill>
                    <a:schemeClr val="bg1"/>
                  </a:solidFill>
                </a:rPr>
                <a:t>38</a:t>
              </a:r>
            </a:p>
            <a:p>
              <a:pPr algn="ctr"/>
              <a:r>
                <a:rPr lang="en-GB" sz="600" b="1">
                  <a:solidFill>
                    <a:schemeClr val="bg1"/>
                  </a:solidFill>
                </a:rPr>
                <a:t>153</a:t>
              </a:r>
            </a:p>
            <a:p>
              <a:pPr algn="ctr"/>
              <a:r>
                <a:rPr lang="en-GB" sz="600" b="1">
                  <a:solidFill>
                    <a:schemeClr val="bg1"/>
                  </a:solidFill>
                </a:rPr>
                <a:t>36</a:t>
              </a:r>
              <a:endParaRPr lang="en-GB" sz="600">
                <a:solidFill>
                  <a:schemeClr val="bg1"/>
                </a:solidFill>
              </a:endParaRPr>
            </a:p>
          </p:txBody>
        </p:sp>
        <p:sp>
          <p:nvSpPr>
            <p:cNvPr id="14" name="Rectangle 13">
              <a:extLst>
                <a:ext uri="{FF2B5EF4-FFF2-40B4-BE49-F238E27FC236}">
                  <a16:creationId xmlns:a16="http://schemas.microsoft.com/office/drawing/2014/main" id="{054F38AC-DF44-1982-440B-B24C6F09EB48}"/>
                </a:ext>
              </a:extLst>
            </p:cNvPr>
            <p:cNvSpPr>
              <a:spLocks/>
            </p:cNvSpPr>
            <p:nvPr userDrawn="1"/>
          </p:nvSpPr>
          <p:spPr>
            <a:xfrm>
              <a:off x="-3841234" y="4473436"/>
              <a:ext cx="812056" cy="441748"/>
            </a:xfrm>
            <a:prstGeom prst="rect">
              <a:avLst/>
            </a:prstGeom>
            <a:solidFill>
              <a:schemeClr val="accent1">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rgbClr val="0C233C"/>
                  </a:solidFill>
                </a:rPr>
                <a:t>Blue Accent 1</a:t>
              </a:r>
            </a:p>
            <a:p>
              <a:pPr algn="ctr"/>
              <a:r>
                <a:rPr lang="en-GB" sz="600">
                  <a:solidFill>
                    <a:srgbClr val="0C233C"/>
                  </a:solidFill>
                </a:rPr>
                <a:t>210</a:t>
              </a:r>
            </a:p>
            <a:p>
              <a:pPr algn="ctr"/>
              <a:r>
                <a:rPr lang="en-GB" sz="600">
                  <a:solidFill>
                    <a:srgbClr val="0C233C"/>
                  </a:solidFill>
                </a:rPr>
                <a:t>219</a:t>
              </a:r>
            </a:p>
            <a:p>
              <a:pPr algn="ctr"/>
              <a:r>
                <a:rPr lang="en-GB" sz="600">
                  <a:solidFill>
                    <a:srgbClr val="0C233C"/>
                  </a:solidFill>
                </a:rPr>
                <a:t>249</a:t>
              </a:r>
            </a:p>
          </p:txBody>
        </p:sp>
      </p:grpSp>
    </p:spTree>
    <p:extLst>
      <p:ext uri="{BB962C8B-B14F-4D97-AF65-F5344CB8AC3E}">
        <p14:creationId xmlns:p14="http://schemas.microsoft.com/office/powerpoint/2010/main" val="1561226360"/>
      </p:ext>
    </p:extLst>
  </p:cSld>
  <p:clrMap bg1="lt1" tx1="dk1" bg2="lt2" tx2="dk2" accent1="accent1" accent2="accent2" accent3="accent3" accent4="accent4" accent5="accent5" accent6="accent6" hlink="hlink" folHlink="folHlink"/>
  <p:sldLayoutIdLst>
    <p:sldLayoutId id="2147483900" r:id="rId1"/>
    <p:sldLayoutId id="2147483881" r:id="rId2"/>
    <p:sldLayoutId id="2147483901" r:id="rId3"/>
    <p:sldLayoutId id="2147483902" r:id="rId4"/>
    <p:sldLayoutId id="2147483882" r:id="rId5"/>
    <p:sldLayoutId id="2147483883" r:id="rId6"/>
    <p:sldLayoutId id="2147483886" r:id="rId7"/>
    <p:sldLayoutId id="2147483884" r:id="rId8"/>
    <p:sldLayoutId id="2147483885" r:id="rId9"/>
    <p:sldLayoutId id="2147483887" r:id="rId10"/>
    <p:sldLayoutId id="2147483888" r:id="rId11"/>
    <p:sldLayoutId id="2147483903" r:id="rId12"/>
    <p:sldLayoutId id="2147483889" r:id="rId13"/>
    <p:sldLayoutId id="2147483890" r:id="rId14"/>
    <p:sldLayoutId id="2147483891" r:id="rId15"/>
    <p:sldLayoutId id="2147483892" r:id="rId16"/>
    <p:sldLayoutId id="2147483893" r:id="rId17"/>
    <p:sldLayoutId id="2147483894" r:id="rId18"/>
    <p:sldLayoutId id="2147483907" r:id="rId19"/>
    <p:sldLayoutId id="2147483895" r:id="rId20"/>
    <p:sldLayoutId id="2147483904" r:id="rId21"/>
    <p:sldLayoutId id="2147483898" r:id="rId22"/>
    <p:sldLayoutId id="2147483906" r:id="rId23"/>
    <p:sldLayoutId id="2147483905" r:id="rId24"/>
    <p:sldLayoutId id="2147483896" r:id="rId25"/>
    <p:sldLayoutId id="2147483897" r:id="rId26"/>
  </p:sldLayoutIdLst>
  <p:txStyles>
    <p:titleStyle>
      <a:lvl1pPr algn="l" defTabSz="914400" rtl="0" eaLnBrk="1" latinLnBrk="0" hangingPunct="1">
        <a:lnSpc>
          <a:spcPct val="70000"/>
        </a:lnSpc>
        <a:spcBef>
          <a:spcPct val="0"/>
        </a:spcBef>
        <a:buNone/>
        <a:defRPr sz="4400" kern="1200">
          <a:solidFill>
            <a:schemeClr val="accent3">
              <a:lumMod val="100000"/>
            </a:schemeClr>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900" b="1" kern="1200">
          <a:solidFill>
            <a:schemeClr val="accent3">
              <a:lumMod val="100000"/>
            </a:schemeClr>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3">
              <a:lumMod val="100000"/>
            </a:schemeClr>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3">
              <a:lumMod val="100000"/>
            </a:schemeClr>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3">
              <a:lumMod val="100000"/>
            </a:schemeClr>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3">
              <a:lumMod val="100000"/>
            </a:schemeClr>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userDrawn="1">
          <p15:clr>
            <a:srgbClr val="F26B43"/>
          </p15:clr>
        </p15:guide>
        <p15:guide id="2" pos="619">
          <p15:clr>
            <a:srgbClr val="F26B43"/>
          </p15:clr>
        </p15:guide>
        <p15:guide id="3" pos="7061">
          <p15:clr>
            <a:srgbClr val="F26B43"/>
          </p15:clr>
        </p15:guide>
        <p15:guide id="4" orient="horz" pos="845">
          <p15:clr>
            <a:srgbClr val="F26B43"/>
          </p15:clr>
        </p15:guide>
        <p15:guide id="5" orient="horz" pos="618">
          <p15:clr>
            <a:srgbClr val="F26B43"/>
          </p15:clr>
        </p15:guide>
        <p15:guide id="6" orient="horz" pos="278">
          <p15:clr>
            <a:srgbClr val="F26B43"/>
          </p15:clr>
        </p15:guide>
        <p15:guide id="7" pos="3727">
          <p15:clr>
            <a:srgbClr val="F26B43"/>
          </p15:clr>
        </p15:guide>
        <p15:guide id="8" pos="3953">
          <p15:clr>
            <a:srgbClr val="F26B43"/>
          </p15:clr>
        </p15:guide>
        <p15:guide id="9" pos="3840">
          <p15:clr>
            <a:srgbClr val="F26B43"/>
          </p15:clr>
        </p15:guide>
        <p15:guide id="10" orient="horz" pos="2273" userDrawn="1">
          <p15:clr>
            <a:srgbClr val="F26B43"/>
          </p15:clr>
        </p15:guide>
        <p15:guide id="11" orient="horz" pos="3929" userDrawn="1">
          <p15:clr>
            <a:srgbClr val="F26B43"/>
          </p15:clr>
        </p15:guide>
        <p15:guide id="12" orient="horz" pos="2251" userDrawn="1">
          <p15:clr>
            <a:srgbClr val="F26B43"/>
          </p15:clr>
        </p15:guide>
        <p15:guide id="13" orient="horz" pos="229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2F6A8390-462E-F8F8-0DD8-CC12283FE957}"/>
              </a:ext>
            </a:extLst>
          </p:cNvPr>
          <p:cNvGraphicFramePr>
            <a:graphicFrameLocks noChangeAspect="1"/>
          </p:cNvGraphicFramePr>
          <p:nvPr userDrawn="1">
            <p:custDataLst>
              <p:tags r:id="rId8"/>
            </p:custDataLst>
            <p:extLst>
              <p:ext uri="{D42A27DB-BD31-4B8C-83A1-F6EECF244321}">
                <p14:modId xmlns:p14="http://schemas.microsoft.com/office/powerpoint/2010/main" val="35196391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15" name="think-cell data - do not delete" hidden="1">
                        <a:extLst>
                          <a:ext uri="{FF2B5EF4-FFF2-40B4-BE49-F238E27FC236}">
                            <a16:creationId xmlns:a16="http://schemas.microsoft.com/office/drawing/2014/main" id="{2F6A8390-462E-F8F8-0DD8-CC12283FE957}"/>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5" name="Titre 3">
            <a:extLst>
              <a:ext uri="{FF2B5EF4-FFF2-40B4-BE49-F238E27FC236}">
                <a16:creationId xmlns:a16="http://schemas.microsoft.com/office/drawing/2014/main" id="{A6029142-57D1-2DCF-892D-36B89EE67C34}"/>
              </a:ext>
            </a:extLst>
          </p:cNvPr>
          <p:cNvSpPr txBox="1">
            <a:spLocks/>
          </p:cNvSpPr>
          <p:nvPr userDrawn="1"/>
        </p:nvSpPr>
        <p:spPr>
          <a:xfrm>
            <a:off x="495064" y="4361380"/>
            <a:ext cx="10900905" cy="2259080"/>
          </a:xfrm>
          <a:prstGeom prst="rect">
            <a:avLst/>
          </a:prstGeom>
        </p:spPr>
        <p:txBody>
          <a:bodyPr wrap="square" lIns="0" rIns="0">
            <a:spAutoFit/>
          </a:bodyPr>
          <a:lstStyle>
            <a:defPPr>
              <a:defRPr lang="fr-F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32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UpSlide Table Of Content Master </a:t>
            </a:r>
          </a:p>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40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Do not edit</a:t>
            </a:r>
          </a:p>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40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Do not delete</a:t>
            </a:r>
          </a:p>
        </p:txBody>
      </p:sp>
    </p:spTree>
    <p:extLst>
      <p:ext uri="{BB962C8B-B14F-4D97-AF65-F5344CB8AC3E}">
        <p14:creationId xmlns:p14="http://schemas.microsoft.com/office/powerpoint/2010/main" val="1224668507"/>
      </p:ext>
    </p:extLst>
  </p:cSld>
  <p:clrMap bg1="lt1" tx1="dk1" bg2="lt2" tx2="dk2" accent1="accent1" accent2="accent2" accent3="accent3" accent4="accent4" accent5="accent5" accent6="accent6" hlink="hlink" folHlink="folHlink"/>
  <p:sldLayoutIdLst>
    <p:sldLayoutId id="2147483953" r:id="rId1"/>
    <p:sldLayoutId id="2147483954" r:id="rId2"/>
    <p:sldLayoutId id="2147483955" r:id="rId3"/>
    <p:sldLayoutId id="2147483956" r:id="rId4"/>
    <p:sldLayoutId id="2147483957" r:id="rId5"/>
    <p:sldLayoutId id="2147483958" r:id="rId6"/>
  </p:sldLayoutIdLst>
  <p:txStyles>
    <p:titleStyle>
      <a:lvl1pPr algn="l" defTabSz="914400" rtl="0" eaLnBrk="1" latinLnBrk="0" hangingPunct="1">
        <a:lnSpc>
          <a:spcPct val="70000"/>
        </a:lnSpc>
        <a:spcBef>
          <a:spcPct val="0"/>
        </a:spcBef>
        <a:buNone/>
        <a:defRPr sz="4400" kern="1200">
          <a:solidFill>
            <a:schemeClr val="accent3">
              <a:lumMod val="100000"/>
            </a:schemeClr>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900" b="1" kern="1200">
          <a:solidFill>
            <a:schemeClr val="accent3">
              <a:lumMod val="100000"/>
            </a:schemeClr>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3">
              <a:lumMod val="100000"/>
            </a:schemeClr>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3">
              <a:lumMod val="100000"/>
            </a:schemeClr>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3">
              <a:lumMod val="100000"/>
            </a:schemeClr>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3">
              <a:lumMod val="100000"/>
            </a:schemeClr>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4" userDrawn="1">
          <p15:clr>
            <a:srgbClr val="F26B43"/>
          </p15:clr>
        </p15:guide>
        <p15:guide id="2" pos="616" userDrawn="1">
          <p15:clr>
            <a:srgbClr val="F26B43"/>
          </p15:clr>
        </p15:guide>
        <p15:guide id="3" pos="7064" userDrawn="1">
          <p15:clr>
            <a:srgbClr val="F26B43"/>
          </p15:clr>
        </p15:guide>
        <p15:guide id="4" orient="horz" pos="848" userDrawn="1">
          <p15:clr>
            <a:srgbClr val="F26B43"/>
          </p15:clr>
        </p15:guide>
        <p15:guide id="5" orient="horz" pos="616" userDrawn="1">
          <p15:clr>
            <a:srgbClr val="F26B43"/>
          </p15:clr>
        </p15:guide>
        <p15:guide id="6" orient="horz" pos="280" userDrawn="1">
          <p15:clr>
            <a:srgbClr val="F26B43"/>
          </p15:clr>
        </p15:guide>
        <p15:guide id="7" pos="3728" userDrawn="1">
          <p15:clr>
            <a:srgbClr val="F26B43"/>
          </p15:clr>
        </p15:guide>
        <p15:guide id="8" pos="3952" userDrawn="1">
          <p15:clr>
            <a:srgbClr val="F26B43"/>
          </p15:clr>
        </p15:guide>
        <p15:guide id="9"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4.xml"/><Relationship Id="rId1" Type="http://schemas.openxmlformats.org/officeDocument/2006/relationships/tags" Target="../tags/tag69.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xml"/><Relationship Id="rId1" Type="http://schemas.openxmlformats.org/officeDocument/2006/relationships/tags" Target="../tags/tag70.xml"/><Relationship Id="rId4" Type="http://schemas.openxmlformats.org/officeDocument/2006/relationships/image" Target="../media/image1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0.xml"/><Relationship Id="rId1" Type="http://schemas.openxmlformats.org/officeDocument/2006/relationships/tags" Target="../tags/tag71.x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8" Type="http://schemas.openxmlformats.org/officeDocument/2006/relationships/tags" Target="../tags/tag79.xml"/><Relationship Id="rId13" Type="http://schemas.openxmlformats.org/officeDocument/2006/relationships/tags" Target="../tags/tag84.xml"/><Relationship Id="rId18" Type="http://schemas.openxmlformats.org/officeDocument/2006/relationships/tags" Target="../tags/tag89.xml"/><Relationship Id="rId26" Type="http://schemas.openxmlformats.org/officeDocument/2006/relationships/slide" Target="slide10.xml"/><Relationship Id="rId3" Type="http://schemas.openxmlformats.org/officeDocument/2006/relationships/tags" Target="../tags/tag74.xml"/><Relationship Id="rId21" Type="http://schemas.openxmlformats.org/officeDocument/2006/relationships/slideLayout" Target="../slideLayouts/slideLayout4.xml"/><Relationship Id="rId7" Type="http://schemas.openxmlformats.org/officeDocument/2006/relationships/tags" Target="../tags/tag78.xml"/><Relationship Id="rId12" Type="http://schemas.openxmlformats.org/officeDocument/2006/relationships/tags" Target="../tags/tag83.xml"/><Relationship Id="rId17" Type="http://schemas.openxmlformats.org/officeDocument/2006/relationships/tags" Target="../tags/tag88.xml"/><Relationship Id="rId25" Type="http://schemas.openxmlformats.org/officeDocument/2006/relationships/slide" Target="slide6.xml"/><Relationship Id="rId2" Type="http://schemas.openxmlformats.org/officeDocument/2006/relationships/tags" Target="../tags/tag73.xml"/><Relationship Id="rId16" Type="http://schemas.openxmlformats.org/officeDocument/2006/relationships/tags" Target="../tags/tag87.xml"/><Relationship Id="rId20" Type="http://schemas.openxmlformats.org/officeDocument/2006/relationships/tags" Target="../tags/tag91.xml"/><Relationship Id="rId29" Type="http://schemas.openxmlformats.org/officeDocument/2006/relationships/slide" Target="slide22.xml"/><Relationship Id="rId1" Type="http://schemas.openxmlformats.org/officeDocument/2006/relationships/tags" Target="../tags/tag72.xml"/><Relationship Id="rId6" Type="http://schemas.openxmlformats.org/officeDocument/2006/relationships/tags" Target="../tags/tag77.xml"/><Relationship Id="rId11" Type="http://schemas.openxmlformats.org/officeDocument/2006/relationships/tags" Target="../tags/tag82.xml"/><Relationship Id="rId24" Type="http://schemas.openxmlformats.org/officeDocument/2006/relationships/slide" Target="slide5.xml"/><Relationship Id="rId5" Type="http://schemas.openxmlformats.org/officeDocument/2006/relationships/tags" Target="../tags/tag76.xml"/><Relationship Id="rId15" Type="http://schemas.openxmlformats.org/officeDocument/2006/relationships/tags" Target="../tags/tag86.xml"/><Relationship Id="rId23" Type="http://schemas.openxmlformats.org/officeDocument/2006/relationships/image" Target="../media/image1.emf"/><Relationship Id="rId28" Type="http://schemas.openxmlformats.org/officeDocument/2006/relationships/slide" Target="slide16.xml"/><Relationship Id="rId10" Type="http://schemas.openxmlformats.org/officeDocument/2006/relationships/tags" Target="../tags/tag81.xml"/><Relationship Id="rId19" Type="http://schemas.openxmlformats.org/officeDocument/2006/relationships/tags" Target="../tags/tag90.xml"/><Relationship Id="rId4" Type="http://schemas.openxmlformats.org/officeDocument/2006/relationships/tags" Target="../tags/tag75.xml"/><Relationship Id="rId9" Type="http://schemas.openxmlformats.org/officeDocument/2006/relationships/tags" Target="../tags/tag80.xml"/><Relationship Id="rId14" Type="http://schemas.openxmlformats.org/officeDocument/2006/relationships/tags" Target="../tags/tag85.xml"/><Relationship Id="rId22" Type="http://schemas.openxmlformats.org/officeDocument/2006/relationships/oleObject" Target="../embeddings/oleObject25.bin"/><Relationship Id="rId27" Type="http://schemas.openxmlformats.org/officeDocument/2006/relationships/slide" Target="slide15.xml"/></Relationships>
</file>

<file path=ppt/slides/_rels/slide5.xml.rels><?xml version="1.0" encoding="UTF-8" standalone="yes"?>
<Relationships xmlns="http://schemas.openxmlformats.org/package/2006/relationships"><Relationship Id="rId8" Type="http://schemas.openxmlformats.org/officeDocument/2006/relationships/tags" Target="../tags/tag99.xml"/><Relationship Id="rId13" Type="http://schemas.openxmlformats.org/officeDocument/2006/relationships/slide" Target="slide6.xml"/><Relationship Id="rId3" Type="http://schemas.openxmlformats.org/officeDocument/2006/relationships/tags" Target="../tags/tag94.xml"/><Relationship Id="rId7" Type="http://schemas.openxmlformats.org/officeDocument/2006/relationships/tags" Target="../tags/tag98.xml"/><Relationship Id="rId12" Type="http://schemas.openxmlformats.org/officeDocument/2006/relationships/slide" Target="slide5.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tags" Target="../tags/tag97.xml"/><Relationship Id="rId11" Type="http://schemas.openxmlformats.org/officeDocument/2006/relationships/slideLayout" Target="../slideLayouts/slideLayout25.xml"/><Relationship Id="rId5" Type="http://schemas.openxmlformats.org/officeDocument/2006/relationships/tags" Target="../tags/tag96.xml"/><Relationship Id="rId10" Type="http://schemas.openxmlformats.org/officeDocument/2006/relationships/tags" Target="../tags/tag101.xml"/><Relationship Id="rId4" Type="http://schemas.openxmlformats.org/officeDocument/2006/relationships/tags" Target="../tags/tag95.xml"/><Relationship Id="rId9" Type="http://schemas.openxmlformats.org/officeDocument/2006/relationships/tags" Target="../tags/tag100.xml"/><Relationship Id="rId14" Type="http://schemas.openxmlformats.org/officeDocument/2006/relationships/slide" Target="slide10.xml"/></Relationships>
</file>

<file path=ppt/slides/_rels/slide6.xml.rels><?xml version="1.0" encoding="UTF-8" standalone="yes"?>
<Relationships xmlns="http://schemas.openxmlformats.org/package/2006/relationships"><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slide" Target="slide6.xml"/><Relationship Id="rId5" Type="http://schemas.openxmlformats.org/officeDocument/2006/relationships/slideLayout" Target="../slideLayouts/slideLayout26.xml"/><Relationship Id="rId4" Type="http://schemas.openxmlformats.org/officeDocument/2006/relationships/tags" Target="../tags/tag105.xml"/></Relationships>
</file>

<file path=ppt/slides/_rels/slide7.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tags" Target="../tags/tag108.xml"/><Relationship Id="rId7" Type="http://schemas.openxmlformats.org/officeDocument/2006/relationships/slide" Target="slide5.xml"/><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image" Target="../media/image1.emf"/><Relationship Id="rId5" Type="http://schemas.openxmlformats.org/officeDocument/2006/relationships/oleObject" Target="../embeddings/oleObject26.bin"/><Relationship Id="rId4"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tags" Target="../tags/tag111.xml"/><Relationship Id="rId7" Type="http://schemas.openxmlformats.org/officeDocument/2006/relationships/slide" Target="slide5.xml"/><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image" Target="../media/image1.emf"/><Relationship Id="rId5" Type="http://schemas.openxmlformats.org/officeDocument/2006/relationships/oleObject" Target="../embeddings/oleObject27.bin"/><Relationship Id="rId4"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slide" Target="slide15.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slide" Target="slide5.xml"/><Relationship Id="rId5" Type="http://schemas.openxmlformats.org/officeDocument/2006/relationships/image" Target="../media/image1.emf"/><Relationship Id="rId4" Type="http://schemas.openxmlformats.org/officeDocument/2006/relationships/oleObject" Target="../embeddings/oleObject28.bin"/></Relationships>
</file>

<file path=ppt/slides/_rels/slide10.xml.rels><?xml version="1.0" encoding="UTF-8" standalone="yes"?>
<Relationships xmlns="http://schemas.openxmlformats.org/package/2006/relationships"><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slide" Target="slide10.xml"/><Relationship Id="rId5" Type="http://schemas.openxmlformats.org/officeDocument/2006/relationships/slideLayout" Target="../slideLayouts/slideLayout26.xml"/><Relationship Id="rId4" Type="http://schemas.openxmlformats.org/officeDocument/2006/relationships/tags" Target="../tags/tag117.xml"/></Relationships>
</file>

<file path=ppt/slides/_rels/slide11.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tags" Target="../tags/tag120.xml"/><Relationship Id="rId7" Type="http://schemas.openxmlformats.org/officeDocument/2006/relationships/slide" Target="slide5.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image" Target="../media/image1.emf"/><Relationship Id="rId5" Type="http://schemas.openxmlformats.org/officeDocument/2006/relationships/oleObject" Target="../embeddings/oleObject29.bin"/><Relationship Id="rId4"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tags" Target="../tags/tag123.xml"/><Relationship Id="rId7" Type="http://schemas.openxmlformats.org/officeDocument/2006/relationships/slide" Target="slide5.xml"/><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image" Target="../media/image1.emf"/><Relationship Id="rId5" Type="http://schemas.openxmlformats.org/officeDocument/2006/relationships/oleObject" Target="../embeddings/oleObject30.bin"/><Relationship Id="rId4"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slide" Target="slide15.xml"/><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slide" Target="slide5.xml"/><Relationship Id="rId5" Type="http://schemas.openxmlformats.org/officeDocument/2006/relationships/image" Target="../media/image1.emf"/><Relationship Id="rId4" Type="http://schemas.openxmlformats.org/officeDocument/2006/relationships/oleObject" Target="../embeddings/oleObject31.bin"/></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slide" Target="slide15.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slide" Target="slide5.xml"/><Relationship Id="rId5" Type="http://schemas.openxmlformats.org/officeDocument/2006/relationships/image" Target="../media/image1.emf"/><Relationship Id="rId4" Type="http://schemas.openxmlformats.org/officeDocument/2006/relationships/oleObject" Target="../embeddings/oleObject32.bin"/></Relationships>
</file>

<file path=ppt/slides/_rels/slide15.xml.rels><?xml version="1.0" encoding="UTF-8" standalone="yes"?>
<Relationships xmlns="http://schemas.openxmlformats.org/package/2006/relationships"><Relationship Id="rId8" Type="http://schemas.openxmlformats.org/officeDocument/2006/relationships/tags" Target="../tags/tag135.xml"/><Relationship Id="rId13" Type="http://schemas.openxmlformats.org/officeDocument/2006/relationships/slide" Target="slide16.xml"/><Relationship Id="rId3" Type="http://schemas.openxmlformats.org/officeDocument/2006/relationships/tags" Target="../tags/tag130.xml"/><Relationship Id="rId7" Type="http://schemas.openxmlformats.org/officeDocument/2006/relationships/tags" Target="../tags/tag134.xml"/><Relationship Id="rId12" Type="http://schemas.openxmlformats.org/officeDocument/2006/relationships/slide" Target="slide15.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tags" Target="../tags/tag133.xml"/><Relationship Id="rId11" Type="http://schemas.openxmlformats.org/officeDocument/2006/relationships/slideLayout" Target="../slideLayouts/slideLayout25.xml"/><Relationship Id="rId5" Type="http://schemas.openxmlformats.org/officeDocument/2006/relationships/tags" Target="../tags/tag132.xml"/><Relationship Id="rId10" Type="http://schemas.openxmlformats.org/officeDocument/2006/relationships/tags" Target="../tags/tag137.xml"/><Relationship Id="rId4" Type="http://schemas.openxmlformats.org/officeDocument/2006/relationships/tags" Target="../tags/tag131.xml"/><Relationship Id="rId9" Type="http://schemas.openxmlformats.org/officeDocument/2006/relationships/tags" Target="../tags/tag136.xml"/><Relationship Id="rId14" Type="http://schemas.openxmlformats.org/officeDocument/2006/relationships/slide" Target="slide22.xml"/></Relationships>
</file>

<file path=ppt/slides/_rels/slide16.xml.rels><?xml version="1.0" encoding="UTF-8" standalone="yes"?>
<Relationships xmlns="http://schemas.openxmlformats.org/package/2006/relationships"><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slide" Target="slide16.xml"/><Relationship Id="rId5" Type="http://schemas.openxmlformats.org/officeDocument/2006/relationships/slideLayout" Target="../slideLayouts/slideLayout26.xml"/><Relationship Id="rId4" Type="http://schemas.openxmlformats.org/officeDocument/2006/relationships/tags" Target="../tags/tag141.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12.xml"/><Relationship Id="rId1" Type="http://schemas.openxmlformats.org/officeDocument/2006/relationships/tags" Target="../tags/tag142.xml"/><Relationship Id="rId4" Type="http://schemas.openxmlformats.org/officeDocument/2006/relationships/image" Target="../media/image12.emf"/></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slide" Target="slide15.xml"/><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slide" Target="slide5.xml"/><Relationship Id="rId5" Type="http://schemas.openxmlformats.org/officeDocument/2006/relationships/image" Target="../media/image1.emf"/><Relationship Id="rId4" Type="http://schemas.openxmlformats.org/officeDocument/2006/relationships/oleObject" Target="../embeddings/oleObject34.bin"/></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slide" Target="slide15.xml"/><Relationship Id="rId2" Type="http://schemas.openxmlformats.org/officeDocument/2006/relationships/tags" Target="../tags/tag146.xml"/><Relationship Id="rId1" Type="http://schemas.openxmlformats.org/officeDocument/2006/relationships/tags" Target="../tags/tag145.xml"/><Relationship Id="rId6" Type="http://schemas.openxmlformats.org/officeDocument/2006/relationships/slide" Target="slide5.xml"/><Relationship Id="rId5" Type="http://schemas.openxmlformats.org/officeDocument/2006/relationships/image" Target="../media/image1.emf"/><Relationship Id="rId4" Type="http://schemas.openxmlformats.org/officeDocument/2006/relationships/oleObject" Target="../embeddings/oleObject35.bin"/></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slide" Target="slide15.xml"/><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slide" Target="slide5.xml"/><Relationship Id="rId5" Type="http://schemas.openxmlformats.org/officeDocument/2006/relationships/image" Target="../media/image1.emf"/><Relationship Id="rId4" Type="http://schemas.openxmlformats.org/officeDocument/2006/relationships/oleObject" Target="../embeddings/oleObject36.bin"/></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6.xml"/><Relationship Id="rId7" Type="http://schemas.openxmlformats.org/officeDocument/2006/relationships/slide" Target="slide15.xml"/><Relationship Id="rId2" Type="http://schemas.openxmlformats.org/officeDocument/2006/relationships/tags" Target="../tags/tag150.xml"/><Relationship Id="rId1" Type="http://schemas.openxmlformats.org/officeDocument/2006/relationships/tags" Target="../tags/tag149.xml"/><Relationship Id="rId6" Type="http://schemas.openxmlformats.org/officeDocument/2006/relationships/slide" Target="slide5.xml"/><Relationship Id="rId5" Type="http://schemas.openxmlformats.org/officeDocument/2006/relationships/image" Target="../media/image1.emf"/><Relationship Id="rId4" Type="http://schemas.openxmlformats.org/officeDocument/2006/relationships/oleObject" Target="../embeddings/oleObject37.bin"/></Relationships>
</file>

<file path=ppt/slides/_rels/slide22.xml.rels><?xml version="1.0" encoding="UTF-8" standalone="yes"?>
<Relationships xmlns="http://schemas.openxmlformats.org/package/2006/relationships"><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slide" Target="slide22.xml"/><Relationship Id="rId5" Type="http://schemas.openxmlformats.org/officeDocument/2006/relationships/slideLayout" Target="../slideLayouts/slideLayout26.xml"/><Relationship Id="rId4" Type="http://schemas.openxmlformats.org/officeDocument/2006/relationships/tags" Target="../tags/tag154.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7.xml"/><Relationship Id="rId7" Type="http://schemas.openxmlformats.org/officeDocument/2006/relationships/slide" Target="slide15.xml"/><Relationship Id="rId2" Type="http://schemas.openxmlformats.org/officeDocument/2006/relationships/tags" Target="../tags/tag156.xml"/><Relationship Id="rId1" Type="http://schemas.openxmlformats.org/officeDocument/2006/relationships/tags" Target="../tags/tag155.xml"/><Relationship Id="rId6" Type="http://schemas.openxmlformats.org/officeDocument/2006/relationships/slide" Target="slide5.xml"/><Relationship Id="rId5" Type="http://schemas.openxmlformats.org/officeDocument/2006/relationships/image" Target="../media/image1.emf"/><Relationship Id="rId4" Type="http://schemas.openxmlformats.org/officeDocument/2006/relationships/oleObject" Target="../embeddings/oleObject38.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18.xml"/><Relationship Id="rId1" Type="http://schemas.openxmlformats.org/officeDocument/2006/relationships/tags" Target="../tags/tag157.xml"/><Relationship Id="rId4" Type="http://schemas.openxmlformats.org/officeDocument/2006/relationships/image" Target="../media/image1.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19.xml"/><Relationship Id="rId1" Type="http://schemas.openxmlformats.org/officeDocument/2006/relationships/tags" Target="../tags/tag158.xml"/><Relationship Id="rId6" Type="http://schemas.openxmlformats.org/officeDocument/2006/relationships/slide" Target="slide7.xml"/><Relationship Id="rId5" Type="http://schemas.openxmlformats.org/officeDocument/2006/relationships/slide" Target="slide28.xml"/><Relationship Id="rId4" Type="http://schemas.openxmlformats.org/officeDocument/2006/relationships/image" Target="../media/image1.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7E1061D-E3C3-2D26-2B64-8430C5AAAAE2}"/>
              </a:ext>
            </a:extLst>
          </p:cNvPr>
          <p:cNvGraphicFramePr>
            <a:graphicFrameLocks noChangeAspect="1"/>
          </p:cNvGraphicFramePr>
          <p:nvPr>
            <p:custDataLst>
              <p:tags r:id="rId1"/>
            </p:custDataLst>
            <p:extLst>
              <p:ext uri="{D42A27DB-BD31-4B8C-83A1-F6EECF244321}">
                <p14:modId xmlns:p14="http://schemas.microsoft.com/office/powerpoint/2010/main" val="3839389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6" name="think-cell data - do not delete" hidden="1">
                        <a:extLst>
                          <a:ext uri="{FF2B5EF4-FFF2-40B4-BE49-F238E27FC236}">
                            <a16:creationId xmlns:a16="http://schemas.microsoft.com/office/drawing/2014/main" id="{67E1061D-E3C3-2D26-2B64-8430C5AAAAE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0534D4F6-164B-0C54-B42D-FB34869A29FA}"/>
              </a:ext>
            </a:extLst>
          </p:cNvPr>
          <p:cNvSpPr>
            <a:spLocks noGrp="1"/>
          </p:cNvSpPr>
          <p:nvPr>
            <p:ph type="title"/>
          </p:nvPr>
        </p:nvSpPr>
        <p:spPr/>
        <p:txBody>
          <a:bodyPr vert="horz"/>
          <a:lstStyle/>
          <a:p>
            <a:r>
              <a:rPr lang="fi-FI"/>
              <a:t>Color palette &amp; useful tools/buttons </a:t>
            </a:r>
          </a:p>
        </p:txBody>
      </p:sp>
      <p:sp>
        <p:nvSpPr>
          <p:cNvPr id="25" name="Rectangle 24">
            <a:extLst>
              <a:ext uri="{FF2B5EF4-FFF2-40B4-BE49-F238E27FC236}">
                <a16:creationId xmlns:a16="http://schemas.microsoft.com/office/drawing/2014/main" id="{DA38DED3-54B7-D32A-2DC6-8EB3DE28FBCA}"/>
              </a:ext>
            </a:extLst>
          </p:cNvPr>
          <p:cNvSpPr>
            <a:spLocks/>
          </p:cNvSpPr>
          <p:nvPr/>
        </p:nvSpPr>
        <p:spPr>
          <a:xfrm>
            <a:off x="982800" y="1971358"/>
            <a:ext cx="992211" cy="539750"/>
          </a:xfrm>
          <a:prstGeom prst="rect">
            <a:avLst/>
          </a:prstGeom>
          <a:solidFill>
            <a:schemeClr val="accent3">
              <a:lumMod val="10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lumMod val="100000"/>
                    <a:alpha val="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900" b="1">
                <a:solidFill>
                  <a:schemeClr val="bg1"/>
                </a:solidFill>
              </a:rPr>
              <a:t>Dark Blue</a:t>
            </a:r>
          </a:p>
          <a:p>
            <a:pPr algn="ctr"/>
            <a:r>
              <a:rPr lang="en-GB" sz="900">
                <a:solidFill>
                  <a:schemeClr val="bg1"/>
                </a:solidFill>
              </a:rPr>
              <a:t>12</a:t>
            </a:r>
          </a:p>
          <a:p>
            <a:pPr algn="ctr"/>
            <a:r>
              <a:rPr lang="en-GB" sz="900">
                <a:solidFill>
                  <a:schemeClr val="bg1"/>
                </a:solidFill>
              </a:rPr>
              <a:t>35</a:t>
            </a:r>
          </a:p>
          <a:p>
            <a:pPr algn="ctr"/>
            <a:r>
              <a:rPr lang="en-GB" sz="900">
                <a:solidFill>
                  <a:schemeClr val="bg1"/>
                </a:solidFill>
              </a:rPr>
              <a:t>60</a:t>
            </a:r>
          </a:p>
        </p:txBody>
      </p:sp>
      <p:sp>
        <p:nvSpPr>
          <p:cNvPr id="26" name="Rectangle 25">
            <a:extLst>
              <a:ext uri="{FF2B5EF4-FFF2-40B4-BE49-F238E27FC236}">
                <a16:creationId xmlns:a16="http://schemas.microsoft.com/office/drawing/2014/main" id="{89311EAE-9BB8-0A1B-A139-4A60B81CE7D8}"/>
              </a:ext>
            </a:extLst>
          </p:cNvPr>
          <p:cNvSpPr>
            <a:spLocks/>
          </p:cNvSpPr>
          <p:nvPr/>
        </p:nvSpPr>
        <p:spPr>
          <a:xfrm>
            <a:off x="982800" y="2644896"/>
            <a:ext cx="992211" cy="539750"/>
          </a:xfrm>
          <a:prstGeom prst="rect">
            <a:avLst/>
          </a:prstGeom>
          <a:solidFill>
            <a:srgbClr val="ACEA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900" b="1">
                <a:solidFill>
                  <a:schemeClr val="accent3">
                    <a:lumMod val="100000"/>
                  </a:schemeClr>
                </a:solidFill>
              </a:rPr>
              <a:t>Light Blue</a:t>
            </a:r>
          </a:p>
          <a:p>
            <a:pPr algn="ctr"/>
            <a:r>
              <a:rPr lang="en-GB" sz="900">
                <a:solidFill>
                  <a:schemeClr val="accent3">
                    <a:lumMod val="100000"/>
                  </a:schemeClr>
                </a:solidFill>
              </a:rPr>
              <a:t>172</a:t>
            </a:r>
          </a:p>
          <a:p>
            <a:pPr algn="ctr"/>
            <a:r>
              <a:rPr lang="en-GB" sz="900">
                <a:solidFill>
                  <a:schemeClr val="accent3">
                    <a:lumMod val="100000"/>
                  </a:schemeClr>
                </a:solidFill>
              </a:rPr>
              <a:t>234</a:t>
            </a:r>
          </a:p>
          <a:p>
            <a:pPr algn="ctr"/>
            <a:r>
              <a:rPr lang="en-GB" sz="900">
                <a:solidFill>
                  <a:schemeClr val="accent3">
                    <a:lumMod val="100000"/>
                  </a:schemeClr>
                </a:solidFill>
              </a:rPr>
              <a:t>255</a:t>
            </a:r>
          </a:p>
        </p:txBody>
      </p:sp>
      <p:sp>
        <p:nvSpPr>
          <p:cNvPr id="27" name="Rectangle 26">
            <a:extLst>
              <a:ext uri="{FF2B5EF4-FFF2-40B4-BE49-F238E27FC236}">
                <a16:creationId xmlns:a16="http://schemas.microsoft.com/office/drawing/2014/main" id="{A865231C-3A43-C07C-841F-7CFC9E8EA43A}"/>
              </a:ext>
            </a:extLst>
          </p:cNvPr>
          <p:cNvSpPr>
            <a:spLocks/>
          </p:cNvSpPr>
          <p:nvPr/>
        </p:nvSpPr>
        <p:spPr>
          <a:xfrm>
            <a:off x="982800" y="3318435"/>
            <a:ext cx="992211" cy="539750"/>
          </a:xfrm>
          <a:prstGeom prst="rect">
            <a:avLst/>
          </a:prstGeom>
          <a:solidFill>
            <a:srgbClr val="00B8F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900" b="1">
                <a:solidFill>
                  <a:schemeClr val="bg1"/>
                </a:solidFill>
              </a:rPr>
              <a:t>Pacific Blue</a:t>
            </a:r>
          </a:p>
          <a:p>
            <a:pPr algn="ctr"/>
            <a:r>
              <a:rPr lang="en-GB" sz="900">
                <a:solidFill>
                  <a:schemeClr val="bg1"/>
                </a:solidFill>
              </a:rPr>
              <a:t>0</a:t>
            </a:r>
          </a:p>
          <a:p>
            <a:pPr algn="ctr"/>
            <a:r>
              <a:rPr lang="en-GB" sz="900">
                <a:solidFill>
                  <a:schemeClr val="bg1"/>
                </a:solidFill>
              </a:rPr>
              <a:t>184</a:t>
            </a:r>
          </a:p>
          <a:p>
            <a:pPr algn="ctr"/>
            <a:r>
              <a:rPr lang="en-GB" sz="900">
                <a:solidFill>
                  <a:schemeClr val="bg1"/>
                </a:solidFill>
              </a:rPr>
              <a:t>245</a:t>
            </a:r>
          </a:p>
        </p:txBody>
      </p:sp>
      <p:sp>
        <p:nvSpPr>
          <p:cNvPr id="28" name="Rectangle 27">
            <a:extLst>
              <a:ext uri="{FF2B5EF4-FFF2-40B4-BE49-F238E27FC236}">
                <a16:creationId xmlns:a16="http://schemas.microsoft.com/office/drawing/2014/main" id="{A6ABFEFD-5D8E-BB2B-9829-42B7DABECB73}"/>
              </a:ext>
            </a:extLst>
          </p:cNvPr>
          <p:cNvSpPr>
            <a:spLocks/>
          </p:cNvSpPr>
          <p:nvPr/>
        </p:nvSpPr>
        <p:spPr>
          <a:xfrm>
            <a:off x="982800" y="1340867"/>
            <a:ext cx="992211" cy="53975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1600" b="1">
                <a:solidFill>
                  <a:schemeClr val="accent3">
                    <a:lumMod val="100000"/>
                  </a:schemeClr>
                </a:solidFill>
                <a:latin typeface="+mj-lt"/>
              </a:rPr>
              <a:t>Primary colours</a:t>
            </a:r>
            <a:endParaRPr lang="en-GB" sz="1600">
              <a:solidFill>
                <a:schemeClr val="accent3">
                  <a:lumMod val="100000"/>
                </a:schemeClr>
              </a:solidFill>
              <a:latin typeface="+mj-lt"/>
            </a:endParaRPr>
          </a:p>
        </p:txBody>
      </p:sp>
      <p:sp>
        <p:nvSpPr>
          <p:cNvPr id="11" name="Rectangle 10">
            <a:extLst>
              <a:ext uri="{FF2B5EF4-FFF2-40B4-BE49-F238E27FC236}">
                <a16:creationId xmlns:a16="http://schemas.microsoft.com/office/drawing/2014/main" id="{FF7E1325-E3F7-F36A-73D3-F069BA90757D}"/>
              </a:ext>
            </a:extLst>
          </p:cNvPr>
          <p:cNvSpPr>
            <a:spLocks/>
          </p:cNvSpPr>
          <p:nvPr/>
        </p:nvSpPr>
        <p:spPr>
          <a:xfrm>
            <a:off x="2313138" y="1971358"/>
            <a:ext cx="992211" cy="539750"/>
          </a:xfrm>
          <a:prstGeom prst="rect">
            <a:avLst/>
          </a:prstGeom>
          <a:solidFill>
            <a:schemeClr val="accent3">
              <a:lumMod val="10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lumMod val="100000"/>
                    <a:alpha val="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900" b="1">
                <a:solidFill>
                  <a:schemeClr val="bg1"/>
                </a:solidFill>
              </a:rPr>
              <a:t>Dark Blue</a:t>
            </a:r>
          </a:p>
          <a:p>
            <a:pPr algn="ctr"/>
            <a:r>
              <a:rPr lang="en-GB" sz="900">
                <a:solidFill>
                  <a:schemeClr val="bg1"/>
                </a:solidFill>
              </a:rPr>
              <a:t>12</a:t>
            </a:r>
          </a:p>
          <a:p>
            <a:pPr algn="ctr"/>
            <a:r>
              <a:rPr lang="en-GB" sz="900">
                <a:solidFill>
                  <a:schemeClr val="bg1"/>
                </a:solidFill>
              </a:rPr>
              <a:t>35</a:t>
            </a:r>
          </a:p>
          <a:p>
            <a:pPr algn="ctr"/>
            <a:r>
              <a:rPr lang="en-GB" sz="900">
                <a:solidFill>
                  <a:schemeClr val="bg1"/>
                </a:solidFill>
              </a:rPr>
              <a:t>60</a:t>
            </a:r>
          </a:p>
        </p:txBody>
      </p:sp>
      <p:sp>
        <p:nvSpPr>
          <p:cNvPr id="13" name="Rectangle 12">
            <a:extLst>
              <a:ext uri="{FF2B5EF4-FFF2-40B4-BE49-F238E27FC236}">
                <a16:creationId xmlns:a16="http://schemas.microsoft.com/office/drawing/2014/main" id="{18B2C690-4510-FE2C-7DF6-552B8740D416}"/>
              </a:ext>
            </a:extLst>
          </p:cNvPr>
          <p:cNvSpPr>
            <a:spLocks/>
          </p:cNvSpPr>
          <p:nvPr/>
        </p:nvSpPr>
        <p:spPr>
          <a:xfrm>
            <a:off x="2313138" y="2644896"/>
            <a:ext cx="992211" cy="539750"/>
          </a:xfrm>
          <a:prstGeom prst="rect">
            <a:avLst/>
          </a:prstGeom>
          <a:solidFill>
            <a:srgbClr val="ACEA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900" b="1">
                <a:solidFill>
                  <a:schemeClr val="accent3">
                    <a:lumMod val="100000"/>
                  </a:schemeClr>
                </a:solidFill>
              </a:rPr>
              <a:t>Light Blue</a:t>
            </a:r>
          </a:p>
          <a:p>
            <a:pPr algn="ctr"/>
            <a:r>
              <a:rPr lang="en-GB" sz="900">
                <a:solidFill>
                  <a:schemeClr val="accent3">
                    <a:lumMod val="100000"/>
                  </a:schemeClr>
                </a:solidFill>
              </a:rPr>
              <a:t>172</a:t>
            </a:r>
          </a:p>
          <a:p>
            <a:pPr algn="ctr"/>
            <a:r>
              <a:rPr lang="en-GB" sz="900">
                <a:solidFill>
                  <a:schemeClr val="accent3">
                    <a:lumMod val="100000"/>
                  </a:schemeClr>
                </a:solidFill>
              </a:rPr>
              <a:t>234</a:t>
            </a:r>
          </a:p>
          <a:p>
            <a:pPr algn="ctr"/>
            <a:r>
              <a:rPr lang="en-GB" sz="900">
                <a:solidFill>
                  <a:schemeClr val="accent3">
                    <a:lumMod val="100000"/>
                  </a:schemeClr>
                </a:solidFill>
              </a:rPr>
              <a:t>255</a:t>
            </a:r>
          </a:p>
        </p:txBody>
      </p:sp>
      <p:sp>
        <p:nvSpPr>
          <p:cNvPr id="14" name="Rectangle 13">
            <a:extLst>
              <a:ext uri="{FF2B5EF4-FFF2-40B4-BE49-F238E27FC236}">
                <a16:creationId xmlns:a16="http://schemas.microsoft.com/office/drawing/2014/main" id="{997E557B-B239-8301-0220-205C2B8E1705}"/>
              </a:ext>
            </a:extLst>
          </p:cNvPr>
          <p:cNvSpPr>
            <a:spLocks/>
          </p:cNvSpPr>
          <p:nvPr/>
        </p:nvSpPr>
        <p:spPr>
          <a:xfrm>
            <a:off x="2313138" y="3318435"/>
            <a:ext cx="992211" cy="539750"/>
          </a:xfrm>
          <a:prstGeom prst="rect">
            <a:avLst/>
          </a:prstGeom>
          <a:solidFill>
            <a:srgbClr val="00B8F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900" b="1">
                <a:solidFill>
                  <a:schemeClr val="bg1"/>
                </a:solidFill>
              </a:rPr>
              <a:t>Pacific Blue</a:t>
            </a:r>
          </a:p>
          <a:p>
            <a:pPr algn="ctr"/>
            <a:r>
              <a:rPr lang="en-GB" sz="900">
                <a:solidFill>
                  <a:schemeClr val="bg1"/>
                </a:solidFill>
              </a:rPr>
              <a:t>0</a:t>
            </a:r>
          </a:p>
          <a:p>
            <a:pPr algn="ctr"/>
            <a:r>
              <a:rPr lang="en-GB" sz="900">
                <a:solidFill>
                  <a:schemeClr val="bg1"/>
                </a:solidFill>
              </a:rPr>
              <a:t>184</a:t>
            </a:r>
          </a:p>
          <a:p>
            <a:pPr algn="ctr"/>
            <a:r>
              <a:rPr lang="en-GB" sz="900">
                <a:solidFill>
                  <a:schemeClr val="bg1"/>
                </a:solidFill>
              </a:rPr>
              <a:t>245</a:t>
            </a:r>
          </a:p>
        </p:txBody>
      </p:sp>
      <p:sp>
        <p:nvSpPr>
          <p:cNvPr id="15" name="Rectangle 14">
            <a:extLst>
              <a:ext uri="{FF2B5EF4-FFF2-40B4-BE49-F238E27FC236}">
                <a16:creationId xmlns:a16="http://schemas.microsoft.com/office/drawing/2014/main" id="{F55F9349-52C1-4FEE-B591-AF03D403C1F0}"/>
              </a:ext>
            </a:extLst>
          </p:cNvPr>
          <p:cNvSpPr>
            <a:spLocks/>
          </p:cNvSpPr>
          <p:nvPr/>
        </p:nvSpPr>
        <p:spPr>
          <a:xfrm>
            <a:off x="2313138" y="3991973"/>
            <a:ext cx="992211" cy="539750"/>
          </a:xfrm>
          <a:prstGeom prst="rect">
            <a:avLst/>
          </a:prstGeom>
          <a:solidFill>
            <a:schemeClr val="tx2">
              <a:lumMod val="10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lumMod val="100000"/>
                    <a:alpha val="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900" b="1">
                <a:solidFill>
                  <a:schemeClr val="bg1"/>
                </a:solidFill>
              </a:rPr>
              <a:t>KPMG Blue</a:t>
            </a:r>
          </a:p>
          <a:p>
            <a:pPr algn="ctr"/>
            <a:r>
              <a:rPr lang="en-GB" sz="900">
                <a:solidFill>
                  <a:schemeClr val="bg1"/>
                </a:solidFill>
              </a:rPr>
              <a:t>0</a:t>
            </a:r>
          </a:p>
          <a:p>
            <a:pPr algn="ctr"/>
            <a:r>
              <a:rPr lang="en-GB" sz="900">
                <a:solidFill>
                  <a:schemeClr val="bg1"/>
                </a:solidFill>
              </a:rPr>
              <a:t>51</a:t>
            </a:r>
          </a:p>
          <a:p>
            <a:pPr algn="ctr"/>
            <a:r>
              <a:rPr lang="en-GB" sz="900">
                <a:solidFill>
                  <a:schemeClr val="bg1"/>
                </a:solidFill>
              </a:rPr>
              <a:t>141</a:t>
            </a:r>
          </a:p>
        </p:txBody>
      </p:sp>
      <p:sp>
        <p:nvSpPr>
          <p:cNvPr id="16" name="Rectangle 15">
            <a:extLst>
              <a:ext uri="{FF2B5EF4-FFF2-40B4-BE49-F238E27FC236}">
                <a16:creationId xmlns:a16="http://schemas.microsoft.com/office/drawing/2014/main" id="{DBB19DFC-D4A0-4725-2613-525B8D952F41}"/>
              </a:ext>
            </a:extLst>
          </p:cNvPr>
          <p:cNvSpPr>
            <a:spLocks/>
          </p:cNvSpPr>
          <p:nvPr/>
        </p:nvSpPr>
        <p:spPr>
          <a:xfrm>
            <a:off x="2313274" y="4665511"/>
            <a:ext cx="992211" cy="539750"/>
          </a:xfrm>
          <a:prstGeom prst="rect">
            <a:avLst/>
          </a:prstGeom>
          <a:solidFill>
            <a:schemeClr val="accent1">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900" b="1">
                <a:solidFill>
                  <a:srgbClr val="0C233C"/>
                </a:solidFill>
              </a:rPr>
              <a:t>Blue Accent 1</a:t>
            </a:r>
          </a:p>
          <a:p>
            <a:pPr algn="ctr"/>
            <a:r>
              <a:rPr lang="en-GB" sz="900">
                <a:solidFill>
                  <a:srgbClr val="0C233C"/>
                </a:solidFill>
              </a:rPr>
              <a:t>210</a:t>
            </a:r>
          </a:p>
          <a:p>
            <a:pPr algn="ctr"/>
            <a:r>
              <a:rPr lang="en-GB" sz="900">
                <a:solidFill>
                  <a:srgbClr val="0C233C"/>
                </a:solidFill>
              </a:rPr>
              <a:t>219</a:t>
            </a:r>
          </a:p>
          <a:p>
            <a:pPr algn="ctr"/>
            <a:r>
              <a:rPr lang="en-GB" sz="900">
                <a:solidFill>
                  <a:srgbClr val="0C233C"/>
                </a:solidFill>
              </a:rPr>
              <a:t>249</a:t>
            </a:r>
          </a:p>
        </p:txBody>
      </p:sp>
      <p:sp>
        <p:nvSpPr>
          <p:cNvPr id="17" name="Rectangle 16">
            <a:extLst>
              <a:ext uri="{FF2B5EF4-FFF2-40B4-BE49-F238E27FC236}">
                <a16:creationId xmlns:a16="http://schemas.microsoft.com/office/drawing/2014/main" id="{3BB7579F-4394-8084-1C14-2F8BD1C52A85}"/>
              </a:ext>
            </a:extLst>
          </p:cNvPr>
          <p:cNvSpPr>
            <a:spLocks/>
          </p:cNvSpPr>
          <p:nvPr/>
        </p:nvSpPr>
        <p:spPr>
          <a:xfrm>
            <a:off x="2313274" y="5339050"/>
            <a:ext cx="992211" cy="539750"/>
          </a:xfrm>
          <a:prstGeom prst="rect">
            <a:avLst/>
          </a:prstGeom>
          <a:solidFill>
            <a:srgbClr val="76D2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900" b="1">
                <a:solidFill>
                  <a:schemeClr val="bg1"/>
                </a:solidFill>
              </a:rPr>
              <a:t>Blue</a:t>
            </a:r>
          </a:p>
          <a:p>
            <a:pPr algn="ctr"/>
            <a:r>
              <a:rPr lang="en-GB" sz="900">
                <a:solidFill>
                  <a:schemeClr val="bg1"/>
                </a:solidFill>
              </a:rPr>
              <a:t>118</a:t>
            </a:r>
          </a:p>
          <a:p>
            <a:pPr algn="ctr"/>
            <a:r>
              <a:rPr lang="en-GB" sz="900">
                <a:solidFill>
                  <a:schemeClr val="bg1"/>
                </a:solidFill>
              </a:rPr>
              <a:t>210</a:t>
            </a:r>
          </a:p>
          <a:p>
            <a:pPr algn="ctr"/>
            <a:r>
              <a:rPr lang="en-GB" sz="900">
                <a:solidFill>
                  <a:schemeClr val="bg1"/>
                </a:solidFill>
              </a:rPr>
              <a:t>255</a:t>
            </a:r>
          </a:p>
        </p:txBody>
      </p:sp>
      <p:sp>
        <p:nvSpPr>
          <p:cNvPr id="29" name="Rectangle 28">
            <a:extLst>
              <a:ext uri="{FF2B5EF4-FFF2-40B4-BE49-F238E27FC236}">
                <a16:creationId xmlns:a16="http://schemas.microsoft.com/office/drawing/2014/main" id="{4EE0296D-1185-7DD7-81C9-91A1D795BAE8}"/>
              </a:ext>
            </a:extLst>
          </p:cNvPr>
          <p:cNvSpPr>
            <a:spLocks/>
          </p:cNvSpPr>
          <p:nvPr/>
        </p:nvSpPr>
        <p:spPr>
          <a:xfrm>
            <a:off x="2263724" y="1340867"/>
            <a:ext cx="1091039" cy="53975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1600" b="1">
                <a:solidFill>
                  <a:schemeClr val="accent3">
                    <a:lumMod val="100000"/>
                  </a:schemeClr>
                </a:solidFill>
                <a:latin typeface="+mj-lt"/>
              </a:rPr>
              <a:t>Primary colours for charts</a:t>
            </a:r>
            <a:endParaRPr lang="en-GB" sz="1600">
              <a:solidFill>
                <a:schemeClr val="accent3">
                  <a:lumMod val="100000"/>
                </a:schemeClr>
              </a:solidFill>
              <a:latin typeface="+mj-lt"/>
            </a:endParaRPr>
          </a:p>
        </p:txBody>
      </p:sp>
      <p:sp>
        <p:nvSpPr>
          <p:cNvPr id="18" name="Rectangle 17">
            <a:extLst>
              <a:ext uri="{FF2B5EF4-FFF2-40B4-BE49-F238E27FC236}">
                <a16:creationId xmlns:a16="http://schemas.microsoft.com/office/drawing/2014/main" id="{F3D55BD4-9E23-513E-3D7D-90BF81674C59}"/>
              </a:ext>
            </a:extLst>
          </p:cNvPr>
          <p:cNvSpPr>
            <a:spLocks/>
          </p:cNvSpPr>
          <p:nvPr/>
        </p:nvSpPr>
        <p:spPr>
          <a:xfrm>
            <a:off x="3643478" y="1971358"/>
            <a:ext cx="992211" cy="539750"/>
          </a:xfrm>
          <a:prstGeom prst="rect">
            <a:avLst/>
          </a:prstGeom>
          <a:solidFill>
            <a:srgbClr val="34556D"/>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900" b="1">
                <a:solidFill>
                  <a:schemeClr val="bg1"/>
                </a:solidFill>
              </a:rPr>
              <a:t>Blue Gray</a:t>
            </a:r>
          </a:p>
          <a:p>
            <a:pPr algn="ctr"/>
            <a:r>
              <a:rPr lang="en-GB" sz="900">
                <a:solidFill>
                  <a:schemeClr val="bg1"/>
                </a:solidFill>
              </a:rPr>
              <a:t>52</a:t>
            </a:r>
          </a:p>
          <a:p>
            <a:pPr algn="ctr"/>
            <a:r>
              <a:rPr lang="en-GB" sz="900">
                <a:solidFill>
                  <a:schemeClr val="bg1"/>
                </a:solidFill>
              </a:rPr>
              <a:t>85</a:t>
            </a:r>
          </a:p>
          <a:p>
            <a:pPr algn="ctr"/>
            <a:r>
              <a:rPr lang="en-GB" sz="900">
                <a:solidFill>
                  <a:schemeClr val="bg1"/>
                </a:solidFill>
              </a:rPr>
              <a:t>109</a:t>
            </a:r>
          </a:p>
        </p:txBody>
      </p:sp>
      <p:sp>
        <p:nvSpPr>
          <p:cNvPr id="21" name="Rectangle 20">
            <a:extLst>
              <a:ext uri="{FF2B5EF4-FFF2-40B4-BE49-F238E27FC236}">
                <a16:creationId xmlns:a16="http://schemas.microsoft.com/office/drawing/2014/main" id="{6AFF91A9-1D5E-71F3-A912-F6861F27A698}"/>
              </a:ext>
            </a:extLst>
          </p:cNvPr>
          <p:cNvSpPr>
            <a:spLocks/>
          </p:cNvSpPr>
          <p:nvPr/>
        </p:nvSpPr>
        <p:spPr>
          <a:xfrm>
            <a:off x="3643478" y="2644896"/>
            <a:ext cx="992211" cy="539750"/>
          </a:xfrm>
          <a:prstGeom prst="rect">
            <a:avLst/>
          </a:prstGeom>
          <a:solidFill>
            <a:srgbClr val="77A8B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900" b="1">
                <a:solidFill>
                  <a:schemeClr val="bg1"/>
                </a:solidFill>
              </a:rPr>
              <a:t>Aqua</a:t>
            </a:r>
          </a:p>
          <a:p>
            <a:pPr algn="ctr"/>
            <a:r>
              <a:rPr lang="en-GB" sz="900">
                <a:solidFill>
                  <a:schemeClr val="bg1"/>
                </a:solidFill>
              </a:rPr>
              <a:t>119</a:t>
            </a:r>
          </a:p>
          <a:p>
            <a:pPr algn="ctr"/>
            <a:r>
              <a:rPr lang="en-GB" sz="900">
                <a:solidFill>
                  <a:schemeClr val="bg1"/>
                </a:solidFill>
              </a:rPr>
              <a:t>168</a:t>
            </a:r>
          </a:p>
          <a:p>
            <a:pPr algn="ctr"/>
            <a:r>
              <a:rPr lang="en-GB" sz="900">
                <a:solidFill>
                  <a:schemeClr val="bg1"/>
                </a:solidFill>
              </a:rPr>
              <a:t>190</a:t>
            </a:r>
          </a:p>
        </p:txBody>
      </p:sp>
      <p:sp>
        <p:nvSpPr>
          <p:cNvPr id="22" name="Rectangle 21">
            <a:extLst>
              <a:ext uri="{FF2B5EF4-FFF2-40B4-BE49-F238E27FC236}">
                <a16:creationId xmlns:a16="http://schemas.microsoft.com/office/drawing/2014/main" id="{E1667901-BE2F-1E1E-6768-6EF45EB55DA0}"/>
              </a:ext>
            </a:extLst>
          </p:cNvPr>
          <p:cNvSpPr>
            <a:spLocks/>
          </p:cNvSpPr>
          <p:nvPr/>
        </p:nvSpPr>
        <p:spPr>
          <a:xfrm>
            <a:off x="3643478" y="3318435"/>
            <a:ext cx="992211" cy="539750"/>
          </a:xfrm>
          <a:prstGeom prst="rect">
            <a:avLst/>
          </a:prstGeom>
          <a:solidFill>
            <a:srgbClr val="96CEE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900" b="1">
                <a:solidFill>
                  <a:schemeClr val="accent3">
                    <a:lumMod val="100000"/>
                  </a:schemeClr>
                </a:solidFill>
              </a:rPr>
              <a:t>Light Turquoise</a:t>
            </a:r>
          </a:p>
          <a:p>
            <a:pPr algn="ctr"/>
            <a:r>
              <a:rPr lang="en-GB" sz="900">
                <a:solidFill>
                  <a:schemeClr val="accent3">
                    <a:lumMod val="100000"/>
                  </a:schemeClr>
                </a:solidFill>
              </a:rPr>
              <a:t>150</a:t>
            </a:r>
          </a:p>
          <a:p>
            <a:pPr algn="ctr"/>
            <a:r>
              <a:rPr lang="en-GB" sz="900">
                <a:solidFill>
                  <a:schemeClr val="accent3">
                    <a:lumMod val="100000"/>
                  </a:schemeClr>
                </a:solidFill>
              </a:rPr>
              <a:t>206</a:t>
            </a:r>
          </a:p>
          <a:p>
            <a:pPr algn="ctr"/>
            <a:r>
              <a:rPr lang="en-GB" sz="900">
                <a:solidFill>
                  <a:schemeClr val="accent3">
                    <a:lumMod val="100000"/>
                  </a:schemeClr>
                </a:solidFill>
              </a:rPr>
              <a:t>228</a:t>
            </a:r>
          </a:p>
        </p:txBody>
      </p:sp>
      <p:sp>
        <p:nvSpPr>
          <p:cNvPr id="24" name="Rectangle 23">
            <a:extLst>
              <a:ext uri="{FF2B5EF4-FFF2-40B4-BE49-F238E27FC236}">
                <a16:creationId xmlns:a16="http://schemas.microsoft.com/office/drawing/2014/main" id="{61BF4DDB-94FC-7BCD-EC63-B530A9AB7658}"/>
              </a:ext>
            </a:extLst>
          </p:cNvPr>
          <p:cNvSpPr>
            <a:spLocks/>
          </p:cNvSpPr>
          <p:nvPr/>
        </p:nvSpPr>
        <p:spPr>
          <a:xfrm>
            <a:off x="3643478" y="3991973"/>
            <a:ext cx="992211" cy="53975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900" b="1">
                <a:solidFill>
                  <a:schemeClr val="tx1">
                    <a:lumMod val="100000"/>
                  </a:schemeClr>
                </a:solidFill>
              </a:rPr>
              <a:t>Grey 5</a:t>
            </a:r>
          </a:p>
          <a:p>
            <a:pPr algn="ctr"/>
            <a:r>
              <a:rPr lang="en-GB" sz="900">
                <a:solidFill>
                  <a:schemeClr val="tx1">
                    <a:lumMod val="100000"/>
                  </a:schemeClr>
                </a:solidFill>
              </a:rPr>
              <a:t>229</a:t>
            </a:r>
          </a:p>
          <a:p>
            <a:pPr algn="ctr"/>
            <a:r>
              <a:rPr lang="en-GB" sz="900">
                <a:solidFill>
                  <a:schemeClr val="tx1">
                    <a:lumMod val="100000"/>
                  </a:schemeClr>
                </a:solidFill>
              </a:rPr>
              <a:t>229</a:t>
            </a:r>
          </a:p>
          <a:p>
            <a:pPr algn="ctr"/>
            <a:r>
              <a:rPr lang="en-GB" sz="900">
                <a:solidFill>
                  <a:schemeClr val="tx1">
                    <a:lumMod val="100000"/>
                  </a:schemeClr>
                </a:solidFill>
              </a:rPr>
              <a:t>229</a:t>
            </a:r>
          </a:p>
        </p:txBody>
      </p:sp>
      <p:sp>
        <p:nvSpPr>
          <p:cNvPr id="30" name="Rectangle 29">
            <a:extLst>
              <a:ext uri="{FF2B5EF4-FFF2-40B4-BE49-F238E27FC236}">
                <a16:creationId xmlns:a16="http://schemas.microsoft.com/office/drawing/2014/main" id="{DDC70C5E-5B0A-1CEA-EA6B-227EAB69B94D}"/>
              </a:ext>
            </a:extLst>
          </p:cNvPr>
          <p:cNvSpPr>
            <a:spLocks/>
          </p:cNvSpPr>
          <p:nvPr/>
        </p:nvSpPr>
        <p:spPr>
          <a:xfrm>
            <a:off x="3643477" y="1340867"/>
            <a:ext cx="992211" cy="53975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1600" b="1">
                <a:solidFill>
                  <a:schemeClr val="accent3">
                    <a:lumMod val="100000"/>
                  </a:schemeClr>
                </a:solidFill>
                <a:latin typeface="+mj-lt"/>
              </a:rPr>
              <a:t>Other chart colours</a:t>
            </a:r>
            <a:endParaRPr lang="en-GB" sz="1600">
              <a:solidFill>
                <a:schemeClr val="accent3">
                  <a:lumMod val="100000"/>
                </a:schemeClr>
              </a:solidFill>
              <a:latin typeface="+mj-lt"/>
            </a:endParaRPr>
          </a:p>
        </p:txBody>
      </p:sp>
      <p:sp>
        <p:nvSpPr>
          <p:cNvPr id="9" name="Rectangle 8">
            <a:extLst>
              <a:ext uri="{FF2B5EF4-FFF2-40B4-BE49-F238E27FC236}">
                <a16:creationId xmlns:a16="http://schemas.microsoft.com/office/drawing/2014/main" id="{E29A7EF4-D85B-A331-59FC-72AA89BDEADF}"/>
              </a:ext>
            </a:extLst>
          </p:cNvPr>
          <p:cNvSpPr>
            <a:spLocks/>
          </p:cNvSpPr>
          <p:nvPr/>
        </p:nvSpPr>
        <p:spPr>
          <a:xfrm>
            <a:off x="4924402" y="1340867"/>
            <a:ext cx="992211" cy="53975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1600" b="1">
                <a:solidFill>
                  <a:schemeClr val="accent3">
                    <a:lumMod val="100000"/>
                  </a:schemeClr>
                </a:solidFill>
                <a:latin typeface="+mj-lt"/>
              </a:rPr>
              <a:t>Traffic lights / RAG ratings</a:t>
            </a:r>
            <a:endParaRPr lang="en-GB" sz="1600">
              <a:solidFill>
                <a:schemeClr val="accent3">
                  <a:lumMod val="100000"/>
                </a:schemeClr>
              </a:solidFill>
              <a:latin typeface="+mj-lt"/>
            </a:endParaRPr>
          </a:p>
        </p:txBody>
      </p:sp>
      <p:sp>
        <p:nvSpPr>
          <p:cNvPr id="10" name="Rectangle 9">
            <a:extLst>
              <a:ext uri="{FF2B5EF4-FFF2-40B4-BE49-F238E27FC236}">
                <a16:creationId xmlns:a16="http://schemas.microsoft.com/office/drawing/2014/main" id="{431AF8C2-75C9-D439-8EE0-0EE40AA164F4}"/>
              </a:ext>
            </a:extLst>
          </p:cNvPr>
          <p:cNvSpPr>
            <a:spLocks/>
          </p:cNvSpPr>
          <p:nvPr/>
        </p:nvSpPr>
        <p:spPr>
          <a:xfrm>
            <a:off x="4924402" y="1971358"/>
            <a:ext cx="992211" cy="539750"/>
          </a:xfrm>
          <a:prstGeom prst="rect">
            <a:avLst/>
          </a:prstGeom>
          <a:solidFill>
            <a:srgbClr val="ED212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900" b="1">
                <a:solidFill>
                  <a:schemeClr val="bg1"/>
                </a:solidFill>
              </a:rPr>
              <a:t>Red</a:t>
            </a:r>
          </a:p>
          <a:p>
            <a:pPr algn="ctr"/>
            <a:r>
              <a:rPr lang="en-GB" sz="900" b="1">
                <a:solidFill>
                  <a:schemeClr val="bg1"/>
                </a:solidFill>
              </a:rPr>
              <a:t>237</a:t>
            </a:r>
          </a:p>
          <a:p>
            <a:pPr algn="ctr"/>
            <a:r>
              <a:rPr lang="en-GB" sz="900" b="1">
                <a:solidFill>
                  <a:schemeClr val="bg1"/>
                </a:solidFill>
              </a:rPr>
              <a:t>33</a:t>
            </a:r>
          </a:p>
          <a:p>
            <a:pPr algn="ctr"/>
            <a:r>
              <a:rPr lang="en-GB" sz="900" b="1">
                <a:solidFill>
                  <a:schemeClr val="bg1"/>
                </a:solidFill>
              </a:rPr>
              <a:t>36</a:t>
            </a:r>
            <a:endParaRPr lang="en-GB" sz="900">
              <a:solidFill>
                <a:schemeClr val="bg1"/>
              </a:solidFill>
            </a:endParaRPr>
          </a:p>
        </p:txBody>
      </p:sp>
      <p:sp>
        <p:nvSpPr>
          <p:cNvPr id="12" name="Rectangle 11">
            <a:extLst>
              <a:ext uri="{FF2B5EF4-FFF2-40B4-BE49-F238E27FC236}">
                <a16:creationId xmlns:a16="http://schemas.microsoft.com/office/drawing/2014/main" id="{F4931FBA-951D-CC26-D4B9-E605577E251E}"/>
              </a:ext>
            </a:extLst>
          </p:cNvPr>
          <p:cNvSpPr>
            <a:spLocks/>
          </p:cNvSpPr>
          <p:nvPr/>
        </p:nvSpPr>
        <p:spPr>
          <a:xfrm>
            <a:off x="4924402" y="2644896"/>
            <a:ext cx="992211" cy="539750"/>
          </a:xfrm>
          <a:prstGeom prst="rect">
            <a:avLst/>
          </a:prstGeom>
          <a:solidFill>
            <a:srgbClr val="F1C44D"/>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900" b="1">
                <a:solidFill>
                  <a:schemeClr val="bg1"/>
                </a:solidFill>
              </a:rPr>
              <a:t>Yellow</a:t>
            </a:r>
          </a:p>
          <a:p>
            <a:pPr algn="ctr"/>
            <a:r>
              <a:rPr lang="en-GB" sz="900" b="1">
                <a:solidFill>
                  <a:schemeClr val="bg1"/>
                </a:solidFill>
              </a:rPr>
              <a:t>241</a:t>
            </a:r>
          </a:p>
          <a:p>
            <a:pPr algn="ctr"/>
            <a:r>
              <a:rPr lang="en-GB" sz="900" b="1">
                <a:solidFill>
                  <a:schemeClr val="bg1"/>
                </a:solidFill>
              </a:rPr>
              <a:t>196</a:t>
            </a:r>
          </a:p>
          <a:p>
            <a:pPr algn="ctr"/>
            <a:r>
              <a:rPr lang="en-GB" sz="900" b="1">
                <a:solidFill>
                  <a:schemeClr val="bg1"/>
                </a:solidFill>
              </a:rPr>
              <a:t>77</a:t>
            </a:r>
            <a:endParaRPr lang="en-GB" sz="900">
              <a:solidFill>
                <a:schemeClr val="bg1"/>
              </a:solidFill>
            </a:endParaRPr>
          </a:p>
        </p:txBody>
      </p:sp>
      <p:sp>
        <p:nvSpPr>
          <p:cNvPr id="19" name="Rectangle 18">
            <a:extLst>
              <a:ext uri="{FF2B5EF4-FFF2-40B4-BE49-F238E27FC236}">
                <a16:creationId xmlns:a16="http://schemas.microsoft.com/office/drawing/2014/main" id="{A363768C-1418-FB5C-693B-1E51206372C3}"/>
              </a:ext>
            </a:extLst>
          </p:cNvPr>
          <p:cNvSpPr>
            <a:spLocks/>
          </p:cNvSpPr>
          <p:nvPr/>
        </p:nvSpPr>
        <p:spPr>
          <a:xfrm>
            <a:off x="4924402" y="3318435"/>
            <a:ext cx="992211" cy="539750"/>
          </a:xfrm>
          <a:prstGeom prst="rect">
            <a:avLst/>
          </a:prstGeom>
          <a:solidFill>
            <a:srgbClr val="26992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900" b="1">
                <a:solidFill>
                  <a:schemeClr val="bg1"/>
                </a:solidFill>
              </a:rPr>
              <a:t>Green</a:t>
            </a:r>
          </a:p>
          <a:p>
            <a:pPr algn="ctr"/>
            <a:r>
              <a:rPr lang="en-GB" sz="900" b="1">
                <a:solidFill>
                  <a:schemeClr val="bg1"/>
                </a:solidFill>
              </a:rPr>
              <a:t>38</a:t>
            </a:r>
          </a:p>
          <a:p>
            <a:pPr algn="ctr"/>
            <a:r>
              <a:rPr lang="en-GB" sz="900" b="1">
                <a:solidFill>
                  <a:schemeClr val="bg1"/>
                </a:solidFill>
              </a:rPr>
              <a:t>153</a:t>
            </a:r>
          </a:p>
          <a:p>
            <a:pPr algn="ctr"/>
            <a:r>
              <a:rPr lang="en-GB" sz="900" b="1">
                <a:solidFill>
                  <a:schemeClr val="bg1"/>
                </a:solidFill>
              </a:rPr>
              <a:t>36</a:t>
            </a:r>
            <a:endParaRPr lang="en-GB" sz="900">
              <a:solidFill>
                <a:schemeClr val="bg1"/>
              </a:solidFill>
            </a:endParaRPr>
          </a:p>
        </p:txBody>
      </p:sp>
      <p:sp>
        <p:nvSpPr>
          <p:cNvPr id="36" name="Rectangle: Rounded Corners 35">
            <a:extLst>
              <a:ext uri="{FF2B5EF4-FFF2-40B4-BE49-F238E27FC236}">
                <a16:creationId xmlns:a16="http://schemas.microsoft.com/office/drawing/2014/main" id="{0E36D4D3-6DEF-285F-D994-754F73C77979}"/>
              </a:ext>
            </a:extLst>
          </p:cNvPr>
          <p:cNvSpPr>
            <a:spLocks/>
          </p:cNvSpPr>
          <p:nvPr/>
        </p:nvSpPr>
        <p:spPr>
          <a:xfrm>
            <a:off x="6568194" y="1971357"/>
            <a:ext cx="648000" cy="108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37" name="Rectangle 36">
            <a:extLst>
              <a:ext uri="{FF2B5EF4-FFF2-40B4-BE49-F238E27FC236}">
                <a16:creationId xmlns:a16="http://schemas.microsoft.com/office/drawing/2014/main" id="{4213A10D-B257-EFA7-46CB-1587D1757742}"/>
              </a:ext>
            </a:extLst>
          </p:cNvPr>
          <p:cNvSpPr>
            <a:spLocks/>
          </p:cNvSpPr>
          <p:nvPr/>
        </p:nvSpPr>
        <p:spPr>
          <a:xfrm>
            <a:off x="6396088" y="1340867"/>
            <a:ext cx="992211" cy="53975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1600" b="1">
                <a:solidFill>
                  <a:schemeClr val="accent3">
                    <a:lumMod val="100000"/>
                  </a:schemeClr>
                </a:solidFill>
                <a:latin typeface="+mj-lt"/>
              </a:rPr>
              <a:t>Small (in-text)</a:t>
            </a:r>
            <a:endParaRPr lang="en-GB" sz="1600">
              <a:solidFill>
                <a:schemeClr val="accent3">
                  <a:lumMod val="100000"/>
                </a:schemeClr>
              </a:solidFill>
              <a:latin typeface="+mj-lt"/>
            </a:endParaRPr>
          </a:p>
        </p:txBody>
      </p:sp>
      <p:sp>
        <p:nvSpPr>
          <p:cNvPr id="38" name="Rectangle 37">
            <a:extLst>
              <a:ext uri="{FF2B5EF4-FFF2-40B4-BE49-F238E27FC236}">
                <a16:creationId xmlns:a16="http://schemas.microsoft.com/office/drawing/2014/main" id="{4B49560F-79F7-5938-6CC4-73DC3A5421F2}"/>
              </a:ext>
            </a:extLst>
          </p:cNvPr>
          <p:cNvSpPr>
            <a:spLocks/>
          </p:cNvSpPr>
          <p:nvPr/>
        </p:nvSpPr>
        <p:spPr>
          <a:xfrm>
            <a:off x="7539088" y="1340867"/>
            <a:ext cx="992211" cy="53975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1600" b="1">
                <a:solidFill>
                  <a:schemeClr val="accent3">
                    <a:lumMod val="100000"/>
                  </a:schemeClr>
                </a:solidFill>
                <a:latin typeface="+mj-lt"/>
              </a:rPr>
              <a:t>Large</a:t>
            </a:r>
            <a:endParaRPr lang="en-GB" sz="1600">
              <a:solidFill>
                <a:schemeClr val="accent3">
                  <a:lumMod val="100000"/>
                </a:schemeClr>
              </a:solidFill>
              <a:latin typeface="+mj-lt"/>
            </a:endParaRPr>
          </a:p>
        </p:txBody>
      </p:sp>
      <p:sp>
        <p:nvSpPr>
          <p:cNvPr id="39" name="Rectangle: Rounded Corners 38">
            <a:extLst>
              <a:ext uri="{FF2B5EF4-FFF2-40B4-BE49-F238E27FC236}">
                <a16:creationId xmlns:a16="http://schemas.microsoft.com/office/drawing/2014/main" id="{5BF72268-0E8B-2D4B-59E4-AA76144501A2}"/>
              </a:ext>
            </a:extLst>
          </p:cNvPr>
          <p:cNvSpPr>
            <a:spLocks/>
          </p:cNvSpPr>
          <p:nvPr/>
        </p:nvSpPr>
        <p:spPr>
          <a:xfrm>
            <a:off x="7711193" y="1971357"/>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Tree>
    <p:extLst>
      <p:ext uri="{BB962C8B-B14F-4D97-AF65-F5344CB8AC3E}">
        <p14:creationId xmlns:p14="http://schemas.microsoft.com/office/powerpoint/2010/main" val="3052902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734895B-4C66-4432-9D15-FA1FA201E29B}"/>
              </a:ext>
            </a:extLst>
          </p:cNvPr>
          <p:cNvGraphicFramePr>
            <a:graphicFrameLocks noChangeAspect="1"/>
          </p:cNvGraphicFramePr>
          <p:nvPr>
            <p:custDataLst>
              <p:tags r:id="rId1"/>
            </p:custDataLst>
            <p:extLst>
              <p:ext uri="{D42A27DB-BD31-4B8C-83A1-F6EECF244321}">
                <p14:modId xmlns:p14="http://schemas.microsoft.com/office/powerpoint/2010/main" val="11891500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3" name="Object 2" hidden="1">
                        <a:extLst>
                          <a:ext uri="{FF2B5EF4-FFF2-40B4-BE49-F238E27FC236}">
                            <a16:creationId xmlns:a16="http://schemas.microsoft.com/office/drawing/2014/main" id="{2734895B-4C66-4432-9D15-FA1FA201E29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982799" y="1342800"/>
            <a:ext cx="4932000" cy="2952000"/>
          </a:xfrm>
        </p:spPr>
        <p:txBody>
          <a:bodyPr vert="horz"/>
          <a:lstStyle/>
          <a:p>
            <a:r>
              <a:rPr lang="en-US"/>
              <a:t>Project</a:t>
            </a:r>
            <a:br>
              <a:rPr lang="en-US"/>
            </a:br>
            <a:br>
              <a:rPr lang="en-US"/>
            </a:br>
            <a:r>
              <a:rPr lang="en-US"/>
              <a:t>DRAFT</a:t>
            </a:r>
          </a:p>
        </p:txBody>
      </p:sp>
      <p:sp>
        <p:nvSpPr>
          <p:cNvPr id="10" name="Text Placeholder 9">
            <a:extLst>
              <a:ext uri="{FF2B5EF4-FFF2-40B4-BE49-F238E27FC236}">
                <a16:creationId xmlns:a16="http://schemas.microsoft.com/office/drawing/2014/main" id="{C96463A5-6E83-4752-917F-F1C4EF67913D}"/>
              </a:ext>
            </a:extLst>
          </p:cNvPr>
          <p:cNvSpPr>
            <a:spLocks noGrp="1"/>
          </p:cNvSpPr>
          <p:nvPr>
            <p:ph type="body" sz="quarter" idx="11"/>
          </p:nvPr>
        </p:nvSpPr>
        <p:spPr>
          <a:xfrm>
            <a:off x="982799" y="4857457"/>
            <a:ext cx="4932000" cy="1008000"/>
          </a:xfrm>
        </p:spPr>
        <p:txBody>
          <a:bodyPr/>
          <a:lstStyle/>
          <a:p>
            <a:pPr lvl="1"/>
            <a:r>
              <a:rPr lang="en-US" noProof="0"/>
              <a:t>Commercial due diligence </a:t>
            </a:r>
          </a:p>
          <a:p>
            <a:pPr lvl="1"/>
            <a:r>
              <a:rPr lang="en-US" noProof="0"/>
              <a:t>—</a:t>
            </a:r>
          </a:p>
          <a:p>
            <a:pPr lvl="1"/>
            <a:r>
              <a:rPr lang="en-US"/>
              <a:t>Date</a:t>
            </a:r>
            <a:endParaRPr lang="en-US" noProof="0"/>
          </a:p>
        </p:txBody>
      </p:sp>
      <p:sp>
        <p:nvSpPr>
          <p:cNvPr id="12" name="Picture Placeholder 11">
            <a:extLst>
              <a:ext uri="{FF2B5EF4-FFF2-40B4-BE49-F238E27FC236}">
                <a16:creationId xmlns:a16="http://schemas.microsoft.com/office/drawing/2014/main" id="{1D45FE35-90F9-7AAE-5F57-FE62F8525861}"/>
              </a:ext>
            </a:extLst>
          </p:cNvPr>
          <p:cNvSpPr>
            <a:spLocks noGrp="1"/>
          </p:cNvSpPr>
          <p:nvPr>
            <p:ph type="pic" sz="quarter" idx="12"/>
          </p:nvPr>
        </p:nvSpPr>
        <p:spPr/>
        <p:txBody>
          <a:bodyPr/>
          <a:lstStyle/>
          <a:p>
            <a:endParaRPr lang="fi-FI"/>
          </a:p>
        </p:txBody>
      </p:sp>
    </p:spTree>
    <p:extLst>
      <p:ext uri="{BB962C8B-B14F-4D97-AF65-F5344CB8AC3E}">
        <p14:creationId xmlns:p14="http://schemas.microsoft.com/office/powerpoint/2010/main" val="2856257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2CA1F54-C88B-E86D-D8B6-AC52749139D4}"/>
              </a:ext>
            </a:extLst>
          </p:cNvPr>
          <p:cNvGraphicFramePr>
            <a:graphicFrameLocks noChangeAspect="1"/>
          </p:cNvGraphicFramePr>
          <p:nvPr>
            <p:custDataLst>
              <p:tags r:id="rId1"/>
            </p:custDataLst>
            <p:extLst>
              <p:ext uri="{D42A27DB-BD31-4B8C-83A1-F6EECF244321}">
                <p14:modId xmlns:p14="http://schemas.microsoft.com/office/powerpoint/2010/main" val="10641903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7" name="think-cell data - do not delete" hidden="1">
                        <a:extLst>
                          <a:ext uri="{FF2B5EF4-FFF2-40B4-BE49-F238E27FC236}">
                            <a16:creationId xmlns:a16="http://schemas.microsoft.com/office/drawing/2014/main" id="{A2CA1F54-C88B-E86D-D8B6-AC52749139D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F8F262AB-833B-E14C-0E3C-329AB64AAA9E}"/>
              </a:ext>
            </a:extLst>
          </p:cNvPr>
          <p:cNvSpPr>
            <a:spLocks noGrp="1"/>
          </p:cNvSpPr>
          <p:nvPr>
            <p:ph type="body" sz="quarter" idx="10"/>
          </p:nvPr>
        </p:nvSpPr>
        <p:spPr/>
        <p:txBody>
          <a:bodyPr/>
          <a:lstStyle/>
          <a:p>
            <a:endParaRPr lang="fi-FI"/>
          </a:p>
        </p:txBody>
      </p:sp>
      <p:sp>
        <p:nvSpPr>
          <p:cNvPr id="8" name="Text Placeholder 7">
            <a:extLst>
              <a:ext uri="{FF2B5EF4-FFF2-40B4-BE49-F238E27FC236}">
                <a16:creationId xmlns:a16="http://schemas.microsoft.com/office/drawing/2014/main" id="{585A9759-4763-B32F-6F92-ADE030440AAB}"/>
              </a:ext>
            </a:extLst>
          </p:cNvPr>
          <p:cNvSpPr>
            <a:spLocks noGrp="1"/>
          </p:cNvSpPr>
          <p:nvPr>
            <p:ph type="body" sz="quarter" idx="11"/>
          </p:nvPr>
        </p:nvSpPr>
        <p:spPr/>
        <p:txBody>
          <a:bodyPr/>
          <a:lstStyle/>
          <a:p>
            <a:endParaRPr lang="fi-FI"/>
          </a:p>
        </p:txBody>
      </p:sp>
      <p:sp>
        <p:nvSpPr>
          <p:cNvPr id="9" name="Text Placeholder 8">
            <a:extLst>
              <a:ext uri="{FF2B5EF4-FFF2-40B4-BE49-F238E27FC236}">
                <a16:creationId xmlns:a16="http://schemas.microsoft.com/office/drawing/2014/main" id="{2924C4D0-F926-13AF-F859-696F89FF547D}"/>
              </a:ext>
            </a:extLst>
          </p:cNvPr>
          <p:cNvSpPr>
            <a:spLocks noGrp="1"/>
          </p:cNvSpPr>
          <p:nvPr>
            <p:ph type="body" sz="quarter" idx="14"/>
          </p:nvPr>
        </p:nvSpPr>
        <p:spPr/>
        <p:txBody>
          <a:bodyPr/>
          <a:lstStyle/>
          <a:p>
            <a:endParaRPr lang="fi-FI"/>
          </a:p>
        </p:txBody>
      </p:sp>
      <p:sp>
        <p:nvSpPr>
          <p:cNvPr id="10" name="Text Placeholder 9">
            <a:extLst>
              <a:ext uri="{FF2B5EF4-FFF2-40B4-BE49-F238E27FC236}">
                <a16:creationId xmlns:a16="http://schemas.microsoft.com/office/drawing/2014/main" id="{A23DFCE9-A986-EFAB-F92C-2D4ACDFF82E0}"/>
              </a:ext>
            </a:extLst>
          </p:cNvPr>
          <p:cNvSpPr>
            <a:spLocks noGrp="1"/>
          </p:cNvSpPr>
          <p:nvPr>
            <p:ph type="body" sz="quarter" idx="15"/>
          </p:nvPr>
        </p:nvSpPr>
        <p:spPr/>
        <p:txBody>
          <a:bodyPr/>
          <a:lstStyle/>
          <a:p>
            <a:endParaRPr lang="fi-FI"/>
          </a:p>
        </p:txBody>
      </p:sp>
    </p:spTree>
    <p:extLst>
      <p:ext uri="{BB962C8B-B14F-4D97-AF65-F5344CB8AC3E}">
        <p14:creationId xmlns:p14="http://schemas.microsoft.com/office/powerpoint/2010/main" val="203854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think-cell data - do not delete" hidden="1">
            <a:extLst>
              <a:ext uri="{FF2B5EF4-FFF2-40B4-BE49-F238E27FC236}">
                <a16:creationId xmlns:a16="http://schemas.microsoft.com/office/drawing/2014/main" id="{8B724E61-76B6-D822-1926-6AD53696F95A}"/>
              </a:ext>
            </a:extLst>
          </p:cNvPr>
          <p:cNvGraphicFramePr>
            <a:graphicFrameLocks noChangeAspect="1"/>
          </p:cNvGraphicFramePr>
          <p:nvPr>
            <p:custDataLst>
              <p:tags r:id="rId2"/>
            </p:custDataLst>
            <p:extLst>
              <p:ext uri="{D42A27DB-BD31-4B8C-83A1-F6EECF244321}">
                <p14:modId xmlns:p14="http://schemas.microsoft.com/office/powerpoint/2010/main" val="11920812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2" imgW="473" imgH="476" progId="TCLayout.ActiveDocument.1">
                  <p:embed/>
                </p:oleObj>
              </mc:Choice>
              <mc:Fallback>
                <p:oleObj name="think-cell Slide" r:id="rId22" imgW="473" imgH="476" progId="TCLayout.ActiveDocument.1">
                  <p:embed/>
                  <p:pic>
                    <p:nvPicPr>
                      <p:cNvPr id="36" name="think-cell data - do not delete" hidden="1">
                        <a:extLst>
                          <a:ext uri="{FF2B5EF4-FFF2-40B4-BE49-F238E27FC236}">
                            <a16:creationId xmlns:a16="http://schemas.microsoft.com/office/drawing/2014/main" id="{8B724E61-76B6-D822-1926-6AD53696F95A}"/>
                          </a:ext>
                        </a:extLst>
                      </p:cNvPr>
                      <p:cNvPicPr/>
                      <p:nvPr/>
                    </p:nvPicPr>
                    <p:blipFill>
                      <a:blip r:embed="rId23"/>
                      <a:stretch>
                        <a:fillRect/>
                      </a:stretch>
                    </p:blipFill>
                    <p:spPr>
                      <a:xfrm>
                        <a:off x="1588" y="1588"/>
                        <a:ext cx="1588" cy="1588"/>
                      </a:xfrm>
                      <a:prstGeom prst="rect">
                        <a:avLst/>
                      </a:prstGeom>
                    </p:spPr>
                  </p:pic>
                </p:oleObj>
              </mc:Fallback>
            </mc:AlternateContent>
          </a:graphicData>
        </a:graphic>
      </p:graphicFrame>
      <p:sp>
        <p:nvSpPr>
          <p:cNvPr id="35" name="Title 34">
            <a:extLst>
              <a:ext uri="{FF2B5EF4-FFF2-40B4-BE49-F238E27FC236}">
                <a16:creationId xmlns:a16="http://schemas.microsoft.com/office/drawing/2014/main" id="{ED582E3B-48B5-2F6F-A09E-3280D2E46DEC}"/>
              </a:ext>
            </a:extLst>
          </p:cNvPr>
          <p:cNvSpPr>
            <a:spLocks noGrp="1"/>
          </p:cNvSpPr>
          <p:nvPr>
            <p:ph type="title"/>
          </p:nvPr>
        </p:nvSpPr>
        <p:spPr/>
        <p:txBody>
          <a:bodyPr vert="horz"/>
          <a:lstStyle/>
          <a:p>
            <a:r>
              <a:rPr lang="fi-FI"/>
              <a:t>Contents</a:t>
            </a:r>
          </a:p>
        </p:txBody>
      </p:sp>
      <p:sp>
        <p:nvSpPr>
          <p:cNvPr id="80" name="TextBox 79">
            <a:hlinkClick r:id="rId24" action="ppaction://hlinksldjump"/>
            <a:extLst>
              <a:ext uri="{FF2B5EF4-FFF2-40B4-BE49-F238E27FC236}">
                <a16:creationId xmlns:a16="http://schemas.microsoft.com/office/drawing/2014/main" id="{06EC79C5-28CC-9206-A393-67FD606B1545}"/>
              </a:ext>
            </a:extLst>
          </p:cNvPr>
          <p:cNvSpPr txBox="1"/>
          <p:nvPr>
            <p:custDataLst>
              <p:tags r:id="rId3"/>
            </p:custDataLst>
          </p:nvPr>
        </p:nvSpPr>
        <p:spPr>
          <a:xfrm>
            <a:off x="1249682" y="1229360"/>
            <a:ext cx="3942077" cy="347289"/>
          </a:xfrm>
          <a:prstGeom prst="rect">
            <a:avLst/>
          </a:prstGeom>
          <a:noFill/>
        </p:spPr>
        <p:txBody>
          <a:bodyPr vert="horz" wrap="square" lIns="0" tIns="0" rIns="0" bIns="0" rtlCol="0" anchor="t">
            <a:noAutofit/>
          </a:bodyPr>
          <a:lstStyle/>
          <a:p>
            <a:pPr algn="l"/>
            <a:r>
              <a:rPr lang="fi-FI" sz="2400" b="0" u="none">
                <a:solidFill>
                  <a:schemeClr val="accent3">
                    <a:lumMod val="100000"/>
                  </a:schemeClr>
                </a:solidFill>
                <a:latin typeface="+mj-lt"/>
                <a:cs typeface="Arial" panose="020B0604020202020204" pitchFamily="34" charset="0"/>
              </a:rPr>
              <a:t>Section 1</a:t>
            </a:r>
          </a:p>
        </p:txBody>
      </p:sp>
      <p:sp>
        <p:nvSpPr>
          <p:cNvPr id="81" name="TextBox 80">
            <a:hlinkClick r:id="rId25" action="ppaction://hlinksldjump"/>
            <a:extLst>
              <a:ext uri="{FF2B5EF4-FFF2-40B4-BE49-F238E27FC236}">
                <a16:creationId xmlns:a16="http://schemas.microsoft.com/office/drawing/2014/main" id="{91210F24-7147-905C-4A5D-508CE64AF221}"/>
              </a:ext>
            </a:extLst>
          </p:cNvPr>
          <p:cNvSpPr txBox="1"/>
          <p:nvPr>
            <p:custDataLst>
              <p:tags r:id="rId4"/>
            </p:custDataLst>
          </p:nvPr>
        </p:nvSpPr>
        <p:spPr>
          <a:xfrm>
            <a:off x="1249682" y="16078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fi-FI" sz="900">
                <a:solidFill>
                  <a:schemeClr val="accent3">
                    <a:lumMod val="100000"/>
                  </a:schemeClr>
                </a:solidFill>
                <a:latin typeface="+mn-lt"/>
                <a:cs typeface="Arial" panose="020B0604020202020204" pitchFamily="34" charset="0"/>
              </a:rPr>
              <a:t>S1 Subsection 1</a:t>
            </a:r>
          </a:p>
        </p:txBody>
      </p:sp>
      <p:sp>
        <p:nvSpPr>
          <p:cNvPr id="82" name="TextBox 81">
            <a:hlinkClick r:id="rId26" action="ppaction://hlinksldjump"/>
            <a:extLst>
              <a:ext uri="{FF2B5EF4-FFF2-40B4-BE49-F238E27FC236}">
                <a16:creationId xmlns:a16="http://schemas.microsoft.com/office/drawing/2014/main" id="{3B1E7AE1-8653-C572-2826-44F725E78378}"/>
              </a:ext>
            </a:extLst>
          </p:cNvPr>
          <p:cNvSpPr txBox="1"/>
          <p:nvPr>
            <p:custDataLst>
              <p:tags r:id="rId5"/>
            </p:custDataLst>
          </p:nvPr>
        </p:nvSpPr>
        <p:spPr>
          <a:xfrm>
            <a:off x="1249682" y="17465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fi-FI" sz="900">
                <a:solidFill>
                  <a:schemeClr val="accent3">
                    <a:lumMod val="100000"/>
                  </a:schemeClr>
                </a:solidFill>
                <a:latin typeface="+mn-lt"/>
                <a:cs typeface="Arial" panose="020B0604020202020204" pitchFamily="34" charset="0"/>
              </a:rPr>
              <a:t>S1 Subsection 2</a:t>
            </a:r>
          </a:p>
        </p:txBody>
      </p:sp>
      <p:sp>
        <p:nvSpPr>
          <p:cNvPr id="83" name="TextBox 82">
            <a:hlinkClick r:id="rId27" action="ppaction://hlinksldjump"/>
            <a:extLst>
              <a:ext uri="{FF2B5EF4-FFF2-40B4-BE49-F238E27FC236}">
                <a16:creationId xmlns:a16="http://schemas.microsoft.com/office/drawing/2014/main" id="{113F8694-644C-5CB0-589D-574356FD2F20}"/>
              </a:ext>
            </a:extLst>
          </p:cNvPr>
          <p:cNvSpPr txBox="1"/>
          <p:nvPr>
            <p:custDataLst>
              <p:tags r:id="rId6"/>
            </p:custDataLst>
          </p:nvPr>
        </p:nvSpPr>
        <p:spPr>
          <a:xfrm>
            <a:off x="1249682" y="1936020"/>
            <a:ext cx="3942077" cy="347289"/>
          </a:xfrm>
          <a:prstGeom prst="rect">
            <a:avLst/>
          </a:prstGeom>
          <a:noFill/>
        </p:spPr>
        <p:txBody>
          <a:bodyPr vert="horz" wrap="square" lIns="0" tIns="0" rIns="0" bIns="0" rtlCol="0" anchor="t">
            <a:noAutofit/>
          </a:bodyPr>
          <a:lstStyle/>
          <a:p>
            <a:pPr algn="l"/>
            <a:r>
              <a:rPr lang="fi-FI" sz="2400" b="0" u="none">
                <a:solidFill>
                  <a:schemeClr val="accent3">
                    <a:lumMod val="100000"/>
                  </a:schemeClr>
                </a:solidFill>
                <a:latin typeface="+mj-lt"/>
                <a:cs typeface="Arial" panose="020B0604020202020204" pitchFamily="34" charset="0"/>
              </a:rPr>
              <a:t>Section 2</a:t>
            </a:r>
          </a:p>
        </p:txBody>
      </p:sp>
      <p:sp>
        <p:nvSpPr>
          <p:cNvPr id="84" name="TextBox 83">
            <a:hlinkClick r:id="rId28" action="ppaction://hlinksldjump"/>
            <a:extLst>
              <a:ext uri="{FF2B5EF4-FFF2-40B4-BE49-F238E27FC236}">
                <a16:creationId xmlns:a16="http://schemas.microsoft.com/office/drawing/2014/main" id="{3B426AF9-9231-4A4B-DC0B-0433A2E38F77}"/>
              </a:ext>
            </a:extLst>
          </p:cNvPr>
          <p:cNvSpPr txBox="1"/>
          <p:nvPr>
            <p:custDataLst>
              <p:tags r:id="rId7"/>
            </p:custDataLst>
          </p:nvPr>
        </p:nvSpPr>
        <p:spPr>
          <a:xfrm>
            <a:off x="1249682" y="231448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fi-FI" sz="900">
                <a:solidFill>
                  <a:schemeClr val="accent3">
                    <a:lumMod val="100000"/>
                  </a:schemeClr>
                </a:solidFill>
                <a:latin typeface="+mn-lt"/>
                <a:cs typeface="Arial" panose="020B0604020202020204" pitchFamily="34" charset="0"/>
              </a:rPr>
              <a:t>S2 Subsection 1</a:t>
            </a:r>
          </a:p>
        </p:txBody>
      </p:sp>
      <p:sp>
        <p:nvSpPr>
          <p:cNvPr id="85" name="TextBox 84">
            <a:hlinkClick r:id="rId29" action="ppaction://hlinksldjump"/>
            <a:extLst>
              <a:ext uri="{FF2B5EF4-FFF2-40B4-BE49-F238E27FC236}">
                <a16:creationId xmlns:a16="http://schemas.microsoft.com/office/drawing/2014/main" id="{039139F5-E890-AFBF-AD3D-997061BE89CA}"/>
              </a:ext>
            </a:extLst>
          </p:cNvPr>
          <p:cNvSpPr txBox="1"/>
          <p:nvPr>
            <p:custDataLst>
              <p:tags r:id="rId8"/>
            </p:custDataLst>
          </p:nvPr>
        </p:nvSpPr>
        <p:spPr>
          <a:xfrm>
            <a:off x="1249682" y="245318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fi-FI" sz="900">
                <a:solidFill>
                  <a:schemeClr val="accent3">
                    <a:lumMod val="100000"/>
                  </a:schemeClr>
                </a:solidFill>
                <a:latin typeface="+mn-lt"/>
                <a:cs typeface="Arial" panose="020B0604020202020204" pitchFamily="34" charset="0"/>
              </a:rPr>
              <a:t>S2 Subsection 2</a:t>
            </a:r>
          </a:p>
        </p:txBody>
      </p:sp>
      <p:sp>
        <p:nvSpPr>
          <p:cNvPr id="86" name="TextBox 85">
            <a:hlinkClick r:id="rId24" action="ppaction://hlinksldjump"/>
            <a:extLst>
              <a:ext uri="{FF2B5EF4-FFF2-40B4-BE49-F238E27FC236}">
                <a16:creationId xmlns:a16="http://schemas.microsoft.com/office/drawing/2014/main" id="{15817738-6D45-14DD-4690-A8D6760D7249}"/>
              </a:ext>
            </a:extLst>
          </p:cNvPr>
          <p:cNvSpPr txBox="1"/>
          <p:nvPr>
            <p:custDataLst>
              <p:tags r:id="rId9"/>
            </p:custDataLst>
          </p:nvPr>
        </p:nvSpPr>
        <p:spPr>
          <a:xfrm>
            <a:off x="798977" y="1229360"/>
            <a:ext cx="338308" cy="347289"/>
          </a:xfrm>
          <a:prstGeom prst="rect">
            <a:avLst/>
          </a:prstGeom>
          <a:noFill/>
          <a:ln>
            <a:noFill/>
          </a:ln>
        </p:spPr>
        <p:txBody>
          <a:bodyPr vert="horz" wrap="none" lIns="0" tIns="0" rIns="0" bIns="0" rtlCol="0" anchor="t" anchorCtr="0">
            <a:noAutofit/>
          </a:bodyPr>
          <a:lstStyle/>
          <a:p>
            <a:pPr algn="r"/>
            <a:r>
              <a:rPr lang="fi-FI" sz="2400" b="0">
                <a:ln>
                  <a:noFill/>
                </a:ln>
                <a:solidFill>
                  <a:schemeClr val="accent3">
                    <a:lumMod val="100000"/>
                  </a:schemeClr>
                </a:solidFill>
                <a:latin typeface="+mj-lt"/>
                <a:cs typeface="Arial" panose="020B0604020202020204" pitchFamily="34" charset="0"/>
              </a:rPr>
              <a:t>1.</a:t>
            </a:r>
          </a:p>
        </p:txBody>
      </p:sp>
      <p:sp>
        <p:nvSpPr>
          <p:cNvPr id="87" name="TextBox 86">
            <a:hlinkClick r:id="rId27" action="ppaction://hlinksldjump"/>
            <a:extLst>
              <a:ext uri="{FF2B5EF4-FFF2-40B4-BE49-F238E27FC236}">
                <a16:creationId xmlns:a16="http://schemas.microsoft.com/office/drawing/2014/main" id="{344E7D68-55F9-B79D-DA1E-0DA1D25072FA}"/>
              </a:ext>
            </a:extLst>
          </p:cNvPr>
          <p:cNvSpPr txBox="1"/>
          <p:nvPr>
            <p:custDataLst>
              <p:tags r:id="rId10"/>
            </p:custDataLst>
          </p:nvPr>
        </p:nvSpPr>
        <p:spPr>
          <a:xfrm>
            <a:off x="798977" y="1936020"/>
            <a:ext cx="338308" cy="347289"/>
          </a:xfrm>
          <a:prstGeom prst="rect">
            <a:avLst/>
          </a:prstGeom>
          <a:noFill/>
          <a:ln>
            <a:noFill/>
          </a:ln>
        </p:spPr>
        <p:txBody>
          <a:bodyPr vert="horz" wrap="none" lIns="0" tIns="0" rIns="0" bIns="0" rtlCol="0" anchor="t" anchorCtr="0">
            <a:noAutofit/>
          </a:bodyPr>
          <a:lstStyle/>
          <a:p>
            <a:pPr algn="r"/>
            <a:r>
              <a:rPr lang="fi-FI" sz="2400" b="0">
                <a:ln>
                  <a:noFill/>
                </a:ln>
                <a:solidFill>
                  <a:schemeClr val="accent3">
                    <a:lumMod val="100000"/>
                  </a:schemeClr>
                </a:solidFill>
                <a:latin typeface="+mj-lt"/>
                <a:cs typeface="Arial" panose="020B0604020202020204" pitchFamily="34" charset="0"/>
              </a:rPr>
              <a:t>2.</a:t>
            </a:r>
          </a:p>
        </p:txBody>
      </p:sp>
      <p:sp>
        <p:nvSpPr>
          <p:cNvPr id="88" name="TextBox 87">
            <a:hlinkClick r:id="rId24" action="ppaction://hlinksldjump"/>
            <a:extLst>
              <a:ext uri="{FF2B5EF4-FFF2-40B4-BE49-F238E27FC236}">
                <a16:creationId xmlns:a16="http://schemas.microsoft.com/office/drawing/2014/main" id="{4C452872-95CA-198D-F8B2-8B5EE252A02A}"/>
              </a:ext>
            </a:extLst>
          </p:cNvPr>
          <p:cNvSpPr txBox="1"/>
          <p:nvPr>
            <p:custDataLst>
              <p:tags r:id="rId11"/>
            </p:custDataLst>
          </p:nvPr>
        </p:nvSpPr>
        <p:spPr>
          <a:xfrm>
            <a:off x="5245758" y="1227449"/>
            <a:ext cx="54000" cy="349200"/>
          </a:xfrm>
          <a:prstGeom prst="rect">
            <a:avLst/>
          </a:prstGeom>
          <a:noFill/>
        </p:spPr>
        <p:txBody>
          <a:bodyPr vert="horz" wrap="none" lIns="0" tIns="0" rIns="0" bIns="0" rtlCol="0" anchor="t" anchorCtr="0">
            <a:noAutofit/>
          </a:bodyPr>
          <a:lstStyle/>
          <a:p>
            <a:pPr algn="r"/>
            <a:r>
              <a:rPr lang="fi-FI" sz="2000" b="0">
                <a:solidFill>
                  <a:schemeClr val="accent3">
                    <a:lumMod val="100000"/>
                  </a:schemeClr>
                </a:solidFill>
                <a:latin typeface="+mj-lt"/>
                <a:cs typeface="Arial" panose="020B0604020202020204" pitchFamily="34" charset="0"/>
              </a:rPr>
              <a:t>5</a:t>
            </a:r>
          </a:p>
        </p:txBody>
      </p:sp>
      <p:sp>
        <p:nvSpPr>
          <p:cNvPr id="89" name="TextBox 88">
            <a:hlinkClick r:id="rId27" action="ppaction://hlinksldjump"/>
            <a:extLst>
              <a:ext uri="{FF2B5EF4-FFF2-40B4-BE49-F238E27FC236}">
                <a16:creationId xmlns:a16="http://schemas.microsoft.com/office/drawing/2014/main" id="{53772C5B-11B8-B11E-9324-475575429CC9}"/>
              </a:ext>
            </a:extLst>
          </p:cNvPr>
          <p:cNvSpPr txBox="1"/>
          <p:nvPr>
            <p:custDataLst>
              <p:tags r:id="rId12"/>
            </p:custDataLst>
          </p:nvPr>
        </p:nvSpPr>
        <p:spPr>
          <a:xfrm>
            <a:off x="5245758" y="1934109"/>
            <a:ext cx="54000" cy="349200"/>
          </a:xfrm>
          <a:prstGeom prst="rect">
            <a:avLst/>
          </a:prstGeom>
          <a:noFill/>
        </p:spPr>
        <p:txBody>
          <a:bodyPr vert="horz" wrap="none" lIns="0" tIns="0" rIns="0" bIns="0" rtlCol="0" anchor="t" anchorCtr="0">
            <a:noAutofit/>
          </a:bodyPr>
          <a:lstStyle/>
          <a:p>
            <a:pPr algn="r"/>
            <a:r>
              <a:rPr lang="fi-FI" sz="2000" b="0">
                <a:solidFill>
                  <a:schemeClr val="accent3">
                    <a:lumMod val="100000"/>
                  </a:schemeClr>
                </a:solidFill>
                <a:latin typeface="+mj-lt"/>
                <a:cs typeface="Arial" panose="020B0604020202020204" pitchFamily="34" charset="0"/>
              </a:rPr>
              <a:t>15</a:t>
            </a:r>
          </a:p>
        </p:txBody>
      </p:sp>
      <p:sp>
        <p:nvSpPr>
          <p:cNvPr id="90" name="TextBox 89">
            <a:hlinkClick r:id="rId25" action="ppaction://hlinksldjump"/>
            <a:extLst>
              <a:ext uri="{FF2B5EF4-FFF2-40B4-BE49-F238E27FC236}">
                <a16:creationId xmlns:a16="http://schemas.microsoft.com/office/drawing/2014/main" id="{FD9951CD-2106-6226-412E-6CFB5BA05214}"/>
              </a:ext>
            </a:extLst>
          </p:cNvPr>
          <p:cNvSpPr txBox="1"/>
          <p:nvPr>
            <p:custDataLst>
              <p:tags r:id="rId13"/>
            </p:custDataLst>
          </p:nvPr>
        </p:nvSpPr>
        <p:spPr>
          <a:xfrm>
            <a:off x="296316" y="1607820"/>
            <a:ext cx="0" cy="0"/>
          </a:xfrm>
          <a:prstGeom prst="rect">
            <a:avLst/>
          </a:prstGeom>
          <a:noFill/>
          <a:ln>
            <a:noFill/>
          </a:ln>
        </p:spPr>
        <p:txBody>
          <a:bodyPr vert="horz" wrap="none" lIns="0" tIns="0" rIns="0" bIns="0" rtlCol="0" anchor="b" anchorCtr="0">
            <a:noAutofit/>
          </a:bodyPr>
          <a:lstStyle/>
          <a:p>
            <a:pPr algn="l"/>
            <a:r>
              <a:rPr lang="fi-FI" sz="100" b="0">
                <a:ln>
                  <a:noFill/>
                </a:ln>
                <a:noFill/>
                <a:latin typeface="+mn-lt"/>
                <a:cs typeface="Arial" panose="020B0604020202020204" pitchFamily="34" charset="0"/>
              </a:rPr>
              <a:t>1.1</a:t>
            </a:r>
          </a:p>
        </p:txBody>
      </p:sp>
      <p:sp>
        <p:nvSpPr>
          <p:cNvPr id="91" name="TextBox 90">
            <a:hlinkClick r:id="rId26" action="ppaction://hlinksldjump"/>
            <a:extLst>
              <a:ext uri="{FF2B5EF4-FFF2-40B4-BE49-F238E27FC236}">
                <a16:creationId xmlns:a16="http://schemas.microsoft.com/office/drawing/2014/main" id="{0C8CEEFD-8E68-E3CF-0D4E-5111A339AA26}"/>
              </a:ext>
            </a:extLst>
          </p:cNvPr>
          <p:cNvSpPr txBox="1"/>
          <p:nvPr>
            <p:custDataLst>
              <p:tags r:id="rId14"/>
            </p:custDataLst>
          </p:nvPr>
        </p:nvSpPr>
        <p:spPr>
          <a:xfrm>
            <a:off x="296316" y="1746520"/>
            <a:ext cx="0" cy="0"/>
          </a:xfrm>
          <a:prstGeom prst="rect">
            <a:avLst/>
          </a:prstGeom>
          <a:noFill/>
          <a:ln>
            <a:noFill/>
          </a:ln>
        </p:spPr>
        <p:txBody>
          <a:bodyPr vert="horz" wrap="none" lIns="0" tIns="0" rIns="0" bIns="0" rtlCol="0" anchor="b" anchorCtr="0">
            <a:noAutofit/>
          </a:bodyPr>
          <a:lstStyle/>
          <a:p>
            <a:pPr algn="l"/>
            <a:r>
              <a:rPr lang="fi-FI" sz="100" b="0">
                <a:ln>
                  <a:noFill/>
                </a:ln>
                <a:noFill/>
                <a:latin typeface="+mn-lt"/>
                <a:cs typeface="Arial" panose="020B0604020202020204" pitchFamily="34" charset="0"/>
              </a:rPr>
              <a:t>1.2</a:t>
            </a:r>
          </a:p>
        </p:txBody>
      </p:sp>
      <p:sp>
        <p:nvSpPr>
          <p:cNvPr id="92" name="TextBox 91">
            <a:hlinkClick r:id="rId28" action="ppaction://hlinksldjump"/>
            <a:extLst>
              <a:ext uri="{FF2B5EF4-FFF2-40B4-BE49-F238E27FC236}">
                <a16:creationId xmlns:a16="http://schemas.microsoft.com/office/drawing/2014/main" id="{327486E0-6049-6A23-4D7E-1C5E87A798A1}"/>
              </a:ext>
            </a:extLst>
          </p:cNvPr>
          <p:cNvSpPr txBox="1"/>
          <p:nvPr>
            <p:custDataLst>
              <p:tags r:id="rId15"/>
            </p:custDataLst>
          </p:nvPr>
        </p:nvSpPr>
        <p:spPr>
          <a:xfrm>
            <a:off x="296316" y="2314480"/>
            <a:ext cx="0" cy="0"/>
          </a:xfrm>
          <a:prstGeom prst="rect">
            <a:avLst/>
          </a:prstGeom>
          <a:noFill/>
          <a:ln>
            <a:noFill/>
          </a:ln>
        </p:spPr>
        <p:txBody>
          <a:bodyPr vert="horz" wrap="none" lIns="0" tIns="0" rIns="0" bIns="0" rtlCol="0" anchor="b" anchorCtr="0">
            <a:noAutofit/>
          </a:bodyPr>
          <a:lstStyle/>
          <a:p>
            <a:pPr algn="l"/>
            <a:r>
              <a:rPr lang="fi-FI" sz="100" b="0">
                <a:ln>
                  <a:noFill/>
                </a:ln>
                <a:noFill/>
                <a:latin typeface="+mn-lt"/>
                <a:cs typeface="Arial" panose="020B0604020202020204" pitchFamily="34" charset="0"/>
              </a:rPr>
              <a:t>2.1</a:t>
            </a:r>
          </a:p>
        </p:txBody>
      </p:sp>
      <p:sp>
        <p:nvSpPr>
          <p:cNvPr id="93" name="TextBox 92">
            <a:hlinkClick r:id="rId29" action="ppaction://hlinksldjump"/>
            <a:extLst>
              <a:ext uri="{FF2B5EF4-FFF2-40B4-BE49-F238E27FC236}">
                <a16:creationId xmlns:a16="http://schemas.microsoft.com/office/drawing/2014/main" id="{E85F576F-F2BB-C88A-D692-228A43FAB341}"/>
              </a:ext>
            </a:extLst>
          </p:cNvPr>
          <p:cNvSpPr txBox="1"/>
          <p:nvPr>
            <p:custDataLst>
              <p:tags r:id="rId16"/>
            </p:custDataLst>
          </p:nvPr>
        </p:nvSpPr>
        <p:spPr>
          <a:xfrm>
            <a:off x="296316" y="2453180"/>
            <a:ext cx="0" cy="0"/>
          </a:xfrm>
          <a:prstGeom prst="rect">
            <a:avLst/>
          </a:prstGeom>
          <a:noFill/>
          <a:ln>
            <a:noFill/>
          </a:ln>
        </p:spPr>
        <p:txBody>
          <a:bodyPr vert="horz" wrap="none" lIns="0" tIns="0" rIns="0" bIns="0" rtlCol="0" anchor="b" anchorCtr="0">
            <a:noAutofit/>
          </a:bodyPr>
          <a:lstStyle/>
          <a:p>
            <a:pPr algn="l"/>
            <a:r>
              <a:rPr lang="fi-FI" sz="100" b="0">
                <a:ln>
                  <a:noFill/>
                </a:ln>
                <a:noFill/>
                <a:latin typeface="+mn-lt"/>
                <a:cs typeface="Arial" panose="020B0604020202020204" pitchFamily="34" charset="0"/>
              </a:rPr>
              <a:t>2.2</a:t>
            </a:r>
          </a:p>
        </p:txBody>
      </p:sp>
      <p:sp>
        <p:nvSpPr>
          <p:cNvPr id="94" name="TextBox 93">
            <a:hlinkClick r:id="rId25" action="ppaction://hlinksldjump"/>
            <a:extLst>
              <a:ext uri="{FF2B5EF4-FFF2-40B4-BE49-F238E27FC236}">
                <a16:creationId xmlns:a16="http://schemas.microsoft.com/office/drawing/2014/main" id="{F41EFC0E-803E-4913-768F-B432A49E03E1}"/>
              </a:ext>
            </a:extLst>
          </p:cNvPr>
          <p:cNvSpPr txBox="1"/>
          <p:nvPr>
            <p:custDataLst>
              <p:tags r:id="rId17"/>
            </p:custDataLst>
          </p:nvPr>
        </p:nvSpPr>
        <p:spPr>
          <a:xfrm>
            <a:off x="5245758" y="1607820"/>
            <a:ext cx="54000" cy="126000"/>
          </a:xfrm>
          <a:prstGeom prst="rect">
            <a:avLst/>
          </a:prstGeom>
          <a:noFill/>
        </p:spPr>
        <p:txBody>
          <a:bodyPr vert="horz" wrap="none" lIns="0" tIns="0" rIns="0" bIns="18000" rtlCol="0" anchor="b" anchorCtr="0">
            <a:noAutofit/>
          </a:bodyPr>
          <a:lstStyle/>
          <a:p>
            <a:pPr algn="r"/>
            <a:r>
              <a:rPr lang="fi-FI" sz="900" b="0">
                <a:solidFill>
                  <a:schemeClr val="accent3">
                    <a:lumMod val="100000"/>
                  </a:schemeClr>
                </a:solidFill>
                <a:latin typeface="+mn-lt"/>
                <a:cs typeface="Arial" panose="020B0604020202020204" pitchFamily="34" charset="0"/>
              </a:rPr>
              <a:t>6</a:t>
            </a:r>
          </a:p>
        </p:txBody>
      </p:sp>
      <p:sp>
        <p:nvSpPr>
          <p:cNvPr id="95" name="TextBox 94">
            <a:hlinkClick r:id="rId26" action="ppaction://hlinksldjump"/>
            <a:extLst>
              <a:ext uri="{FF2B5EF4-FFF2-40B4-BE49-F238E27FC236}">
                <a16:creationId xmlns:a16="http://schemas.microsoft.com/office/drawing/2014/main" id="{FE7D91CD-DF6C-4B8D-80B9-590C0103A5D6}"/>
              </a:ext>
            </a:extLst>
          </p:cNvPr>
          <p:cNvSpPr txBox="1"/>
          <p:nvPr>
            <p:custDataLst>
              <p:tags r:id="rId18"/>
            </p:custDataLst>
          </p:nvPr>
        </p:nvSpPr>
        <p:spPr>
          <a:xfrm>
            <a:off x="5245758" y="1746520"/>
            <a:ext cx="54000" cy="126000"/>
          </a:xfrm>
          <a:prstGeom prst="rect">
            <a:avLst/>
          </a:prstGeom>
          <a:noFill/>
        </p:spPr>
        <p:txBody>
          <a:bodyPr vert="horz" wrap="none" lIns="0" tIns="0" rIns="0" bIns="18000" rtlCol="0" anchor="b" anchorCtr="0">
            <a:noAutofit/>
          </a:bodyPr>
          <a:lstStyle/>
          <a:p>
            <a:pPr algn="r"/>
            <a:r>
              <a:rPr lang="fi-FI" sz="900" b="0">
                <a:solidFill>
                  <a:schemeClr val="accent3">
                    <a:lumMod val="100000"/>
                  </a:schemeClr>
                </a:solidFill>
                <a:latin typeface="+mn-lt"/>
                <a:cs typeface="Arial" panose="020B0604020202020204" pitchFamily="34" charset="0"/>
              </a:rPr>
              <a:t>10</a:t>
            </a:r>
          </a:p>
        </p:txBody>
      </p:sp>
      <p:sp>
        <p:nvSpPr>
          <p:cNvPr id="96" name="TextBox 95">
            <a:hlinkClick r:id="rId28" action="ppaction://hlinksldjump"/>
            <a:extLst>
              <a:ext uri="{FF2B5EF4-FFF2-40B4-BE49-F238E27FC236}">
                <a16:creationId xmlns:a16="http://schemas.microsoft.com/office/drawing/2014/main" id="{6E2217DA-FA1F-D049-A393-73012B83A9DD}"/>
              </a:ext>
            </a:extLst>
          </p:cNvPr>
          <p:cNvSpPr txBox="1"/>
          <p:nvPr>
            <p:custDataLst>
              <p:tags r:id="rId19"/>
            </p:custDataLst>
          </p:nvPr>
        </p:nvSpPr>
        <p:spPr>
          <a:xfrm>
            <a:off x="5245758" y="2314480"/>
            <a:ext cx="54000" cy="126000"/>
          </a:xfrm>
          <a:prstGeom prst="rect">
            <a:avLst/>
          </a:prstGeom>
          <a:noFill/>
        </p:spPr>
        <p:txBody>
          <a:bodyPr vert="horz" wrap="none" lIns="0" tIns="0" rIns="0" bIns="18000" rtlCol="0" anchor="b" anchorCtr="0">
            <a:noAutofit/>
          </a:bodyPr>
          <a:lstStyle/>
          <a:p>
            <a:pPr algn="r"/>
            <a:r>
              <a:rPr lang="fi-FI" sz="900" b="0">
                <a:solidFill>
                  <a:schemeClr val="accent3">
                    <a:lumMod val="100000"/>
                  </a:schemeClr>
                </a:solidFill>
                <a:latin typeface="+mn-lt"/>
                <a:cs typeface="Arial" panose="020B0604020202020204" pitchFamily="34" charset="0"/>
              </a:rPr>
              <a:t>16</a:t>
            </a:r>
          </a:p>
        </p:txBody>
      </p:sp>
      <p:sp>
        <p:nvSpPr>
          <p:cNvPr id="97" name="TextBox 96">
            <a:hlinkClick r:id="rId29" action="ppaction://hlinksldjump"/>
            <a:extLst>
              <a:ext uri="{FF2B5EF4-FFF2-40B4-BE49-F238E27FC236}">
                <a16:creationId xmlns:a16="http://schemas.microsoft.com/office/drawing/2014/main" id="{5B53A4A2-F590-6AAE-34DD-EC6FA273CE3A}"/>
              </a:ext>
            </a:extLst>
          </p:cNvPr>
          <p:cNvSpPr txBox="1"/>
          <p:nvPr>
            <p:custDataLst>
              <p:tags r:id="rId20"/>
            </p:custDataLst>
          </p:nvPr>
        </p:nvSpPr>
        <p:spPr>
          <a:xfrm>
            <a:off x="5245758" y="2453180"/>
            <a:ext cx="54000" cy="126000"/>
          </a:xfrm>
          <a:prstGeom prst="rect">
            <a:avLst/>
          </a:prstGeom>
          <a:noFill/>
        </p:spPr>
        <p:txBody>
          <a:bodyPr vert="horz" wrap="none" lIns="0" tIns="0" rIns="0" bIns="18000" rtlCol="0" anchor="b" anchorCtr="0">
            <a:noAutofit/>
          </a:bodyPr>
          <a:lstStyle/>
          <a:p>
            <a:pPr algn="r"/>
            <a:r>
              <a:rPr lang="fi-FI" sz="900" b="0">
                <a:solidFill>
                  <a:schemeClr val="accent3">
                    <a:lumMod val="100000"/>
                  </a:schemeClr>
                </a:solidFill>
                <a:latin typeface="+mn-lt"/>
                <a:cs typeface="Arial" panose="020B0604020202020204" pitchFamily="34" charset="0"/>
              </a:rPr>
              <a:t>21</a:t>
            </a:r>
          </a:p>
        </p:txBody>
      </p:sp>
    </p:spTree>
    <p:custDataLst>
      <p:tags r:id="rId1"/>
    </p:custDataLst>
    <p:extLst>
      <p:ext uri="{BB962C8B-B14F-4D97-AF65-F5344CB8AC3E}">
        <p14:creationId xmlns:p14="http://schemas.microsoft.com/office/powerpoint/2010/main" val="1431982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a:hlinkClick r:id="rId12" action="ppaction://hlinksldjump"/>
            <a:extLst>
              <a:ext uri="{FF2B5EF4-FFF2-40B4-BE49-F238E27FC236}">
                <a16:creationId xmlns:a16="http://schemas.microsoft.com/office/drawing/2014/main" id="{6CE55867-10DB-B138-C332-93B7C300C7E8}"/>
              </a:ext>
            </a:extLst>
          </p:cNvPr>
          <p:cNvSpPr txBox="1"/>
          <p:nvPr>
            <p:custDataLst>
              <p:tags r:id="rId2"/>
            </p:custDataLst>
          </p:nvPr>
        </p:nvSpPr>
        <p:spPr>
          <a:xfrm>
            <a:off x="2049869" y="1083732"/>
            <a:ext cx="5535080" cy="1737697"/>
          </a:xfrm>
          <a:prstGeom prst="rect">
            <a:avLst/>
          </a:prstGeom>
          <a:noFill/>
        </p:spPr>
        <p:txBody>
          <a:bodyPr vert="horz" wrap="square" lIns="0" tIns="864000" rIns="0" bIns="0" rtlCol="0">
            <a:noAutofit/>
          </a:bodyPr>
          <a:lstStyle/>
          <a:p>
            <a:pPr algn="l">
              <a:lnSpc>
                <a:spcPct val="70000"/>
              </a:lnSpc>
            </a:pPr>
            <a:r>
              <a:rPr lang="fi-FI" sz="6600">
                <a:solidFill>
                  <a:schemeClr val="accent3">
                    <a:lumMod val="100000"/>
                  </a:schemeClr>
                </a:solidFill>
                <a:latin typeface="+mj-lt"/>
              </a:rPr>
              <a:t>Section 1</a:t>
            </a:r>
          </a:p>
        </p:txBody>
      </p:sp>
      <p:sp>
        <p:nvSpPr>
          <p:cNvPr id="50" name="TextBox 49">
            <a:hlinkClick r:id="rId13" action="ppaction://hlinksldjump"/>
            <a:extLst>
              <a:ext uri="{FF2B5EF4-FFF2-40B4-BE49-F238E27FC236}">
                <a16:creationId xmlns:a16="http://schemas.microsoft.com/office/drawing/2014/main" id="{700D40E1-E61A-7232-0D2C-B6860F6B9325}"/>
              </a:ext>
            </a:extLst>
          </p:cNvPr>
          <p:cNvSpPr txBox="1"/>
          <p:nvPr>
            <p:custDataLst>
              <p:tags r:id="rId3"/>
            </p:custDataLst>
          </p:nvPr>
        </p:nvSpPr>
        <p:spPr>
          <a:xfrm>
            <a:off x="2115845" y="2948429"/>
            <a:ext cx="5469103" cy="32361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fi-FI" sz="1600">
                <a:solidFill>
                  <a:schemeClr val="accent3">
                    <a:lumMod val="100000"/>
                  </a:schemeClr>
                </a:solidFill>
                <a:effectLst/>
                <a:latin typeface="+mn-lt"/>
              </a:rPr>
              <a:t>S1 Subsection 1</a:t>
            </a:r>
          </a:p>
        </p:txBody>
      </p:sp>
      <p:sp>
        <p:nvSpPr>
          <p:cNvPr id="51" name="TextBox 50">
            <a:hlinkClick r:id="rId14" action="ppaction://hlinksldjump"/>
            <a:extLst>
              <a:ext uri="{FF2B5EF4-FFF2-40B4-BE49-F238E27FC236}">
                <a16:creationId xmlns:a16="http://schemas.microsoft.com/office/drawing/2014/main" id="{7BB81057-039F-4DDE-43CA-FC26D96E9067}"/>
              </a:ext>
            </a:extLst>
          </p:cNvPr>
          <p:cNvSpPr txBox="1"/>
          <p:nvPr>
            <p:custDataLst>
              <p:tags r:id="rId4"/>
            </p:custDataLst>
          </p:nvPr>
        </p:nvSpPr>
        <p:spPr>
          <a:xfrm>
            <a:off x="2115845" y="3399039"/>
            <a:ext cx="5469103" cy="32361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fi-FI" sz="1600">
                <a:solidFill>
                  <a:schemeClr val="accent3">
                    <a:lumMod val="100000"/>
                  </a:schemeClr>
                </a:solidFill>
                <a:effectLst/>
                <a:latin typeface="+mn-lt"/>
              </a:rPr>
              <a:t>S1 Subsection 2</a:t>
            </a:r>
          </a:p>
        </p:txBody>
      </p:sp>
      <p:sp>
        <p:nvSpPr>
          <p:cNvPr id="52" name="TextBox 51">
            <a:hlinkClick r:id="rId12" action="ppaction://hlinksldjump"/>
            <a:extLst>
              <a:ext uri="{FF2B5EF4-FFF2-40B4-BE49-F238E27FC236}">
                <a16:creationId xmlns:a16="http://schemas.microsoft.com/office/drawing/2014/main" id="{90A7C3F1-2E7C-643E-E350-1A11D6A739AB}"/>
              </a:ext>
            </a:extLst>
          </p:cNvPr>
          <p:cNvSpPr txBox="1"/>
          <p:nvPr>
            <p:custDataLst>
              <p:tags r:id="rId5"/>
            </p:custDataLst>
          </p:nvPr>
        </p:nvSpPr>
        <p:spPr>
          <a:xfrm>
            <a:off x="1264327" y="1083732"/>
            <a:ext cx="609169" cy="1380374"/>
          </a:xfrm>
          <a:prstGeom prst="rect">
            <a:avLst/>
          </a:prstGeom>
        </p:spPr>
        <p:txBody>
          <a:bodyPr vert="horz" wrap="none" lIns="0" tIns="774000" rIns="0" bIns="0" rtlCol="0" anchor="t" anchorCtr="0">
            <a:noAutofit/>
          </a:bodyPr>
          <a:lstStyle/>
          <a:p>
            <a:pPr algn="l">
              <a:lnSpc>
                <a:spcPct val="80000"/>
              </a:lnSpc>
              <a:spcAft>
                <a:spcPts val="600"/>
              </a:spcAft>
            </a:pPr>
            <a:r>
              <a:rPr lang="fi-FI" sz="6600" b="1">
                <a:solidFill>
                  <a:schemeClr val="accent3">
                    <a:lumMod val="100000"/>
                  </a:schemeClr>
                </a:solidFill>
                <a:latin typeface="+mj-lt"/>
              </a:rPr>
              <a:t>1.</a:t>
            </a:r>
          </a:p>
        </p:txBody>
      </p:sp>
      <p:sp>
        <p:nvSpPr>
          <p:cNvPr id="53" name="TextBox 52">
            <a:hlinkClick r:id="rId12" action="ppaction://hlinksldjump"/>
            <a:extLst>
              <a:ext uri="{FF2B5EF4-FFF2-40B4-BE49-F238E27FC236}">
                <a16:creationId xmlns:a16="http://schemas.microsoft.com/office/drawing/2014/main" id="{10DFC178-695A-CC2F-69BA-F71BEBF41303}"/>
              </a:ext>
            </a:extLst>
          </p:cNvPr>
          <p:cNvSpPr txBox="1"/>
          <p:nvPr>
            <p:custDataLst>
              <p:tags r:id="rId6"/>
            </p:custDataLst>
          </p:nvPr>
        </p:nvSpPr>
        <p:spPr>
          <a:xfrm>
            <a:off x="7630668" y="2785429"/>
            <a:ext cx="72000" cy="36000"/>
          </a:xfrm>
          <a:prstGeom prst="rect">
            <a:avLst/>
          </a:prstGeom>
          <a:noFill/>
        </p:spPr>
        <p:txBody>
          <a:bodyPr vert="horz" wrap="none" lIns="0" tIns="0" rIns="0" bIns="0" rtlCol="0" anchor="ctr" anchorCtr="0">
            <a:noAutofit/>
          </a:bodyPr>
          <a:lstStyle/>
          <a:p>
            <a:pPr algn="ctr"/>
            <a:r>
              <a:rPr lang="fi-FI" sz="100">
                <a:noFill/>
                <a:latin typeface="+mj-lt"/>
              </a:rPr>
              <a:t>5</a:t>
            </a:r>
          </a:p>
        </p:txBody>
      </p:sp>
      <p:sp>
        <p:nvSpPr>
          <p:cNvPr id="54" name="TextBox 53">
            <a:hlinkClick r:id="rId13" action="ppaction://hlinksldjump"/>
            <a:extLst>
              <a:ext uri="{FF2B5EF4-FFF2-40B4-BE49-F238E27FC236}">
                <a16:creationId xmlns:a16="http://schemas.microsoft.com/office/drawing/2014/main" id="{AF9C193F-D57C-1771-44C8-FE58AAB72E5C}"/>
              </a:ext>
            </a:extLst>
          </p:cNvPr>
          <p:cNvSpPr txBox="1"/>
          <p:nvPr>
            <p:custDataLst>
              <p:tags r:id="rId7"/>
            </p:custDataLst>
          </p:nvPr>
        </p:nvSpPr>
        <p:spPr bwMode="auto">
          <a:xfrm>
            <a:off x="1369342" y="2948429"/>
            <a:ext cx="932742" cy="32361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fi-FI" sz="2400">
                <a:solidFill>
                  <a:schemeClr val="accent3">
                    <a:lumMod val="100000"/>
                  </a:schemeClr>
                </a:solidFill>
                <a:latin typeface="+mj-lt"/>
              </a:rPr>
              <a:t>1.1</a:t>
            </a:r>
          </a:p>
        </p:txBody>
      </p:sp>
      <p:sp>
        <p:nvSpPr>
          <p:cNvPr id="55" name="TextBox 54">
            <a:hlinkClick r:id="rId14" action="ppaction://hlinksldjump"/>
            <a:extLst>
              <a:ext uri="{FF2B5EF4-FFF2-40B4-BE49-F238E27FC236}">
                <a16:creationId xmlns:a16="http://schemas.microsoft.com/office/drawing/2014/main" id="{298CBD62-6050-1D62-BD8D-EE2FAD155660}"/>
              </a:ext>
            </a:extLst>
          </p:cNvPr>
          <p:cNvSpPr txBox="1"/>
          <p:nvPr>
            <p:custDataLst>
              <p:tags r:id="rId8"/>
            </p:custDataLst>
          </p:nvPr>
        </p:nvSpPr>
        <p:spPr bwMode="auto">
          <a:xfrm>
            <a:off x="1369342" y="3399039"/>
            <a:ext cx="932742" cy="32361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fi-FI" sz="2400">
                <a:solidFill>
                  <a:schemeClr val="accent3">
                    <a:lumMod val="100000"/>
                  </a:schemeClr>
                </a:solidFill>
                <a:latin typeface="+mj-lt"/>
              </a:rPr>
              <a:t>1.2</a:t>
            </a:r>
          </a:p>
        </p:txBody>
      </p:sp>
      <p:sp>
        <p:nvSpPr>
          <p:cNvPr id="56" name="TextBox 55">
            <a:hlinkClick r:id="rId13" action="ppaction://hlinksldjump"/>
            <a:extLst>
              <a:ext uri="{FF2B5EF4-FFF2-40B4-BE49-F238E27FC236}">
                <a16:creationId xmlns:a16="http://schemas.microsoft.com/office/drawing/2014/main" id="{3A99BDBD-C3A0-0962-AD15-AB9982A9DA96}"/>
              </a:ext>
            </a:extLst>
          </p:cNvPr>
          <p:cNvSpPr txBox="1"/>
          <p:nvPr>
            <p:custDataLst>
              <p:tags r:id="rId9"/>
            </p:custDataLst>
          </p:nvPr>
        </p:nvSpPr>
        <p:spPr>
          <a:xfrm>
            <a:off x="7630668" y="2923030"/>
            <a:ext cx="45719" cy="349009"/>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fi-FI" sz="1200">
                <a:solidFill>
                  <a:schemeClr val="accent3">
                    <a:lumMod val="100000"/>
                  </a:schemeClr>
                </a:solidFill>
                <a:effectLst/>
                <a:latin typeface="+mn-lt"/>
              </a:rPr>
              <a:t>6</a:t>
            </a:r>
          </a:p>
        </p:txBody>
      </p:sp>
      <p:sp>
        <p:nvSpPr>
          <p:cNvPr id="57" name="TextBox 56">
            <a:hlinkClick r:id="rId14" action="ppaction://hlinksldjump"/>
            <a:extLst>
              <a:ext uri="{FF2B5EF4-FFF2-40B4-BE49-F238E27FC236}">
                <a16:creationId xmlns:a16="http://schemas.microsoft.com/office/drawing/2014/main" id="{B93E361B-C78F-C84D-F062-C898E02D98C9}"/>
              </a:ext>
            </a:extLst>
          </p:cNvPr>
          <p:cNvSpPr txBox="1"/>
          <p:nvPr>
            <p:custDataLst>
              <p:tags r:id="rId10"/>
            </p:custDataLst>
          </p:nvPr>
        </p:nvSpPr>
        <p:spPr>
          <a:xfrm>
            <a:off x="7630668" y="3373640"/>
            <a:ext cx="45719" cy="349009"/>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fi-FI" sz="1200">
                <a:solidFill>
                  <a:schemeClr val="accent3">
                    <a:lumMod val="100000"/>
                  </a:schemeClr>
                </a:solidFill>
                <a:effectLst/>
                <a:latin typeface="+mn-lt"/>
              </a:rPr>
              <a:t>10</a:t>
            </a:r>
          </a:p>
        </p:txBody>
      </p:sp>
    </p:spTree>
    <p:custDataLst>
      <p:tags r:id="rId1"/>
    </p:custDataLst>
    <p:extLst>
      <p:ext uri="{BB962C8B-B14F-4D97-AF65-F5344CB8AC3E}">
        <p14:creationId xmlns:p14="http://schemas.microsoft.com/office/powerpoint/2010/main" val="1269048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a:hlinkClick r:id="rId6" action="ppaction://hlinksldjump"/>
            <a:extLst>
              <a:ext uri="{FF2B5EF4-FFF2-40B4-BE49-F238E27FC236}">
                <a16:creationId xmlns:a16="http://schemas.microsoft.com/office/drawing/2014/main" id="{4B476D35-7D13-7E27-18CF-050ECCBA2610}"/>
              </a:ext>
            </a:extLst>
          </p:cNvPr>
          <p:cNvSpPr txBox="1"/>
          <p:nvPr>
            <p:custDataLst>
              <p:tags r:id="rId2"/>
            </p:custDataLst>
          </p:nvPr>
        </p:nvSpPr>
        <p:spPr>
          <a:xfrm>
            <a:off x="998475" y="1773835"/>
            <a:ext cx="4692308" cy="2091155"/>
          </a:xfrm>
          <a:prstGeom prst="rect">
            <a:avLst/>
          </a:prstGeom>
          <a:noFill/>
        </p:spPr>
        <p:txBody>
          <a:bodyPr vert="horz" wrap="square" lIns="0" tIns="0" rIns="0" bIns="0" rtlCol="0" anchor="t" anchorCtr="0">
            <a:noAutofit/>
          </a:bodyPr>
          <a:lstStyle/>
          <a:p>
            <a:pPr algn="l">
              <a:lnSpc>
                <a:spcPct val="70000"/>
              </a:lnSpc>
            </a:pPr>
            <a:r>
              <a:rPr lang="fi-FI" sz="6600">
                <a:solidFill>
                  <a:schemeClr val="accent3">
                    <a:lumMod val="100000"/>
                  </a:schemeClr>
                </a:solidFill>
                <a:latin typeface="+mj-lt"/>
              </a:rPr>
              <a:t>S1 Subsection 1</a:t>
            </a:r>
          </a:p>
        </p:txBody>
      </p:sp>
      <p:sp>
        <p:nvSpPr>
          <p:cNvPr id="32" name="TextBox 31">
            <a:hlinkClick r:id="rId6" action="ppaction://hlinksldjump"/>
            <a:extLst>
              <a:ext uri="{FF2B5EF4-FFF2-40B4-BE49-F238E27FC236}">
                <a16:creationId xmlns:a16="http://schemas.microsoft.com/office/drawing/2014/main" id="{E8845867-FB24-79AC-E403-723F8E5AB844}"/>
              </a:ext>
            </a:extLst>
          </p:cNvPr>
          <p:cNvSpPr txBox="1"/>
          <p:nvPr>
            <p:custDataLst>
              <p:tags r:id="rId3"/>
            </p:custDataLst>
          </p:nvPr>
        </p:nvSpPr>
        <p:spPr bwMode="auto">
          <a:xfrm>
            <a:off x="2064469" y="1773835"/>
            <a:ext cx="36000" cy="36000"/>
          </a:xfrm>
          <a:prstGeom prst="rect">
            <a:avLst/>
          </a:prstGeom>
          <a:noFill/>
          <a:ln w="9525">
            <a:noFill/>
            <a:miter lim="800000"/>
            <a:headEnd/>
            <a:tailEnd/>
          </a:ln>
        </p:spPr>
        <p:txBody>
          <a:bodyPr vert="horz" wrap="none" lIns="0" tIns="0" rIns="0" bIns="0" rtlCol="0" anchor="t" anchorCtr="0">
            <a:noAutofit/>
          </a:bodyPr>
          <a:lstStyle/>
          <a:p>
            <a:pPr algn="l"/>
            <a:r>
              <a:rPr lang="fi-FI" sz="100">
                <a:noFill/>
              </a:rPr>
              <a:t>1.1</a:t>
            </a:r>
          </a:p>
        </p:txBody>
      </p:sp>
      <p:sp>
        <p:nvSpPr>
          <p:cNvPr id="33" name="TextBox 32">
            <a:hlinkClick r:id="rId6" action="ppaction://hlinksldjump"/>
            <a:extLst>
              <a:ext uri="{FF2B5EF4-FFF2-40B4-BE49-F238E27FC236}">
                <a16:creationId xmlns:a16="http://schemas.microsoft.com/office/drawing/2014/main" id="{21510F31-F2A1-3D39-7D71-79D8F2538D42}"/>
              </a:ext>
            </a:extLst>
          </p:cNvPr>
          <p:cNvSpPr txBox="1"/>
          <p:nvPr>
            <p:custDataLst>
              <p:tags r:id="rId4"/>
            </p:custDataLst>
          </p:nvPr>
        </p:nvSpPr>
        <p:spPr>
          <a:xfrm>
            <a:off x="5690783" y="3864990"/>
            <a:ext cx="0" cy="0"/>
          </a:xfrm>
          <a:prstGeom prst="rect">
            <a:avLst/>
          </a:prstGeom>
          <a:noFill/>
        </p:spPr>
        <p:txBody>
          <a:bodyPr vert="horz" wrap="none" lIns="0" tIns="0" rIns="0" bIns="0" rtlCol="0" anchor="t" anchorCtr="0">
            <a:noAutofit/>
          </a:bodyPr>
          <a:lstStyle/>
          <a:p>
            <a:pPr algn="r"/>
            <a:r>
              <a:rPr lang="fi-FI" sz="100">
                <a:noFill/>
                <a:latin typeface="+mj-lt"/>
              </a:rPr>
              <a:t>6</a:t>
            </a:r>
          </a:p>
        </p:txBody>
      </p:sp>
    </p:spTree>
    <p:custDataLst>
      <p:tags r:id="rId1"/>
    </p:custDataLst>
    <p:extLst>
      <p:ext uri="{BB962C8B-B14F-4D97-AF65-F5344CB8AC3E}">
        <p14:creationId xmlns:p14="http://schemas.microsoft.com/office/powerpoint/2010/main" val="778076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B5EFFFA-C5BC-F6F6-79AB-5DFC0B703FC2}"/>
              </a:ext>
            </a:extLst>
          </p:cNvPr>
          <p:cNvGraphicFramePr>
            <a:graphicFrameLocks noChangeAspect="1"/>
          </p:cNvGraphicFramePr>
          <p:nvPr>
            <p:custDataLst>
              <p:tags r:id="rId1"/>
            </p:custDataLst>
            <p:extLst>
              <p:ext uri="{D42A27DB-BD31-4B8C-83A1-F6EECF244321}">
                <p14:modId xmlns:p14="http://schemas.microsoft.com/office/powerpoint/2010/main" val="2160728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3" imgH="476" progId="TCLayout.ActiveDocument.1">
                  <p:embed/>
                </p:oleObj>
              </mc:Choice>
              <mc:Fallback>
                <p:oleObj name="think-cell Slide" r:id="rId5" imgW="473" imgH="476" progId="TCLayout.ActiveDocument.1">
                  <p:embed/>
                  <p:pic>
                    <p:nvPicPr>
                      <p:cNvPr id="5" name="think-cell data - do not delete" hidden="1">
                        <a:extLst>
                          <a:ext uri="{FF2B5EF4-FFF2-40B4-BE49-F238E27FC236}">
                            <a16:creationId xmlns:a16="http://schemas.microsoft.com/office/drawing/2014/main" id="{BB5EFFFA-C5BC-F6F6-79AB-5DFC0B703FC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95EA2504-8171-A9AE-2017-BAEDF63497C8}"/>
              </a:ext>
            </a:extLst>
          </p:cNvPr>
          <p:cNvSpPr>
            <a:spLocks noGrp="1"/>
          </p:cNvSpPr>
          <p:nvPr>
            <p:ph type="title"/>
          </p:nvPr>
        </p:nvSpPr>
        <p:spPr>
          <a:xfrm>
            <a:off x="982801" y="442800"/>
            <a:ext cx="10224000" cy="539750"/>
          </a:xfrm>
        </p:spPr>
        <p:txBody>
          <a:bodyPr vert="horz"/>
          <a:lstStyle/>
          <a:p>
            <a:r>
              <a:rPr lang="fi-FI"/>
              <a:t>Test – Title only </a:t>
            </a:r>
          </a:p>
        </p:txBody>
      </p:sp>
      <p:sp>
        <p:nvSpPr>
          <p:cNvPr id="25" name="Text Placeholder 24">
            <a:extLst>
              <a:ext uri="{FF2B5EF4-FFF2-40B4-BE49-F238E27FC236}">
                <a16:creationId xmlns:a16="http://schemas.microsoft.com/office/drawing/2014/main" id="{533F920C-4A2F-D3E6-2D61-A0D0D1B68D57}"/>
              </a:ext>
            </a:extLst>
          </p:cNvPr>
          <p:cNvSpPr>
            <a:spLocks noGrp="1"/>
          </p:cNvSpPr>
          <p:nvPr>
            <p:ph type="body" sz="quarter" idx="17"/>
          </p:nvPr>
        </p:nvSpPr>
        <p:spPr/>
        <p:txBody>
          <a:bodyPr/>
          <a:lstStyle/>
          <a:p>
            <a:endParaRPr lang="fi-FI"/>
          </a:p>
        </p:txBody>
      </p:sp>
      <p:sp>
        <p:nvSpPr>
          <p:cNvPr id="26" name="Text Placeholder 25">
            <a:extLst>
              <a:ext uri="{FF2B5EF4-FFF2-40B4-BE49-F238E27FC236}">
                <a16:creationId xmlns:a16="http://schemas.microsoft.com/office/drawing/2014/main" id="{0A2F8BA9-94BF-27FD-E7CA-71D1252FFF3E}"/>
              </a:ext>
            </a:extLst>
          </p:cNvPr>
          <p:cNvSpPr>
            <a:spLocks noGrp="1"/>
          </p:cNvSpPr>
          <p:nvPr>
            <p:ph type="body" sz="quarter" idx="18"/>
          </p:nvPr>
        </p:nvSpPr>
        <p:spPr/>
        <p:txBody>
          <a:bodyPr/>
          <a:lstStyle/>
          <a:p>
            <a:endParaRPr lang="fi-FI"/>
          </a:p>
        </p:txBody>
      </p:sp>
      <p:sp>
        <p:nvSpPr>
          <p:cNvPr id="56" name="UpSlide SubSection Marker" hidden="1">
            <a:extLst>
              <a:ext uri="{FF2B5EF4-FFF2-40B4-BE49-F238E27FC236}">
                <a16:creationId xmlns:a16="http://schemas.microsoft.com/office/drawing/2014/main" id="{9098A077-2516-FC5D-06A3-82C8AF278685}"/>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i-FI" sz="900" b="0" i="0" u="none" strike="noStrike" kern="1200" cap="none" spc="0" normalizeH="0" baseline="0" noProof="0">
                <a:ln>
                  <a:noFill/>
                </a:ln>
                <a:solidFill>
                  <a:srgbClr val="FFFFFF"/>
                </a:solidFill>
                <a:effectLst/>
                <a:uLnTx/>
                <a:uFillTx/>
                <a:latin typeface="Arial"/>
                <a:ea typeface="+mn-ea"/>
                <a:cs typeface="+mn-cs"/>
              </a:rPr>
              <a:t>S1 Subsection 1</a:t>
            </a:r>
          </a:p>
        </p:txBody>
      </p:sp>
      <p:grpSp>
        <p:nvGrpSpPr>
          <p:cNvPr id="4" name="Group 3">
            <a:extLst>
              <a:ext uri="{FF2B5EF4-FFF2-40B4-BE49-F238E27FC236}">
                <a16:creationId xmlns:a16="http://schemas.microsoft.com/office/drawing/2014/main" id="{11D5CD78-E146-E4EF-961E-8DCCA08D3832}"/>
              </a:ext>
            </a:extLst>
          </p:cNvPr>
          <p:cNvGrpSpPr/>
          <p:nvPr>
            <p:custDataLst>
              <p:tags r:id="rId3"/>
            </p:custDataLst>
          </p:nvPr>
        </p:nvGrpSpPr>
        <p:grpSpPr>
          <a:xfrm>
            <a:off x="982800" y="179436"/>
            <a:ext cx="1180480" cy="144922"/>
            <a:chOff x="982800" y="179436"/>
            <a:chExt cx="1180480" cy="144922"/>
          </a:xfrm>
        </p:grpSpPr>
        <p:sp>
          <p:nvSpPr>
            <p:cNvPr id="2" name="Current Section1">
              <a:hlinkClick r:id="rId7" action="ppaction://hlinksldjump"/>
              <a:extLst>
                <a:ext uri="{FF2B5EF4-FFF2-40B4-BE49-F238E27FC236}">
                  <a16:creationId xmlns:a16="http://schemas.microsoft.com/office/drawing/2014/main" id="{74B50694-C3B2-9827-9FDF-0D5742FDE53E}"/>
                </a:ext>
              </a:extLst>
            </p:cNvPr>
            <p:cNvSpPr>
              <a:spLocks/>
            </p:cNvSpPr>
            <p:nvPr/>
          </p:nvSpPr>
          <p:spPr>
            <a:xfrm>
              <a:off x="982800" y="179436"/>
              <a:ext cx="60386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10800" rIns="72000" bIns="108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accent3">
                      <a:lumMod val="100000"/>
                    </a:schemeClr>
                  </a:solidFill>
                  <a:latin typeface="Arial" panose="020B0604020202020204" pitchFamily="34" charset="0"/>
                  <a:cs typeface="Arial" panose="020B0604020202020204" pitchFamily="34" charset="0"/>
                </a:rPr>
                <a:t>Section 1</a:t>
              </a:r>
            </a:p>
          </p:txBody>
        </p:sp>
        <p:sp>
          <p:nvSpPr>
            <p:cNvPr id="3" name="Other Sections2">
              <a:hlinkClick r:id="rId8" action="ppaction://hlinksldjump"/>
              <a:extLst>
                <a:ext uri="{FF2B5EF4-FFF2-40B4-BE49-F238E27FC236}">
                  <a16:creationId xmlns:a16="http://schemas.microsoft.com/office/drawing/2014/main" id="{0BB4E062-AF4D-F879-73A8-63796DF5A187}"/>
                </a:ext>
              </a:extLst>
            </p:cNvPr>
            <p:cNvSpPr>
              <a:spLocks/>
            </p:cNvSpPr>
            <p:nvPr/>
          </p:nvSpPr>
          <p:spPr>
            <a:xfrm>
              <a:off x="1586665" y="179436"/>
              <a:ext cx="57661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10800" rIns="72000" bIns="108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Section 2</a:t>
              </a:r>
            </a:p>
          </p:txBody>
        </p:sp>
      </p:grpSp>
    </p:spTree>
    <p:extLst>
      <p:ext uri="{BB962C8B-B14F-4D97-AF65-F5344CB8AC3E}">
        <p14:creationId xmlns:p14="http://schemas.microsoft.com/office/powerpoint/2010/main" val="1416205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B5EFFFA-C5BC-F6F6-79AB-5DFC0B703FC2}"/>
              </a:ext>
            </a:extLst>
          </p:cNvPr>
          <p:cNvGraphicFramePr>
            <a:graphicFrameLocks noChangeAspect="1"/>
          </p:cNvGraphicFramePr>
          <p:nvPr>
            <p:custDataLst>
              <p:tags r:id="rId1"/>
            </p:custDataLst>
            <p:extLst>
              <p:ext uri="{D42A27DB-BD31-4B8C-83A1-F6EECF244321}">
                <p14:modId xmlns:p14="http://schemas.microsoft.com/office/powerpoint/2010/main" val="512596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3" imgH="476" progId="TCLayout.ActiveDocument.1">
                  <p:embed/>
                </p:oleObj>
              </mc:Choice>
              <mc:Fallback>
                <p:oleObj name="think-cell Slide" r:id="rId5" imgW="473" imgH="476" progId="TCLayout.ActiveDocument.1">
                  <p:embed/>
                  <p:pic>
                    <p:nvPicPr>
                      <p:cNvPr id="5" name="think-cell data - do not delete" hidden="1">
                        <a:extLst>
                          <a:ext uri="{FF2B5EF4-FFF2-40B4-BE49-F238E27FC236}">
                            <a16:creationId xmlns:a16="http://schemas.microsoft.com/office/drawing/2014/main" id="{BB5EFFFA-C5BC-F6F6-79AB-5DFC0B703FC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95EA2504-8171-A9AE-2017-BAEDF63497C8}"/>
              </a:ext>
            </a:extLst>
          </p:cNvPr>
          <p:cNvSpPr>
            <a:spLocks noGrp="1"/>
          </p:cNvSpPr>
          <p:nvPr>
            <p:ph type="title"/>
          </p:nvPr>
        </p:nvSpPr>
        <p:spPr>
          <a:xfrm>
            <a:off x="982801" y="442800"/>
            <a:ext cx="10224000" cy="539750"/>
          </a:xfrm>
        </p:spPr>
        <p:txBody>
          <a:bodyPr vert="horz"/>
          <a:lstStyle/>
          <a:p>
            <a:r>
              <a:rPr lang="fi-FI"/>
              <a:t>Test – One column text </a:t>
            </a:r>
          </a:p>
        </p:txBody>
      </p:sp>
      <p:sp>
        <p:nvSpPr>
          <p:cNvPr id="11" name="Text Placeholder 10">
            <a:extLst>
              <a:ext uri="{FF2B5EF4-FFF2-40B4-BE49-F238E27FC236}">
                <a16:creationId xmlns:a16="http://schemas.microsoft.com/office/drawing/2014/main" id="{A231853F-F315-58A6-DD15-BA1156155CAC}"/>
              </a:ext>
            </a:extLst>
          </p:cNvPr>
          <p:cNvSpPr>
            <a:spLocks noGrp="1"/>
          </p:cNvSpPr>
          <p:nvPr>
            <p:ph type="body" sz="quarter" idx="17"/>
          </p:nvPr>
        </p:nvSpPr>
        <p:spPr/>
        <p:txBody>
          <a:bodyPr/>
          <a:lstStyle/>
          <a:p>
            <a:endParaRPr lang="fi-FI"/>
          </a:p>
        </p:txBody>
      </p:sp>
      <p:sp>
        <p:nvSpPr>
          <p:cNvPr id="12" name="Text Placeholder 11">
            <a:extLst>
              <a:ext uri="{FF2B5EF4-FFF2-40B4-BE49-F238E27FC236}">
                <a16:creationId xmlns:a16="http://schemas.microsoft.com/office/drawing/2014/main" id="{04D886A7-069C-9A33-7CA1-FFC0C0079356}"/>
              </a:ext>
            </a:extLst>
          </p:cNvPr>
          <p:cNvSpPr>
            <a:spLocks noGrp="1"/>
          </p:cNvSpPr>
          <p:nvPr>
            <p:ph type="body" sz="quarter" idx="18"/>
          </p:nvPr>
        </p:nvSpPr>
        <p:spPr/>
        <p:txBody>
          <a:bodyPr/>
          <a:lstStyle/>
          <a:p>
            <a:endParaRPr lang="fi-FI"/>
          </a:p>
        </p:txBody>
      </p:sp>
      <p:sp>
        <p:nvSpPr>
          <p:cNvPr id="13" name="Text Placeholder 12">
            <a:extLst>
              <a:ext uri="{FF2B5EF4-FFF2-40B4-BE49-F238E27FC236}">
                <a16:creationId xmlns:a16="http://schemas.microsoft.com/office/drawing/2014/main" id="{943200CC-24DF-7348-C8CB-17F405D0F83C}"/>
              </a:ext>
            </a:extLst>
          </p:cNvPr>
          <p:cNvSpPr>
            <a:spLocks noGrp="1"/>
          </p:cNvSpPr>
          <p:nvPr>
            <p:ph type="body" sz="quarter" idx="56"/>
          </p:nvPr>
        </p:nvSpPr>
        <p:spPr/>
        <p:txBody>
          <a:bodyPr/>
          <a:lstStyle/>
          <a:p>
            <a:endParaRPr lang="fi-FI"/>
          </a:p>
        </p:txBody>
      </p:sp>
      <p:sp>
        <p:nvSpPr>
          <p:cNvPr id="56" name="UpSlide SubSection Marker" hidden="1">
            <a:extLst>
              <a:ext uri="{FF2B5EF4-FFF2-40B4-BE49-F238E27FC236}">
                <a16:creationId xmlns:a16="http://schemas.microsoft.com/office/drawing/2014/main" id="{9098A077-2516-FC5D-06A3-82C8AF278685}"/>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i-FI" sz="900" b="0" i="0" u="none" strike="noStrike" kern="1200" cap="none" spc="0" normalizeH="0" baseline="0" noProof="0">
                <a:ln>
                  <a:noFill/>
                </a:ln>
                <a:solidFill>
                  <a:srgbClr val="FFFFFF"/>
                </a:solidFill>
                <a:effectLst/>
                <a:uLnTx/>
                <a:uFillTx/>
                <a:latin typeface="Arial"/>
                <a:ea typeface="+mn-ea"/>
                <a:cs typeface="+mn-cs"/>
              </a:rPr>
              <a:t>S1 Subsection 1</a:t>
            </a:r>
          </a:p>
        </p:txBody>
      </p:sp>
      <p:grpSp>
        <p:nvGrpSpPr>
          <p:cNvPr id="2" name="Group 1">
            <a:extLst>
              <a:ext uri="{FF2B5EF4-FFF2-40B4-BE49-F238E27FC236}">
                <a16:creationId xmlns:a16="http://schemas.microsoft.com/office/drawing/2014/main" id="{11D5CD78-E146-E4EF-961E-8DCCA08D3832}"/>
              </a:ext>
            </a:extLst>
          </p:cNvPr>
          <p:cNvGrpSpPr/>
          <p:nvPr>
            <p:custDataLst>
              <p:tags r:id="rId3"/>
            </p:custDataLst>
          </p:nvPr>
        </p:nvGrpSpPr>
        <p:grpSpPr>
          <a:xfrm>
            <a:off x="982800" y="179436"/>
            <a:ext cx="1180480" cy="144922"/>
            <a:chOff x="982800" y="179436"/>
            <a:chExt cx="1180480" cy="144922"/>
          </a:xfrm>
        </p:grpSpPr>
        <p:sp>
          <p:nvSpPr>
            <p:cNvPr id="3" name="Current Section1">
              <a:hlinkClick r:id="rId7" action="ppaction://hlinksldjump"/>
              <a:extLst>
                <a:ext uri="{FF2B5EF4-FFF2-40B4-BE49-F238E27FC236}">
                  <a16:creationId xmlns:a16="http://schemas.microsoft.com/office/drawing/2014/main" id="{74B50694-C3B2-9827-9FDF-0D5742FDE53E}"/>
                </a:ext>
              </a:extLst>
            </p:cNvPr>
            <p:cNvSpPr>
              <a:spLocks/>
            </p:cNvSpPr>
            <p:nvPr/>
          </p:nvSpPr>
          <p:spPr>
            <a:xfrm>
              <a:off x="982800" y="179436"/>
              <a:ext cx="60386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10800" rIns="72000" bIns="108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accent3">
                      <a:lumMod val="100000"/>
                    </a:schemeClr>
                  </a:solidFill>
                  <a:latin typeface="Arial" panose="020B0604020202020204" pitchFamily="34" charset="0"/>
                  <a:cs typeface="Arial" panose="020B0604020202020204" pitchFamily="34" charset="0"/>
                </a:rPr>
                <a:t>Section 1</a:t>
              </a:r>
            </a:p>
          </p:txBody>
        </p:sp>
        <p:sp>
          <p:nvSpPr>
            <p:cNvPr id="4" name="Other Sections2">
              <a:hlinkClick r:id="rId8" action="ppaction://hlinksldjump"/>
              <a:extLst>
                <a:ext uri="{FF2B5EF4-FFF2-40B4-BE49-F238E27FC236}">
                  <a16:creationId xmlns:a16="http://schemas.microsoft.com/office/drawing/2014/main" id="{0BB4E062-AF4D-F879-73A8-63796DF5A187}"/>
                </a:ext>
              </a:extLst>
            </p:cNvPr>
            <p:cNvSpPr>
              <a:spLocks/>
            </p:cNvSpPr>
            <p:nvPr/>
          </p:nvSpPr>
          <p:spPr>
            <a:xfrm>
              <a:off x="1586665" y="179436"/>
              <a:ext cx="57661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10800" rIns="72000" bIns="108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Section 2</a:t>
              </a:r>
            </a:p>
          </p:txBody>
        </p:sp>
      </p:grpSp>
    </p:spTree>
    <p:extLst>
      <p:ext uri="{BB962C8B-B14F-4D97-AF65-F5344CB8AC3E}">
        <p14:creationId xmlns:p14="http://schemas.microsoft.com/office/powerpoint/2010/main" val="3429952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C73132CD-C567-A221-98C1-4B3997712F1D}"/>
              </a:ext>
            </a:extLst>
          </p:cNvPr>
          <p:cNvGraphicFramePr>
            <a:graphicFrameLocks noChangeAspect="1"/>
          </p:cNvGraphicFramePr>
          <p:nvPr>
            <p:custDataLst>
              <p:tags r:id="rId1"/>
            </p:custDataLst>
            <p:extLst>
              <p:ext uri="{D42A27DB-BD31-4B8C-83A1-F6EECF244321}">
                <p14:modId xmlns:p14="http://schemas.microsoft.com/office/powerpoint/2010/main" val="32586094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13" name="think-cell data - do not delete" hidden="1">
                        <a:extLst>
                          <a:ext uri="{FF2B5EF4-FFF2-40B4-BE49-F238E27FC236}">
                            <a16:creationId xmlns:a16="http://schemas.microsoft.com/office/drawing/2014/main" id="{C73132CD-C567-A221-98C1-4B3997712F1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5FB84265-7F58-C95B-6136-FB2A28C772D6}"/>
              </a:ext>
            </a:extLst>
          </p:cNvPr>
          <p:cNvSpPr>
            <a:spLocks noGrp="1"/>
          </p:cNvSpPr>
          <p:nvPr>
            <p:ph type="title"/>
          </p:nvPr>
        </p:nvSpPr>
        <p:spPr>
          <a:xfrm>
            <a:off x="982801" y="442800"/>
            <a:ext cx="10224000" cy="539750"/>
          </a:xfrm>
        </p:spPr>
        <p:txBody>
          <a:bodyPr vert="horz"/>
          <a:lstStyle/>
          <a:p>
            <a:r>
              <a:rPr lang="fi-FI"/>
              <a:t>Test – Two columns text</a:t>
            </a:r>
          </a:p>
        </p:txBody>
      </p:sp>
      <p:sp>
        <p:nvSpPr>
          <p:cNvPr id="11" name="Text Placeholder 10">
            <a:extLst>
              <a:ext uri="{FF2B5EF4-FFF2-40B4-BE49-F238E27FC236}">
                <a16:creationId xmlns:a16="http://schemas.microsoft.com/office/drawing/2014/main" id="{1C6D4C01-11E0-ED72-65FB-F9E8B54532E5}"/>
              </a:ext>
            </a:extLst>
          </p:cNvPr>
          <p:cNvSpPr>
            <a:spLocks noGrp="1"/>
          </p:cNvSpPr>
          <p:nvPr>
            <p:ph type="body" sz="quarter" idx="17"/>
          </p:nvPr>
        </p:nvSpPr>
        <p:spPr/>
        <p:txBody>
          <a:bodyPr/>
          <a:lstStyle/>
          <a:p>
            <a:endParaRPr lang="fi-FI"/>
          </a:p>
        </p:txBody>
      </p:sp>
      <p:sp>
        <p:nvSpPr>
          <p:cNvPr id="12" name="Text Placeholder 11">
            <a:extLst>
              <a:ext uri="{FF2B5EF4-FFF2-40B4-BE49-F238E27FC236}">
                <a16:creationId xmlns:a16="http://schemas.microsoft.com/office/drawing/2014/main" id="{B1234FA4-E4A3-7BE9-4921-84BC2A931D39}"/>
              </a:ext>
            </a:extLst>
          </p:cNvPr>
          <p:cNvSpPr>
            <a:spLocks noGrp="1"/>
          </p:cNvSpPr>
          <p:nvPr>
            <p:ph type="body" sz="quarter" idx="18"/>
          </p:nvPr>
        </p:nvSpPr>
        <p:spPr/>
        <p:txBody>
          <a:bodyPr/>
          <a:lstStyle/>
          <a:p>
            <a:endParaRPr lang="fi-FI"/>
          </a:p>
        </p:txBody>
      </p:sp>
      <p:sp>
        <p:nvSpPr>
          <p:cNvPr id="14" name="Text Placeholder 13">
            <a:extLst>
              <a:ext uri="{FF2B5EF4-FFF2-40B4-BE49-F238E27FC236}">
                <a16:creationId xmlns:a16="http://schemas.microsoft.com/office/drawing/2014/main" id="{2A0B78B2-DF5C-398A-EABA-200A4BF05AD4}"/>
              </a:ext>
            </a:extLst>
          </p:cNvPr>
          <p:cNvSpPr>
            <a:spLocks noGrp="1"/>
          </p:cNvSpPr>
          <p:nvPr>
            <p:ph type="body" sz="quarter" idx="56"/>
          </p:nvPr>
        </p:nvSpPr>
        <p:spPr/>
        <p:txBody>
          <a:bodyPr/>
          <a:lstStyle/>
          <a:p>
            <a:endParaRPr lang="fi-FI"/>
          </a:p>
        </p:txBody>
      </p:sp>
      <p:sp>
        <p:nvSpPr>
          <p:cNvPr id="15" name="Text Placeholder 14">
            <a:extLst>
              <a:ext uri="{FF2B5EF4-FFF2-40B4-BE49-F238E27FC236}">
                <a16:creationId xmlns:a16="http://schemas.microsoft.com/office/drawing/2014/main" id="{2701C0E6-6FFF-6ADC-4DCD-2FEC6756CD3B}"/>
              </a:ext>
            </a:extLst>
          </p:cNvPr>
          <p:cNvSpPr>
            <a:spLocks noGrp="1"/>
          </p:cNvSpPr>
          <p:nvPr>
            <p:ph type="body" sz="quarter" idx="57"/>
          </p:nvPr>
        </p:nvSpPr>
        <p:spPr/>
        <p:txBody>
          <a:bodyPr/>
          <a:lstStyle/>
          <a:p>
            <a:endParaRPr lang="fi-FI"/>
          </a:p>
        </p:txBody>
      </p:sp>
      <p:grpSp>
        <p:nvGrpSpPr>
          <p:cNvPr id="6" name="Group 5">
            <a:extLst>
              <a:ext uri="{FF2B5EF4-FFF2-40B4-BE49-F238E27FC236}">
                <a16:creationId xmlns:a16="http://schemas.microsoft.com/office/drawing/2014/main" id="{11D5CD78-E146-E4EF-961E-8DCCA08D3832}"/>
              </a:ext>
            </a:extLst>
          </p:cNvPr>
          <p:cNvGrpSpPr/>
          <p:nvPr>
            <p:custDataLst>
              <p:tags r:id="rId2"/>
            </p:custDataLst>
          </p:nvPr>
        </p:nvGrpSpPr>
        <p:grpSpPr>
          <a:xfrm>
            <a:off x="982800" y="179436"/>
            <a:ext cx="1180480" cy="144922"/>
            <a:chOff x="982800" y="179436"/>
            <a:chExt cx="1180480" cy="144922"/>
          </a:xfrm>
        </p:grpSpPr>
        <p:sp>
          <p:nvSpPr>
            <p:cNvPr id="7" name="Current Section1">
              <a:hlinkClick r:id="rId6" action="ppaction://hlinksldjump"/>
              <a:extLst>
                <a:ext uri="{FF2B5EF4-FFF2-40B4-BE49-F238E27FC236}">
                  <a16:creationId xmlns:a16="http://schemas.microsoft.com/office/drawing/2014/main" id="{74B50694-C3B2-9827-9FDF-0D5742FDE53E}"/>
                </a:ext>
              </a:extLst>
            </p:cNvPr>
            <p:cNvSpPr>
              <a:spLocks/>
            </p:cNvSpPr>
            <p:nvPr/>
          </p:nvSpPr>
          <p:spPr>
            <a:xfrm>
              <a:off x="982800" y="179436"/>
              <a:ext cx="60386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10800" rIns="72000" bIns="108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accent3">
                      <a:lumMod val="100000"/>
                    </a:schemeClr>
                  </a:solidFill>
                  <a:latin typeface="Arial" panose="020B0604020202020204" pitchFamily="34" charset="0"/>
                  <a:cs typeface="Arial" panose="020B0604020202020204" pitchFamily="34" charset="0"/>
                </a:rPr>
                <a:t>Section 1</a:t>
              </a:r>
            </a:p>
          </p:txBody>
        </p:sp>
        <p:sp>
          <p:nvSpPr>
            <p:cNvPr id="9" name="Other Sections2">
              <a:hlinkClick r:id="rId7" action="ppaction://hlinksldjump"/>
              <a:extLst>
                <a:ext uri="{FF2B5EF4-FFF2-40B4-BE49-F238E27FC236}">
                  <a16:creationId xmlns:a16="http://schemas.microsoft.com/office/drawing/2014/main" id="{0BB4E062-AF4D-F879-73A8-63796DF5A187}"/>
                </a:ext>
              </a:extLst>
            </p:cNvPr>
            <p:cNvSpPr>
              <a:spLocks/>
            </p:cNvSpPr>
            <p:nvPr/>
          </p:nvSpPr>
          <p:spPr>
            <a:xfrm>
              <a:off x="1586665" y="179436"/>
              <a:ext cx="57661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10800" rIns="72000" bIns="108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Section 2</a:t>
              </a:r>
            </a:p>
          </p:txBody>
        </p:sp>
      </p:grpSp>
    </p:spTree>
    <p:extLst>
      <p:ext uri="{BB962C8B-B14F-4D97-AF65-F5344CB8AC3E}">
        <p14:creationId xmlns:p14="http://schemas.microsoft.com/office/powerpoint/2010/main" val="970478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hlinkClick r:id="rId6" action="ppaction://hlinksldjump"/>
            <a:extLst>
              <a:ext uri="{FF2B5EF4-FFF2-40B4-BE49-F238E27FC236}">
                <a16:creationId xmlns:a16="http://schemas.microsoft.com/office/drawing/2014/main" id="{CF2D869F-9840-06D4-325F-C602FB763B3E}"/>
              </a:ext>
            </a:extLst>
          </p:cNvPr>
          <p:cNvSpPr txBox="1"/>
          <p:nvPr>
            <p:custDataLst>
              <p:tags r:id="rId2"/>
            </p:custDataLst>
          </p:nvPr>
        </p:nvSpPr>
        <p:spPr>
          <a:xfrm>
            <a:off x="998475" y="1773835"/>
            <a:ext cx="4692308" cy="2091155"/>
          </a:xfrm>
          <a:prstGeom prst="rect">
            <a:avLst/>
          </a:prstGeom>
          <a:noFill/>
        </p:spPr>
        <p:txBody>
          <a:bodyPr vert="horz" wrap="square" lIns="0" tIns="0" rIns="0" bIns="0" rtlCol="0" anchor="t" anchorCtr="0">
            <a:noAutofit/>
          </a:bodyPr>
          <a:lstStyle/>
          <a:p>
            <a:pPr algn="l">
              <a:lnSpc>
                <a:spcPct val="70000"/>
              </a:lnSpc>
            </a:pPr>
            <a:r>
              <a:rPr lang="fi-FI" sz="6600">
                <a:solidFill>
                  <a:schemeClr val="accent3">
                    <a:lumMod val="100000"/>
                  </a:schemeClr>
                </a:solidFill>
                <a:latin typeface="+mj-lt"/>
              </a:rPr>
              <a:t>S1 Subsection 2</a:t>
            </a:r>
          </a:p>
        </p:txBody>
      </p:sp>
      <p:sp>
        <p:nvSpPr>
          <p:cNvPr id="14" name="TextBox 13">
            <a:hlinkClick r:id="rId6" action="ppaction://hlinksldjump"/>
            <a:extLst>
              <a:ext uri="{FF2B5EF4-FFF2-40B4-BE49-F238E27FC236}">
                <a16:creationId xmlns:a16="http://schemas.microsoft.com/office/drawing/2014/main" id="{E8E504D4-94B1-75B0-AA32-B58ACF0E99B1}"/>
              </a:ext>
            </a:extLst>
          </p:cNvPr>
          <p:cNvSpPr txBox="1"/>
          <p:nvPr>
            <p:custDataLst>
              <p:tags r:id="rId3"/>
            </p:custDataLst>
          </p:nvPr>
        </p:nvSpPr>
        <p:spPr bwMode="auto">
          <a:xfrm>
            <a:off x="2064469" y="1773835"/>
            <a:ext cx="36000" cy="36000"/>
          </a:xfrm>
          <a:prstGeom prst="rect">
            <a:avLst/>
          </a:prstGeom>
          <a:noFill/>
          <a:ln w="9525">
            <a:noFill/>
            <a:miter lim="800000"/>
            <a:headEnd/>
            <a:tailEnd/>
          </a:ln>
        </p:spPr>
        <p:txBody>
          <a:bodyPr vert="horz" wrap="none" lIns="0" tIns="0" rIns="0" bIns="0" rtlCol="0" anchor="t" anchorCtr="0">
            <a:noAutofit/>
          </a:bodyPr>
          <a:lstStyle/>
          <a:p>
            <a:pPr algn="l"/>
            <a:r>
              <a:rPr lang="fi-FI" sz="100">
                <a:noFill/>
              </a:rPr>
              <a:t>1.2</a:t>
            </a:r>
          </a:p>
        </p:txBody>
      </p:sp>
      <p:sp>
        <p:nvSpPr>
          <p:cNvPr id="15" name="TextBox 14">
            <a:hlinkClick r:id="rId6" action="ppaction://hlinksldjump"/>
            <a:extLst>
              <a:ext uri="{FF2B5EF4-FFF2-40B4-BE49-F238E27FC236}">
                <a16:creationId xmlns:a16="http://schemas.microsoft.com/office/drawing/2014/main" id="{DFBB2E74-7E9E-8572-7411-9894A69515A1}"/>
              </a:ext>
            </a:extLst>
          </p:cNvPr>
          <p:cNvSpPr txBox="1"/>
          <p:nvPr>
            <p:custDataLst>
              <p:tags r:id="rId4"/>
            </p:custDataLst>
          </p:nvPr>
        </p:nvSpPr>
        <p:spPr>
          <a:xfrm>
            <a:off x="5690783" y="3864990"/>
            <a:ext cx="0" cy="0"/>
          </a:xfrm>
          <a:prstGeom prst="rect">
            <a:avLst/>
          </a:prstGeom>
          <a:noFill/>
        </p:spPr>
        <p:txBody>
          <a:bodyPr vert="horz" wrap="none" lIns="0" tIns="0" rIns="0" bIns="0" rtlCol="0" anchor="t" anchorCtr="0">
            <a:noAutofit/>
          </a:bodyPr>
          <a:lstStyle/>
          <a:p>
            <a:pPr algn="r"/>
            <a:r>
              <a:rPr lang="fi-FI" sz="100">
                <a:noFill/>
                <a:latin typeface="+mj-lt"/>
              </a:rPr>
              <a:t>10</a:t>
            </a:r>
          </a:p>
        </p:txBody>
      </p:sp>
    </p:spTree>
    <p:custDataLst>
      <p:tags r:id="rId1"/>
    </p:custDataLst>
    <p:extLst>
      <p:ext uri="{BB962C8B-B14F-4D97-AF65-F5344CB8AC3E}">
        <p14:creationId xmlns:p14="http://schemas.microsoft.com/office/powerpoint/2010/main" val="3444404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B5EFFFA-C5BC-F6F6-79AB-5DFC0B703FC2}"/>
              </a:ext>
            </a:extLst>
          </p:cNvPr>
          <p:cNvGraphicFramePr>
            <a:graphicFrameLocks noChangeAspect="1"/>
          </p:cNvGraphicFramePr>
          <p:nvPr>
            <p:custDataLst>
              <p:tags r:id="rId1"/>
            </p:custDataLst>
            <p:extLst>
              <p:ext uri="{D42A27DB-BD31-4B8C-83A1-F6EECF244321}">
                <p14:modId xmlns:p14="http://schemas.microsoft.com/office/powerpoint/2010/main" val="10215911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3" imgH="476" progId="TCLayout.ActiveDocument.1">
                  <p:embed/>
                </p:oleObj>
              </mc:Choice>
              <mc:Fallback>
                <p:oleObj name="think-cell Slide" r:id="rId5" imgW="473" imgH="476" progId="TCLayout.ActiveDocument.1">
                  <p:embed/>
                  <p:pic>
                    <p:nvPicPr>
                      <p:cNvPr id="5" name="think-cell data - do not delete" hidden="1">
                        <a:extLst>
                          <a:ext uri="{FF2B5EF4-FFF2-40B4-BE49-F238E27FC236}">
                            <a16:creationId xmlns:a16="http://schemas.microsoft.com/office/drawing/2014/main" id="{BB5EFFFA-C5BC-F6F6-79AB-5DFC0B703FC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95EA2504-8171-A9AE-2017-BAEDF63497C8}"/>
              </a:ext>
            </a:extLst>
          </p:cNvPr>
          <p:cNvSpPr>
            <a:spLocks noGrp="1"/>
          </p:cNvSpPr>
          <p:nvPr>
            <p:ph type="title"/>
          </p:nvPr>
        </p:nvSpPr>
        <p:spPr>
          <a:xfrm>
            <a:off x="982800" y="440925"/>
            <a:ext cx="10224000" cy="539750"/>
          </a:xfrm>
        </p:spPr>
        <p:txBody>
          <a:bodyPr vert="horz"/>
          <a:lstStyle/>
          <a:p>
            <a:r>
              <a:rPr lang="fi-FI"/>
              <a:t>Test – Analysis_Horizontal</a:t>
            </a:r>
          </a:p>
        </p:txBody>
      </p:sp>
      <p:sp>
        <p:nvSpPr>
          <p:cNvPr id="8" name="Text Placeholder 7">
            <a:extLst>
              <a:ext uri="{FF2B5EF4-FFF2-40B4-BE49-F238E27FC236}">
                <a16:creationId xmlns:a16="http://schemas.microsoft.com/office/drawing/2014/main" id="{FD2C5BDB-F05C-2F5E-55D3-EE21DC15E540}"/>
              </a:ext>
            </a:extLst>
          </p:cNvPr>
          <p:cNvSpPr>
            <a:spLocks noGrp="1"/>
          </p:cNvSpPr>
          <p:nvPr>
            <p:ph type="body" sz="quarter" idx="17"/>
          </p:nvPr>
        </p:nvSpPr>
        <p:spPr/>
        <p:txBody>
          <a:bodyPr/>
          <a:lstStyle/>
          <a:p>
            <a:endParaRPr lang="fi-FI"/>
          </a:p>
        </p:txBody>
      </p:sp>
      <p:sp>
        <p:nvSpPr>
          <p:cNvPr id="9" name="Text Placeholder 8">
            <a:extLst>
              <a:ext uri="{FF2B5EF4-FFF2-40B4-BE49-F238E27FC236}">
                <a16:creationId xmlns:a16="http://schemas.microsoft.com/office/drawing/2014/main" id="{58F5C343-EFC4-F848-A7C0-5D8AA410A65F}"/>
              </a:ext>
            </a:extLst>
          </p:cNvPr>
          <p:cNvSpPr>
            <a:spLocks noGrp="1"/>
          </p:cNvSpPr>
          <p:nvPr>
            <p:ph type="body" sz="quarter" idx="18"/>
          </p:nvPr>
        </p:nvSpPr>
        <p:spPr/>
        <p:txBody>
          <a:bodyPr/>
          <a:lstStyle/>
          <a:p>
            <a:endParaRPr lang="fi-FI"/>
          </a:p>
        </p:txBody>
      </p:sp>
      <p:sp>
        <p:nvSpPr>
          <p:cNvPr id="10" name="Content Placeholder 9">
            <a:extLst>
              <a:ext uri="{FF2B5EF4-FFF2-40B4-BE49-F238E27FC236}">
                <a16:creationId xmlns:a16="http://schemas.microsoft.com/office/drawing/2014/main" id="{92BCB3B1-0987-65AC-8885-66E3CB281280}"/>
              </a:ext>
            </a:extLst>
          </p:cNvPr>
          <p:cNvSpPr>
            <a:spLocks noGrp="1"/>
          </p:cNvSpPr>
          <p:nvPr>
            <p:ph sz="quarter" idx="54"/>
          </p:nvPr>
        </p:nvSpPr>
        <p:spPr/>
        <p:txBody>
          <a:bodyPr/>
          <a:lstStyle/>
          <a:p>
            <a:endParaRPr lang="fi-FI"/>
          </a:p>
        </p:txBody>
      </p:sp>
      <p:sp>
        <p:nvSpPr>
          <p:cNvPr id="11" name="Content Placeholder 10">
            <a:extLst>
              <a:ext uri="{FF2B5EF4-FFF2-40B4-BE49-F238E27FC236}">
                <a16:creationId xmlns:a16="http://schemas.microsoft.com/office/drawing/2014/main" id="{ABB0D124-52D2-3989-0768-F1796B604199}"/>
              </a:ext>
            </a:extLst>
          </p:cNvPr>
          <p:cNvSpPr>
            <a:spLocks noGrp="1"/>
          </p:cNvSpPr>
          <p:nvPr>
            <p:ph sz="quarter" idx="55"/>
          </p:nvPr>
        </p:nvSpPr>
        <p:spPr/>
        <p:txBody>
          <a:bodyPr/>
          <a:lstStyle/>
          <a:p>
            <a:endParaRPr lang="fi-FI"/>
          </a:p>
        </p:txBody>
      </p:sp>
      <p:sp>
        <p:nvSpPr>
          <p:cNvPr id="12" name="Text Placeholder 11">
            <a:extLst>
              <a:ext uri="{FF2B5EF4-FFF2-40B4-BE49-F238E27FC236}">
                <a16:creationId xmlns:a16="http://schemas.microsoft.com/office/drawing/2014/main" id="{9292EFF2-250B-3100-E119-B6C6431A5395}"/>
              </a:ext>
            </a:extLst>
          </p:cNvPr>
          <p:cNvSpPr>
            <a:spLocks noGrp="1"/>
          </p:cNvSpPr>
          <p:nvPr>
            <p:ph type="body" sz="quarter" idx="56"/>
          </p:nvPr>
        </p:nvSpPr>
        <p:spPr/>
        <p:txBody>
          <a:bodyPr/>
          <a:lstStyle/>
          <a:p>
            <a:endParaRPr lang="fi-FI"/>
          </a:p>
        </p:txBody>
      </p:sp>
      <p:sp>
        <p:nvSpPr>
          <p:cNvPr id="56" name="UpSlide SubSection Marker" hidden="1">
            <a:extLst>
              <a:ext uri="{FF2B5EF4-FFF2-40B4-BE49-F238E27FC236}">
                <a16:creationId xmlns:a16="http://schemas.microsoft.com/office/drawing/2014/main" id="{9098A077-2516-FC5D-06A3-82C8AF278685}"/>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i-FI" sz="900" b="0" i="0" u="none" strike="noStrike" kern="1200" cap="none" spc="0" normalizeH="0" baseline="0" noProof="0">
                <a:ln>
                  <a:noFill/>
                </a:ln>
                <a:solidFill>
                  <a:srgbClr val="FFFFFF"/>
                </a:solidFill>
                <a:effectLst/>
                <a:uLnTx/>
                <a:uFillTx/>
                <a:latin typeface="Arial"/>
                <a:ea typeface="+mn-ea"/>
                <a:cs typeface="+mn-cs"/>
              </a:rPr>
              <a:t>S1 Subsection 2</a:t>
            </a:r>
          </a:p>
        </p:txBody>
      </p:sp>
      <p:grpSp>
        <p:nvGrpSpPr>
          <p:cNvPr id="2" name="Group 1">
            <a:extLst>
              <a:ext uri="{FF2B5EF4-FFF2-40B4-BE49-F238E27FC236}">
                <a16:creationId xmlns:a16="http://schemas.microsoft.com/office/drawing/2014/main" id="{11D5CD78-E146-E4EF-961E-8DCCA08D3832}"/>
              </a:ext>
            </a:extLst>
          </p:cNvPr>
          <p:cNvGrpSpPr/>
          <p:nvPr>
            <p:custDataLst>
              <p:tags r:id="rId3"/>
            </p:custDataLst>
          </p:nvPr>
        </p:nvGrpSpPr>
        <p:grpSpPr>
          <a:xfrm>
            <a:off x="982800" y="179436"/>
            <a:ext cx="1180480" cy="144922"/>
            <a:chOff x="982800" y="179436"/>
            <a:chExt cx="1180480" cy="144922"/>
          </a:xfrm>
        </p:grpSpPr>
        <p:sp>
          <p:nvSpPr>
            <p:cNvPr id="3" name="Current Section1">
              <a:hlinkClick r:id="rId7" action="ppaction://hlinksldjump"/>
              <a:extLst>
                <a:ext uri="{FF2B5EF4-FFF2-40B4-BE49-F238E27FC236}">
                  <a16:creationId xmlns:a16="http://schemas.microsoft.com/office/drawing/2014/main" id="{74B50694-C3B2-9827-9FDF-0D5742FDE53E}"/>
                </a:ext>
              </a:extLst>
            </p:cNvPr>
            <p:cNvSpPr>
              <a:spLocks/>
            </p:cNvSpPr>
            <p:nvPr/>
          </p:nvSpPr>
          <p:spPr>
            <a:xfrm>
              <a:off x="982800" y="179436"/>
              <a:ext cx="60386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10800" rIns="72000" bIns="108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accent3">
                      <a:lumMod val="100000"/>
                    </a:schemeClr>
                  </a:solidFill>
                  <a:latin typeface="Arial" panose="020B0604020202020204" pitchFamily="34" charset="0"/>
                  <a:cs typeface="Arial" panose="020B0604020202020204" pitchFamily="34" charset="0"/>
                </a:rPr>
                <a:t>Section 1</a:t>
              </a:r>
            </a:p>
          </p:txBody>
        </p:sp>
        <p:sp>
          <p:nvSpPr>
            <p:cNvPr id="4" name="Other Sections2">
              <a:hlinkClick r:id="rId8" action="ppaction://hlinksldjump"/>
              <a:extLst>
                <a:ext uri="{FF2B5EF4-FFF2-40B4-BE49-F238E27FC236}">
                  <a16:creationId xmlns:a16="http://schemas.microsoft.com/office/drawing/2014/main" id="{0BB4E062-AF4D-F879-73A8-63796DF5A187}"/>
                </a:ext>
              </a:extLst>
            </p:cNvPr>
            <p:cNvSpPr>
              <a:spLocks/>
            </p:cNvSpPr>
            <p:nvPr/>
          </p:nvSpPr>
          <p:spPr>
            <a:xfrm>
              <a:off x="1586665" y="179436"/>
              <a:ext cx="57661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10800" rIns="72000" bIns="108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Section 2</a:t>
              </a:r>
            </a:p>
          </p:txBody>
        </p:sp>
      </p:grpSp>
    </p:spTree>
    <p:extLst>
      <p:ext uri="{BB962C8B-B14F-4D97-AF65-F5344CB8AC3E}">
        <p14:creationId xmlns:p14="http://schemas.microsoft.com/office/powerpoint/2010/main" val="3078942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B5EFFFA-C5BC-F6F6-79AB-5DFC0B703FC2}"/>
              </a:ext>
            </a:extLst>
          </p:cNvPr>
          <p:cNvGraphicFramePr>
            <a:graphicFrameLocks noChangeAspect="1"/>
          </p:cNvGraphicFramePr>
          <p:nvPr>
            <p:custDataLst>
              <p:tags r:id="rId1"/>
            </p:custDataLst>
            <p:extLst>
              <p:ext uri="{D42A27DB-BD31-4B8C-83A1-F6EECF244321}">
                <p14:modId xmlns:p14="http://schemas.microsoft.com/office/powerpoint/2010/main" val="15930010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3" imgH="476" progId="TCLayout.ActiveDocument.1">
                  <p:embed/>
                </p:oleObj>
              </mc:Choice>
              <mc:Fallback>
                <p:oleObj name="think-cell Slide" r:id="rId5" imgW="473" imgH="476" progId="TCLayout.ActiveDocument.1">
                  <p:embed/>
                  <p:pic>
                    <p:nvPicPr>
                      <p:cNvPr id="5" name="think-cell data - do not delete" hidden="1">
                        <a:extLst>
                          <a:ext uri="{FF2B5EF4-FFF2-40B4-BE49-F238E27FC236}">
                            <a16:creationId xmlns:a16="http://schemas.microsoft.com/office/drawing/2014/main" id="{BB5EFFFA-C5BC-F6F6-79AB-5DFC0B703FC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95EA2504-8171-A9AE-2017-BAEDF63497C8}"/>
              </a:ext>
            </a:extLst>
          </p:cNvPr>
          <p:cNvSpPr>
            <a:spLocks noGrp="1"/>
          </p:cNvSpPr>
          <p:nvPr>
            <p:ph type="title"/>
          </p:nvPr>
        </p:nvSpPr>
        <p:spPr>
          <a:xfrm>
            <a:off x="982800" y="440925"/>
            <a:ext cx="10224000" cy="539750"/>
          </a:xfrm>
        </p:spPr>
        <p:txBody>
          <a:bodyPr vert="horz"/>
          <a:lstStyle/>
          <a:p>
            <a:r>
              <a:rPr lang="fi-FI"/>
              <a:t>Test – Analysis_Vertical</a:t>
            </a:r>
          </a:p>
        </p:txBody>
      </p:sp>
      <p:sp>
        <p:nvSpPr>
          <p:cNvPr id="8" name="Text Placeholder 7">
            <a:extLst>
              <a:ext uri="{FF2B5EF4-FFF2-40B4-BE49-F238E27FC236}">
                <a16:creationId xmlns:a16="http://schemas.microsoft.com/office/drawing/2014/main" id="{AE937411-E9FD-A669-5A29-CF9094E679F8}"/>
              </a:ext>
            </a:extLst>
          </p:cNvPr>
          <p:cNvSpPr>
            <a:spLocks noGrp="1"/>
          </p:cNvSpPr>
          <p:nvPr>
            <p:ph type="body" sz="quarter" idx="17"/>
          </p:nvPr>
        </p:nvSpPr>
        <p:spPr/>
        <p:txBody>
          <a:bodyPr/>
          <a:lstStyle/>
          <a:p>
            <a:endParaRPr lang="fi-FI"/>
          </a:p>
        </p:txBody>
      </p:sp>
      <p:sp>
        <p:nvSpPr>
          <p:cNvPr id="9" name="Text Placeholder 8">
            <a:extLst>
              <a:ext uri="{FF2B5EF4-FFF2-40B4-BE49-F238E27FC236}">
                <a16:creationId xmlns:a16="http://schemas.microsoft.com/office/drawing/2014/main" id="{8194C205-A1A9-3ECC-64D6-3A4116096274}"/>
              </a:ext>
            </a:extLst>
          </p:cNvPr>
          <p:cNvSpPr>
            <a:spLocks noGrp="1"/>
          </p:cNvSpPr>
          <p:nvPr>
            <p:ph type="body" sz="quarter" idx="18"/>
          </p:nvPr>
        </p:nvSpPr>
        <p:spPr/>
        <p:txBody>
          <a:bodyPr/>
          <a:lstStyle/>
          <a:p>
            <a:endParaRPr lang="fi-FI"/>
          </a:p>
        </p:txBody>
      </p:sp>
      <p:sp>
        <p:nvSpPr>
          <p:cNvPr id="10" name="Content Placeholder 9">
            <a:extLst>
              <a:ext uri="{FF2B5EF4-FFF2-40B4-BE49-F238E27FC236}">
                <a16:creationId xmlns:a16="http://schemas.microsoft.com/office/drawing/2014/main" id="{B73E2A53-A7C4-3B08-D490-777ADCE1FCF4}"/>
              </a:ext>
            </a:extLst>
          </p:cNvPr>
          <p:cNvSpPr>
            <a:spLocks noGrp="1"/>
          </p:cNvSpPr>
          <p:nvPr>
            <p:ph sz="quarter" idx="54"/>
          </p:nvPr>
        </p:nvSpPr>
        <p:spPr/>
        <p:txBody>
          <a:bodyPr/>
          <a:lstStyle/>
          <a:p>
            <a:endParaRPr lang="fi-FI"/>
          </a:p>
        </p:txBody>
      </p:sp>
      <p:sp>
        <p:nvSpPr>
          <p:cNvPr id="11" name="Content Placeholder 10">
            <a:extLst>
              <a:ext uri="{FF2B5EF4-FFF2-40B4-BE49-F238E27FC236}">
                <a16:creationId xmlns:a16="http://schemas.microsoft.com/office/drawing/2014/main" id="{72FC1CDB-BCFD-41FC-64CE-0C468B43A163}"/>
              </a:ext>
            </a:extLst>
          </p:cNvPr>
          <p:cNvSpPr>
            <a:spLocks noGrp="1"/>
          </p:cNvSpPr>
          <p:nvPr>
            <p:ph sz="quarter" idx="55"/>
          </p:nvPr>
        </p:nvSpPr>
        <p:spPr/>
        <p:txBody>
          <a:bodyPr/>
          <a:lstStyle/>
          <a:p>
            <a:endParaRPr lang="fi-FI"/>
          </a:p>
        </p:txBody>
      </p:sp>
      <p:sp>
        <p:nvSpPr>
          <p:cNvPr id="12" name="Text Placeholder 11">
            <a:extLst>
              <a:ext uri="{FF2B5EF4-FFF2-40B4-BE49-F238E27FC236}">
                <a16:creationId xmlns:a16="http://schemas.microsoft.com/office/drawing/2014/main" id="{898519A7-BEA4-F079-86DB-4539F7CE9D8D}"/>
              </a:ext>
            </a:extLst>
          </p:cNvPr>
          <p:cNvSpPr>
            <a:spLocks noGrp="1"/>
          </p:cNvSpPr>
          <p:nvPr>
            <p:ph type="body" sz="quarter" idx="56"/>
          </p:nvPr>
        </p:nvSpPr>
        <p:spPr/>
        <p:txBody>
          <a:bodyPr/>
          <a:lstStyle/>
          <a:p>
            <a:endParaRPr lang="fi-FI"/>
          </a:p>
        </p:txBody>
      </p:sp>
      <p:sp>
        <p:nvSpPr>
          <p:cNvPr id="56" name="UpSlide SubSection Marker" hidden="1">
            <a:extLst>
              <a:ext uri="{FF2B5EF4-FFF2-40B4-BE49-F238E27FC236}">
                <a16:creationId xmlns:a16="http://schemas.microsoft.com/office/drawing/2014/main" id="{9098A077-2516-FC5D-06A3-82C8AF278685}"/>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i-FI" sz="900" b="0" i="0" u="none" strike="noStrike" kern="1200" cap="none" spc="0" normalizeH="0" baseline="0" noProof="0">
                <a:ln>
                  <a:noFill/>
                </a:ln>
                <a:solidFill>
                  <a:srgbClr val="FFFFFF"/>
                </a:solidFill>
                <a:effectLst/>
                <a:uLnTx/>
                <a:uFillTx/>
                <a:latin typeface="Arial"/>
                <a:ea typeface="+mn-ea"/>
                <a:cs typeface="+mn-cs"/>
              </a:rPr>
              <a:t>S1 Subsection 2</a:t>
            </a:r>
          </a:p>
        </p:txBody>
      </p:sp>
      <p:grpSp>
        <p:nvGrpSpPr>
          <p:cNvPr id="2" name="Group 1">
            <a:extLst>
              <a:ext uri="{FF2B5EF4-FFF2-40B4-BE49-F238E27FC236}">
                <a16:creationId xmlns:a16="http://schemas.microsoft.com/office/drawing/2014/main" id="{11D5CD78-E146-E4EF-961E-8DCCA08D3832}"/>
              </a:ext>
            </a:extLst>
          </p:cNvPr>
          <p:cNvGrpSpPr/>
          <p:nvPr>
            <p:custDataLst>
              <p:tags r:id="rId3"/>
            </p:custDataLst>
          </p:nvPr>
        </p:nvGrpSpPr>
        <p:grpSpPr>
          <a:xfrm>
            <a:off x="982800" y="179436"/>
            <a:ext cx="1180480" cy="144922"/>
            <a:chOff x="982800" y="179436"/>
            <a:chExt cx="1180480" cy="144922"/>
          </a:xfrm>
        </p:grpSpPr>
        <p:sp>
          <p:nvSpPr>
            <p:cNvPr id="3" name="Current Section1">
              <a:hlinkClick r:id="rId7" action="ppaction://hlinksldjump"/>
              <a:extLst>
                <a:ext uri="{FF2B5EF4-FFF2-40B4-BE49-F238E27FC236}">
                  <a16:creationId xmlns:a16="http://schemas.microsoft.com/office/drawing/2014/main" id="{74B50694-C3B2-9827-9FDF-0D5742FDE53E}"/>
                </a:ext>
              </a:extLst>
            </p:cNvPr>
            <p:cNvSpPr>
              <a:spLocks/>
            </p:cNvSpPr>
            <p:nvPr/>
          </p:nvSpPr>
          <p:spPr>
            <a:xfrm>
              <a:off x="982800" y="179436"/>
              <a:ext cx="60386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10800" rIns="72000" bIns="108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accent3">
                      <a:lumMod val="100000"/>
                    </a:schemeClr>
                  </a:solidFill>
                  <a:latin typeface="Arial" panose="020B0604020202020204" pitchFamily="34" charset="0"/>
                  <a:cs typeface="Arial" panose="020B0604020202020204" pitchFamily="34" charset="0"/>
                </a:rPr>
                <a:t>Section 1</a:t>
              </a:r>
            </a:p>
          </p:txBody>
        </p:sp>
        <p:sp>
          <p:nvSpPr>
            <p:cNvPr id="4" name="Other Sections2">
              <a:hlinkClick r:id="rId8" action="ppaction://hlinksldjump"/>
              <a:extLst>
                <a:ext uri="{FF2B5EF4-FFF2-40B4-BE49-F238E27FC236}">
                  <a16:creationId xmlns:a16="http://schemas.microsoft.com/office/drawing/2014/main" id="{0BB4E062-AF4D-F879-73A8-63796DF5A187}"/>
                </a:ext>
              </a:extLst>
            </p:cNvPr>
            <p:cNvSpPr>
              <a:spLocks/>
            </p:cNvSpPr>
            <p:nvPr/>
          </p:nvSpPr>
          <p:spPr>
            <a:xfrm>
              <a:off x="1586665" y="179436"/>
              <a:ext cx="57661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10800" rIns="72000" bIns="108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Section 2</a:t>
              </a:r>
            </a:p>
          </p:txBody>
        </p:sp>
      </p:grpSp>
    </p:spTree>
    <p:extLst>
      <p:ext uri="{BB962C8B-B14F-4D97-AF65-F5344CB8AC3E}">
        <p14:creationId xmlns:p14="http://schemas.microsoft.com/office/powerpoint/2010/main" val="1030860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8921105C-77FA-3631-B7E9-469A8BB71BAB}"/>
              </a:ext>
            </a:extLst>
          </p:cNvPr>
          <p:cNvGraphicFramePr>
            <a:graphicFrameLocks noChangeAspect="1"/>
          </p:cNvGraphicFramePr>
          <p:nvPr>
            <p:custDataLst>
              <p:tags r:id="rId1"/>
            </p:custDataLst>
            <p:extLst>
              <p:ext uri="{D42A27DB-BD31-4B8C-83A1-F6EECF244321}">
                <p14:modId xmlns:p14="http://schemas.microsoft.com/office/powerpoint/2010/main" val="3611287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17" name="think-cell data - do not delete" hidden="1">
                        <a:extLst>
                          <a:ext uri="{FF2B5EF4-FFF2-40B4-BE49-F238E27FC236}">
                            <a16:creationId xmlns:a16="http://schemas.microsoft.com/office/drawing/2014/main" id="{8921105C-77FA-3631-B7E9-469A8BB71BA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967BAA49-8712-199A-C46D-12B0D8EE337E}"/>
              </a:ext>
            </a:extLst>
          </p:cNvPr>
          <p:cNvSpPr>
            <a:spLocks noGrp="1"/>
          </p:cNvSpPr>
          <p:nvPr>
            <p:ph type="title"/>
          </p:nvPr>
        </p:nvSpPr>
        <p:spPr>
          <a:xfrm>
            <a:off x="982801" y="442800"/>
            <a:ext cx="10224000" cy="539750"/>
          </a:xfrm>
        </p:spPr>
        <p:txBody>
          <a:bodyPr vert="horz"/>
          <a:lstStyle/>
          <a:p>
            <a:r>
              <a:rPr lang="fi-FI"/>
              <a:t>Test – Summary financials_6 blocks</a:t>
            </a:r>
          </a:p>
        </p:txBody>
      </p:sp>
      <p:sp>
        <p:nvSpPr>
          <p:cNvPr id="25" name="Text Placeholder 24">
            <a:extLst>
              <a:ext uri="{FF2B5EF4-FFF2-40B4-BE49-F238E27FC236}">
                <a16:creationId xmlns:a16="http://schemas.microsoft.com/office/drawing/2014/main" id="{B8EA20D8-F2BF-B8F8-FF10-FCC416FEDB07}"/>
              </a:ext>
            </a:extLst>
          </p:cNvPr>
          <p:cNvSpPr>
            <a:spLocks noGrp="1"/>
          </p:cNvSpPr>
          <p:nvPr>
            <p:ph type="body" sz="quarter" idx="10"/>
          </p:nvPr>
        </p:nvSpPr>
        <p:spPr/>
        <p:txBody>
          <a:bodyPr/>
          <a:lstStyle/>
          <a:p>
            <a:endParaRPr lang="fi-FI"/>
          </a:p>
        </p:txBody>
      </p:sp>
      <p:sp>
        <p:nvSpPr>
          <p:cNvPr id="26" name="Text Placeholder 25">
            <a:extLst>
              <a:ext uri="{FF2B5EF4-FFF2-40B4-BE49-F238E27FC236}">
                <a16:creationId xmlns:a16="http://schemas.microsoft.com/office/drawing/2014/main" id="{0A5DBD3C-EE42-CCF3-4DF1-F08E2BEEDCED}"/>
              </a:ext>
            </a:extLst>
          </p:cNvPr>
          <p:cNvSpPr>
            <a:spLocks noGrp="1"/>
          </p:cNvSpPr>
          <p:nvPr>
            <p:ph type="body" sz="quarter" idx="11"/>
          </p:nvPr>
        </p:nvSpPr>
        <p:spPr/>
        <p:txBody>
          <a:bodyPr/>
          <a:lstStyle/>
          <a:p>
            <a:endParaRPr lang="fi-FI"/>
          </a:p>
        </p:txBody>
      </p:sp>
      <p:sp>
        <p:nvSpPr>
          <p:cNvPr id="27" name="Text Placeholder 26">
            <a:extLst>
              <a:ext uri="{FF2B5EF4-FFF2-40B4-BE49-F238E27FC236}">
                <a16:creationId xmlns:a16="http://schemas.microsoft.com/office/drawing/2014/main" id="{81C51775-A062-0613-503C-79AB10167050}"/>
              </a:ext>
            </a:extLst>
          </p:cNvPr>
          <p:cNvSpPr>
            <a:spLocks noGrp="1"/>
          </p:cNvSpPr>
          <p:nvPr>
            <p:ph type="body" sz="quarter" idx="12"/>
          </p:nvPr>
        </p:nvSpPr>
        <p:spPr/>
        <p:txBody>
          <a:bodyPr/>
          <a:lstStyle/>
          <a:p>
            <a:endParaRPr lang="fi-FI"/>
          </a:p>
        </p:txBody>
      </p:sp>
      <p:sp>
        <p:nvSpPr>
          <p:cNvPr id="28" name="Text Placeholder 27">
            <a:extLst>
              <a:ext uri="{FF2B5EF4-FFF2-40B4-BE49-F238E27FC236}">
                <a16:creationId xmlns:a16="http://schemas.microsoft.com/office/drawing/2014/main" id="{4F10E46B-05FE-8111-5FA0-45FEB1CA9CAD}"/>
              </a:ext>
            </a:extLst>
          </p:cNvPr>
          <p:cNvSpPr>
            <a:spLocks noGrp="1"/>
          </p:cNvSpPr>
          <p:nvPr>
            <p:ph type="body" sz="quarter" idx="13"/>
          </p:nvPr>
        </p:nvSpPr>
        <p:spPr/>
        <p:txBody>
          <a:bodyPr/>
          <a:lstStyle/>
          <a:p>
            <a:endParaRPr lang="fi-FI"/>
          </a:p>
        </p:txBody>
      </p:sp>
      <p:sp>
        <p:nvSpPr>
          <p:cNvPr id="29" name="Text Placeholder 28">
            <a:extLst>
              <a:ext uri="{FF2B5EF4-FFF2-40B4-BE49-F238E27FC236}">
                <a16:creationId xmlns:a16="http://schemas.microsoft.com/office/drawing/2014/main" id="{0C2B8465-1416-E47C-1448-6C323B751EE0}"/>
              </a:ext>
            </a:extLst>
          </p:cNvPr>
          <p:cNvSpPr>
            <a:spLocks noGrp="1"/>
          </p:cNvSpPr>
          <p:nvPr>
            <p:ph type="body" sz="quarter" idx="14"/>
          </p:nvPr>
        </p:nvSpPr>
        <p:spPr/>
        <p:txBody>
          <a:bodyPr/>
          <a:lstStyle/>
          <a:p>
            <a:endParaRPr lang="fi-FI"/>
          </a:p>
        </p:txBody>
      </p:sp>
      <p:sp>
        <p:nvSpPr>
          <p:cNvPr id="30" name="Text Placeholder 29">
            <a:extLst>
              <a:ext uri="{FF2B5EF4-FFF2-40B4-BE49-F238E27FC236}">
                <a16:creationId xmlns:a16="http://schemas.microsoft.com/office/drawing/2014/main" id="{4BD3669B-A0EB-5DB0-C56C-BB8BE3F37886}"/>
              </a:ext>
            </a:extLst>
          </p:cNvPr>
          <p:cNvSpPr>
            <a:spLocks noGrp="1"/>
          </p:cNvSpPr>
          <p:nvPr>
            <p:ph type="body" sz="quarter" idx="15"/>
          </p:nvPr>
        </p:nvSpPr>
        <p:spPr/>
        <p:txBody>
          <a:bodyPr/>
          <a:lstStyle/>
          <a:p>
            <a:endParaRPr lang="fi-FI"/>
          </a:p>
        </p:txBody>
      </p:sp>
      <p:sp>
        <p:nvSpPr>
          <p:cNvPr id="31" name="Text Placeholder 30">
            <a:extLst>
              <a:ext uri="{FF2B5EF4-FFF2-40B4-BE49-F238E27FC236}">
                <a16:creationId xmlns:a16="http://schemas.microsoft.com/office/drawing/2014/main" id="{E0815FF5-0B3C-ABD8-08A7-85749FE9ACEE}"/>
              </a:ext>
            </a:extLst>
          </p:cNvPr>
          <p:cNvSpPr>
            <a:spLocks noGrp="1"/>
          </p:cNvSpPr>
          <p:nvPr>
            <p:ph type="body" sz="quarter" idx="17"/>
          </p:nvPr>
        </p:nvSpPr>
        <p:spPr/>
        <p:txBody>
          <a:bodyPr/>
          <a:lstStyle/>
          <a:p>
            <a:endParaRPr lang="fi-FI"/>
          </a:p>
        </p:txBody>
      </p:sp>
      <p:sp>
        <p:nvSpPr>
          <p:cNvPr id="32" name="Text Placeholder 31">
            <a:extLst>
              <a:ext uri="{FF2B5EF4-FFF2-40B4-BE49-F238E27FC236}">
                <a16:creationId xmlns:a16="http://schemas.microsoft.com/office/drawing/2014/main" id="{2AC15A56-2129-4389-3EB1-2C8B20744C96}"/>
              </a:ext>
            </a:extLst>
          </p:cNvPr>
          <p:cNvSpPr>
            <a:spLocks noGrp="1"/>
          </p:cNvSpPr>
          <p:nvPr>
            <p:ph type="body" sz="quarter" idx="18"/>
          </p:nvPr>
        </p:nvSpPr>
        <p:spPr/>
        <p:txBody>
          <a:bodyPr/>
          <a:lstStyle/>
          <a:p>
            <a:endParaRPr lang="fi-FI"/>
          </a:p>
        </p:txBody>
      </p:sp>
      <p:grpSp>
        <p:nvGrpSpPr>
          <p:cNvPr id="2" name="Group 1">
            <a:extLst>
              <a:ext uri="{FF2B5EF4-FFF2-40B4-BE49-F238E27FC236}">
                <a16:creationId xmlns:a16="http://schemas.microsoft.com/office/drawing/2014/main" id="{11D5CD78-E146-E4EF-961E-8DCCA08D3832}"/>
              </a:ext>
            </a:extLst>
          </p:cNvPr>
          <p:cNvGrpSpPr/>
          <p:nvPr>
            <p:custDataLst>
              <p:tags r:id="rId2"/>
            </p:custDataLst>
          </p:nvPr>
        </p:nvGrpSpPr>
        <p:grpSpPr>
          <a:xfrm>
            <a:off x="982800" y="179436"/>
            <a:ext cx="1180480" cy="144922"/>
            <a:chOff x="982800" y="179436"/>
            <a:chExt cx="1180480" cy="144922"/>
          </a:xfrm>
        </p:grpSpPr>
        <p:sp>
          <p:nvSpPr>
            <p:cNvPr id="3" name="Current Section1">
              <a:hlinkClick r:id="rId6" action="ppaction://hlinksldjump"/>
              <a:extLst>
                <a:ext uri="{FF2B5EF4-FFF2-40B4-BE49-F238E27FC236}">
                  <a16:creationId xmlns:a16="http://schemas.microsoft.com/office/drawing/2014/main" id="{74B50694-C3B2-9827-9FDF-0D5742FDE53E}"/>
                </a:ext>
              </a:extLst>
            </p:cNvPr>
            <p:cNvSpPr>
              <a:spLocks/>
            </p:cNvSpPr>
            <p:nvPr/>
          </p:nvSpPr>
          <p:spPr>
            <a:xfrm>
              <a:off x="982800" y="179436"/>
              <a:ext cx="60386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10800" rIns="72000" bIns="108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accent3">
                      <a:lumMod val="100000"/>
                    </a:schemeClr>
                  </a:solidFill>
                  <a:latin typeface="Arial" panose="020B0604020202020204" pitchFamily="34" charset="0"/>
                  <a:cs typeface="Arial" panose="020B0604020202020204" pitchFamily="34" charset="0"/>
                </a:rPr>
                <a:t>Section 1</a:t>
              </a:r>
            </a:p>
          </p:txBody>
        </p:sp>
        <p:sp>
          <p:nvSpPr>
            <p:cNvPr id="4" name="Other Sections2">
              <a:hlinkClick r:id="rId7" action="ppaction://hlinksldjump"/>
              <a:extLst>
                <a:ext uri="{FF2B5EF4-FFF2-40B4-BE49-F238E27FC236}">
                  <a16:creationId xmlns:a16="http://schemas.microsoft.com/office/drawing/2014/main" id="{0BB4E062-AF4D-F879-73A8-63796DF5A187}"/>
                </a:ext>
              </a:extLst>
            </p:cNvPr>
            <p:cNvSpPr>
              <a:spLocks/>
            </p:cNvSpPr>
            <p:nvPr/>
          </p:nvSpPr>
          <p:spPr>
            <a:xfrm>
              <a:off x="1586665" y="179436"/>
              <a:ext cx="57661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10800" rIns="72000" bIns="108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Section 2</a:t>
              </a:r>
            </a:p>
          </p:txBody>
        </p:sp>
      </p:grpSp>
    </p:spTree>
    <p:extLst>
      <p:ext uri="{BB962C8B-B14F-4D97-AF65-F5344CB8AC3E}">
        <p14:creationId xmlns:p14="http://schemas.microsoft.com/office/powerpoint/2010/main" val="783798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8921105C-77FA-3631-B7E9-469A8BB71BAB}"/>
              </a:ext>
            </a:extLst>
          </p:cNvPr>
          <p:cNvGraphicFramePr>
            <a:graphicFrameLocks noChangeAspect="1"/>
          </p:cNvGraphicFramePr>
          <p:nvPr>
            <p:custDataLst>
              <p:tags r:id="rId1"/>
            </p:custDataLst>
            <p:extLst>
              <p:ext uri="{D42A27DB-BD31-4B8C-83A1-F6EECF244321}">
                <p14:modId xmlns:p14="http://schemas.microsoft.com/office/powerpoint/2010/main" val="35020466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17" name="think-cell data - do not delete" hidden="1">
                        <a:extLst>
                          <a:ext uri="{FF2B5EF4-FFF2-40B4-BE49-F238E27FC236}">
                            <a16:creationId xmlns:a16="http://schemas.microsoft.com/office/drawing/2014/main" id="{8921105C-77FA-3631-B7E9-469A8BB71BA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967BAA49-8712-199A-C46D-12B0D8EE337E}"/>
              </a:ext>
            </a:extLst>
          </p:cNvPr>
          <p:cNvSpPr>
            <a:spLocks noGrp="1"/>
          </p:cNvSpPr>
          <p:nvPr>
            <p:ph type="title"/>
          </p:nvPr>
        </p:nvSpPr>
        <p:spPr>
          <a:xfrm>
            <a:off x="982801" y="442800"/>
            <a:ext cx="10224000" cy="539750"/>
          </a:xfrm>
        </p:spPr>
        <p:txBody>
          <a:bodyPr vert="horz"/>
          <a:lstStyle/>
          <a:p>
            <a:r>
              <a:rPr lang="fi-FI"/>
              <a:t>Test – Summary financials_5 blocks</a:t>
            </a:r>
          </a:p>
        </p:txBody>
      </p:sp>
      <p:sp>
        <p:nvSpPr>
          <p:cNvPr id="27" name="Text Placeholder 26">
            <a:extLst>
              <a:ext uri="{FF2B5EF4-FFF2-40B4-BE49-F238E27FC236}">
                <a16:creationId xmlns:a16="http://schemas.microsoft.com/office/drawing/2014/main" id="{6BA98836-A474-F956-EB11-D40FE81F6D89}"/>
              </a:ext>
            </a:extLst>
          </p:cNvPr>
          <p:cNvSpPr>
            <a:spLocks noGrp="1"/>
          </p:cNvSpPr>
          <p:nvPr>
            <p:ph type="body" sz="quarter" idx="15"/>
          </p:nvPr>
        </p:nvSpPr>
        <p:spPr/>
        <p:txBody>
          <a:bodyPr/>
          <a:lstStyle/>
          <a:p>
            <a:endParaRPr lang="fi-FI"/>
          </a:p>
        </p:txBody>
      </p:sp>
      <p:sp>
        <p:nvSpPr>
          <p:cNvPr id="28" name="Text Placeholder 27">
            <a:extLst>
              <a:ext uri="{FF2B5EF4-FFF2-40B4-BE49-F238E27FC236}">
                <a16:creationId xmlns:a16="http://schemas.microsoft.com/office/drawing/2014/main" id="{0B0CE5AE-A29F-E351-FE37-CABE39C36573}"/>
              </a:ext>
            </a:extLst>
          </p:cNvPr>
          <p:cNvSpPr>
            <a:spLocks noGrp="1"/>
          </p:cNvSpPr>
          <p:nvPr>
            <p:ph type="body" sz="quarter" idx="16"/>
          </p:nvPr>
        </p:nvSpPr>
        <p:spPr/>
        <p:txBody>
          <a:bodyPr/>
          <a:lstStyle/>
          <a:p>
            <a:endParaRPr lang="fi-FI"/>
          </a:p>
        </p:txBody>
      </p:sp>
      <p:sp>
        <p:nvSpPr>
          <p:cNvPr id="29" name="Text Placeholder 28">
            <a:extLst>
              <a:ext uri="{FF2B5EF4-FFF2-40B4-BE49-F238E27FC236}">
                <a16:creationId xmlns:a16="http://schemas.microsoft.com/office/drawing/2014/main" id="{606A4847-31F3-8034-97FC-6591A05C31F1}"/>
              </a:ext>
            </a:extLst>
          </p:cNvPr>
          <p:cNvSpPr>
            <a:spLocks noGrp="1"/>
          </p:cNvSpPr>
          <p:nvPr>
            <p:ph type="body" sz="quarter" idx="17"/>
          </p:nvPr>
        </p:nvSpPr>
        <p:spPr/>
        <p:txBody>
          <a:bodyPr/>
          <a:lstStyle/>
          <a:p>
            <a:endParaRPr lang="fi-FI"/>
          </a:p>
        </p:txBody>
      </p:sp>
      <p:sp>
        <p:nvSpPr>
          <p:cNvPr id="30" name="Text Placeholder 29">
            <a:extLst>
              <a:ext uri="{FF2B5EF4-FFF2-40B4-BE49-F238E27FC236}">
                <a16:creationId xmlns:a16="http://schemas.microsoft.com/office/drawing/2014/main" id="{B6094A2F-9BAC-BEE7-C69F-2D6C7E495232}"/>
              </a:ext>
            </a:extLst>
          </p:cNvPr>
          <p:cNvSpPr>
            <a:spLocks noGrp="1"/>
          </p:cNvSpPr>
          <p:nvPr>
            <p:ph type="body" sz="quarter" idx="18"/>
          </p:nvPr>
        </p:nvSpPr>
        <p:spPr/>
        <p:txBody>
          <a:bodyPr/>
          <a:lstStyle/>
          <a:p>
            <a:endParaRPr lang="fi-FI"/>
          </a:p>
        </p:txBody>
      </p:sp>
      <p:sp>
        <p:nvSpPr>
          <p:cNvPr id="24" name="Text Placeholder 23">
            <a:extLst>
              <a:ext uri="{FF2B5EF4-FFF2-40B4-BE49-F238E27FC236}">
                <a16:creationId xmlns:a16="http://schemas.microsoft.com/office/drawing/2014/main" id="{46AD9EE1-1D0D-8BA1-159A-AB7F505E4E86}"/>
              </a:ext>
            </a:extLst>
          </p:cNvPr>
          <p:cNvSpPr>
            <a:spLocks noGrp="1"/>
          </p:cNvSpPr>
          <p:nvPr>
            <p:ph type="body" sz="quarter" idx="10"/>
          </p:nvPr>
        </p:nvSpPr>
        <p:spPr/>
        <p:txBody>
          <a:bodyPr/>
          <a:lstStyle/>
          <a:p>
            <a:endParaRPr lang="fi-FI"/>
          </a:p>
        </p:txBody>
      </p:sp>
      <p:sp>
        <p:nvSpPr>
          <p:cNvPr id="25" name="Text Placeholder 24">
            <a:extLst>
              <a:ext uri="{FF2B5EF4-FFF2-40B4-BE49-F238E27FC236}">
                <a16:creationId xmlns:a16="http://schemas.microsoft.com/office/drawing/2014/main" id="{4B769E5C-60B5-467D-1975-676C3A68C8D4}"/>
              </a:ext>
            </a:extLst>
          </p:cNvPr>
          <p:cNvSpPr>
            <a:spLocks noGrp="1"/>
          </p:cNvSpPr>
          <p:nvPr>
            <p:ph type="body" sz="quarter" idx="12"/>
          </p:nvPr>
        </p:nvSpPr>
        <p:spPr/>
        <p:txBody>
          <a:bodyPr/>
          <a:lstStyle/>
          <a:p>
            <a:endParaRPr lang="fi-FI"/>
          </a:p>
        </p:txBody>
      </p:sp>
      <p:sp>
        <p:nvSpPr>
          <p:cNvPr id="26" name="Text Placeholder 25">
            <a:extLst>
              <a:ext uri="{FF2B5EF4-FFF2-40B4-BE49-F238E27FC236}">
                <a16:creationId xmlns:a16="http://schemas.microsoft.com/office/drawing/2014/main" id="{451D51F9-16A8-9F28-3018-1605F3B0977C}"/>
              </a:ext>
            </a:extLst>
          </p:cNvPr>
          <p:cNvSpPr>
            <a:spLocks noGrp="1"/>
          </p:cNvSpPr>
          <p:nvPr>
            <p:ph type="body" sz="quarter" idx="14"/>
          </p:nvPr>
        </p:nvSpPr>
        <p:spPr/>
        <p:txBody>
          <a:bodyPr/>
          <a:lstStyle/>
          <a:p>
            <a:endParaRPr lang="fi-FI"/>
          </a:p>
        </p:txBody>
      </p:sp>
      <p:grpSp>
        <p:nvGrpSpPr>
          <p:cNvPr id="9" name="Group 8">
            <a:extLst>
              <a:ext uri="{FF2B5EF4-FFF2-40B4-BE49-F238E27FC236}">
                <a16:creationId xmlns:a16="http://schemas.microsoft.com/office/drawing/2014/main" id="{11D5CD78-E146-E4EF-961E-8DCCA08D3832}"/>
              </a:ext>
            </a:extLst>
          </p:cNvPr>
          <p:cNvGrpSpPr/>
          <p:nvPr>
            <p:custDataLst>
              <p:tags r:id="rId2"/>
            </p:custDataLst>
          </p:nvPr>
        </p:nvGrpSpPr>
        <p:grpSpPr>
          <a:xfrm>
            <a:off x="982800" y="179436"/>
            <a:ext cx="1180480" cy="144922"/>
            <a:chOff x="982800" y="179436"/>
            <a:chExt cx="1180480" cy="144922"/>
          </a:xfrm>
        </p:grpSpPr>
        <p:sp>
          <p:nvSpPr>
            <p:cNvPr id="10" name="Current Section1">
              <a:hlinkClick r:id="rId6" action="ppaction://hlinksldjump"/>
              <a:extLst>
                <a:ext uri="{FF2B5EF4-FFF2-40B4-BE49-F238E27FC236}">
                  <a16:creationId xmlns:a16="http://schemas.microsoft.com/office/drawing/2014/main" id="{74B50694-C3B2-9827-9FDF-0D5742FDE53E}"/>
                </a:ext>
              </a:extLst>
            </p:cNvPr>
            <p:cNvSpPr>
              <a:spLocks/>
            </p:cNvSpPr>
            <p:nvPr/>
          </p:nvSpPr>
          <p:spPr>
            <a:xfrm>
              <a:off x="982800" y="179436"/>
              <a:ext cx="60386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10800" rIns="72000" bIns="108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accent3">
                      <a:lumMod val="100000"/>
                    </a:schemeClr>
                  </a:solidFill>
                  <a:latin typeface="Arial" panose="020B0604020202020204" pitchFamily="34" charset="0"/>
                  <a:cs typeface="Arial" panose="020B0604020202020204" pitchFamily="34" charset="0"/>
                </a:rPr>
                <a:t>Section 1</a:t>
              </a:r>
            </a:p>
          </p:txBody>
        </p:sp>
        <p:sp>
          <p:nvSpPr>
            <p:cNvPr id="11" name="Other Sections2">
              <a:hlinkClick r:id="rId7" action="ppaction://hlinksldjump"/>
              <a:extLst>
                <a:ext uri="{FF2B5EF4-FFF2-40B4-BE49-F238E27FC236}">
                  <a16:creationId xmlns:a16="http://schemas.microsoft.com/office/drawing/2014/main" id="{0BB4E062-AF4D-F879-73A8-63796DF5A187}"/>
                </a:ext>
              </a:extLst>
            </p:cNvPr>
            <p:cNvSpPr>
              <a:spLocks/>
            </p:cNvSpPr>
            <p:nvPr/>
          </p:nvSpPr>
          <p:spPr>
            <a:xfrm>
              <a:off x="1586665" y="179436"/>
              <a:ext cx="57661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10800" rIns="72000" bIns="108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Section 2</a:t>
              </a:r>
            </a:p>
          </p:txBody>
        </p:sp>
      </p:grpSp>
    </p:spTree>
    <p:extLst>
      <p:ext uri="{BB962C8B-B14F-4D97-AF65-F5344CB8AC3E}">
        <p14:creationId xmlns:p14="http://schemas.microsoft.com/office/powerpoint/2010/main" val="3411415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hlinkClick r:id="rId12" action="ppaction://hlinksldjump"/>
            <a:extLst>
              <a:ext uri="{FF2B5EF4-FFF2-40B4-BE49-F238E27FC236}">
                <a16:creationId xmlns:a16="http://schemas.microsoft.com/office/drawing/2014/main" id="{C609B67C-5A65-46B9-72D8-CC21470CF7BC}"/>
              </a:ext>
            </a:extLst>
          </p:cNvPr>
          <p:cNvSpPr txBox="1"/>
          <p:nvPr>
            <p:custDataLst>
              <p:tags r:id="rId2"/>
            </p:custDataLst>
          </p:nvPr>
        </p:nvSpPr>
        <p:spPr>
          <a:xfrm>
            <a:off x="2049869" y="1083732"/>
            <a:ext cx="5535080" cy="1737697"/>
          </a:xfrm>
          <a:prstGeom prst="rect">
            <a:avLst/>
          </a:prstGeom>
          <a:noFill/>
        </p:spPr>
        <p:txBody>
          <a:bodyPr vert="horz" wrap="square" lIns="0" tIns="864000" rIns="0" bIns="0" rtlCol="0">
            <a:noAutofit/>
          </a:bodyPr>
          <a:lstStyle/>
          <a:p>
            <a:pPr algn="l">
              <a:lnSpc>
                <a:spcPct val="70000"/>
              </a:lnSpc>
            </a:pPr>
            <a:r>
              <a:rPr lang="fi-FI" sz="6600">
                <a:solidFill>
                  <a:schemeClr val="accent3">
                    <a:lumMod val="100000"/>
                  </a:schemeClr>
                </a:solidFill>
                <a:latin typeface="+mj-lt"/>
              </a:rPr>
              <a:t>Section 2</a:t>
            </a:r>
          </a:p>
        </p:txBody>
      </p:sp>
      <p:sp>
        <p:nvSpPr>
          <p:cNvPr id="26" name="TextBox 25">
            <a:hlinkClick r:id="rId13" action="ppaction://hlinksldjump"/>
            <a:extLst>
              <a:ext uri="{FF2B5EF4-FFF2-40B4-BE49-F238E27FC236}">
                <a16:creationId xmlns:a16="http://schemas.microsoft.com/office/drawing/2014/main" id="{A17A23FA-B257-A493-E5D5-C18F182D4A0C}"/>
              </a:ext>
            </a:extLst>
          </p:cNvPr>
          <p:cNvSpPr txBox="1"/>
          <p:nvPr>
            <p:custDataLst>
              <p:tags r:id="rId3"/>
            </p:custDataLst>
          </p:nvPr>
        </p:nvSpPr>
        <p:spPr>
          <a:xfrm>
            <a:off x="2115845" y="2948429"/>
            <a:ext cx="5469103" cy="32361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fi-FI" sz="1600">
                <a:solidFill>
                  <a:schemeClr val="accent3">
                    <a:lumMod val="100000"/>
                  </a:schemeClr>
                </a:solidFill>
                <a:effectLst/>
                <a:latin typeface="+mn-lt"/>
              </a:rPr>
              <a:t>S2 Subsection 1</a:t>
            </a:r>
          </a:p>
        </p:txBody>
      </p:sp>
      <p:sp>
        <p:nvSpPr>
          <p:cNvPr id="27" name="TextBox 26">
            <a:hlinkClick r:id="rId14" action="ppaction://hlinksldjump"/>
            <a:extLst>
              <a:ext uri="{FF2B5EF4-FFF2-40B4-BE49-F238E27FC236}">
                <a16:creationId xmlns:a16="http://schemas.microsoft.com/office/drawing/2014/main" id="{99F68573-FB32-C60C-14B1-9055CB3445BE}"/>
              </a:ext>
            </a:extLst>
          </p:cNvPr>
          <p:cNvSpPr txBox="1"/>
          <p:nvPr>
            <p:custDataLst>
              <p:tags r:id="rId4"/>
            </p:custDataLst>
          </p:nvPr>
        </p:nvSpPr>
        <p:spPr>
          <a:xfrm>
            <a:off x="2115845" y="3399039"/>
            <a:ext cx="5469103" cy="32361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fi-FI" sz="1600">
                <a:solidFill>
                  <a:schemeClr val="accent3">
                    <a:lumMod val="100000"/>
                  </a:schemeClr>
                </a:solidFill>
                <a:effectLst/>
                <a:latin typeface="+mn-lt"/>
              </a:rPr>
              <a:t>S2 Subsection 2</a:t>
            </a:r>
          </a:p>
        </p:txBody>
      </p:sp>
      <p:sp>
        <p:nvSpPr>
          <p:cNvPr id="28" name="TextBox 27">
            <a:hlinkClick r:id="rId12" action="ppaction://hlinksldjump"/>
            <a:extLst>
              <a:ext uri="{FF2B5EF4-FFF2-40B4-BE49-F238E27FC236}">
                <a16:creationId xmlns:a16="http://schemas.microsoft.com/office/drawing/2014/main" id="{265169D2-F1A9-EFF3-E3FF-0BC9245EA849}"/>
              </a:ext>
            </a:extLst>
          </p:cNvPr>
          <p:cNvSpPr txBox="1"/>
          <p:nvPr>
            <p:custDataLst>
              <p:tags r:id="rId5"/>
            </p:custDataLst>
          </p:nvPr>
        </p:nvSpPr>
        <p:spPr>
          <a:xfrm>
            <a:off x="1264327" y="1083732"/>
            <a:ext cx="609169" cy="1380374"/>
          </a:xfrm>
          <a:prstGeom prst="rect">
            <a:avLst/>
          </a:prstGeom>
        </p:spPr>
        <p:txBody>
          <a:bodyPr vert="horz" wrap="none" lIns="0" tIns="774000" rIns="0" bIns="0" rtlCol="0" anchor="t" anchorCtr="0">
            <a:noAutofit/>
          </a:bodyPr>
          <a:lstStyle/>
          <a:p>
            <a:pPr algn="l">
              <a:lnSpc>
                <a:spcPct val="80000"/>
              </a:lnSpc>
              <a:spcAft>
                <a:spcPts val="600"/>
              </a:spcAft>
            </a:pPr>
            <a:r>
              <a:rPr lang="fi-FI" sz="6600" b="1">
                <a:solidFill>
                  <a:schemeClr val="accent3">
                    <a:lumMod val="100000"/>
                  </a:schemeClr>
                </a:solidFill>
                <a:latin typeface="+mj-lt"/>
              </a:rPr>
              <a:t>2.</a:t>
            </a:r>
          </a:p>
        </p:txBody>
      </p:sp>
      <p:sp>
        <p:nvSpPr>
          <p:cNvPr id="29" name="TextBox 28">
            <a:hlinkClick r:id="rId12" action="ppaction://hlinksldjump"/>
            <a:extLst>
              <a:ext uri="{FF2B5EF4-FFF2-40B4-BE49-F238E27FC236}">
                <a16:creationId xmlns:a16="http://schemas.microsoft.com/office/drawing/2014/main" id="{5C8655AC-7E1E-145A-6E24-0BF5D37B128E}"/>
              </a:ext>
            </a:extLst>
          </p:cNvPr>
          <p:cNvSpPr txBox="1"/>
          <p:nvPr>
            <p:custDataLst>
              <p:tags r:id="rId6"/>
            </p:custDataLst>
          </p:nvPr>
        </p:nvSpPr>
        <p:spPr>
          <a:xfrm>
            <a:off x="7630668" y="2785429"/>
            <a:ext cx="72000" cy="36000"/>
          </a:xfrm>
          <a:prstGeom prst="rect">
            <a:avLst/>
          </a:prstGeom>
          <a:noFill/>
        </p:spPr>
        <p:txBody>
          <a:bodyPr vert="horz" wrap="none" lIns="0" tIns="0" rIns="0" bIns="0" rtlCol="0" anchor="ctr" anchorCtr="0">
            <a:noAutofit/>
          </a:bodyPr>
          <a:lstStyle/>
          <a:p>
            <a:pPr algn="ctr"/>
            <a:r>
              <a:rPr lang="fi-FI" sz="100">
                <a:noFill/>
                <a:latin typeface="+mj-lt"/>
              </a:rPr>
              <a:t>15</a:t>
            </a:r>
          </a:p>
        </p:txBody>
      </p:sp>
      <p:sp>
        <p:nvSpPr>
          <p:cNvPr id="30" name="TextBox 29">
            <a:hlinkClick r:id="rId13" action="ppaction://hlinksldjump"/>
            <a:extLst>
              <a:ext uri="{FF2B5EF4-FFF2-40B4-BE49-F238E27FC236}">
                <a16:creationId xmlns:a16="http://schemas.microsoft.com/office/drawing/2014/main" id="{0F3AC084-4109-206C-9A6F-3FB84E8343FA}"/>
              </a:ext>
            </a:extLst>
          </p:cNvPr>
          <p:cNvSpPr txBox="1"/>
          <p:nvPr>
            <p:custDataLst>
              <p:tags r:id="rId7"/>
            </p:custDataLst>
          </p:nvPr>
        </p:nvSpPr>
        <p:spPr bwMode="auto">
          <a:xfrm>
            <a:off x="1369342" y="2948429"/>
            <a:ext cx="932742" cy="32361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fi-FI" sz="2400">
                <a:solidFill>
                  <a:schemeClr val="accent3">
                    <a:lumMod val="100000"/>
                  </a:schemeClr>
                </a:solidFill>
                <a:latin typeface="+mj-lt"/>
              </a:rPr>
              <a:t>2.1</a:t>
            </a:r>
          </a:p>
        </p:txBody>
      </p:sp>
      <p:sp>
        <p:nvSpPr>
          <p:cNvPr id="31" name="TextBox 30">
            <a:hlinkClick r:id="rId14" action="ppaction://hlinksldjump"/>
            <a:extLst>
              <a:ext uri="{FF2B5EF4-FFF2-40B4-BE49-F238E27FC236}">
                <a16:creationId xmlns:a16="http://schemas.microsoft.com/office/drawing/2014/main" id="{6417A685-ACEB-8C7B-FEB5-C2A5D2246550}"/>
              </a:ext>
            </a:extLst>
          </p:cNvPr>
          <p:cNvSpPr txBox="1"/>
          <p:nvPr>
            <p:custDataLst>
              <p:tags r:id="rId8"/>
            </p:custDataLst>
          </p:nvPr>
        </p:nvSpPr>
        <p:spPr bwMode="auto">
          <a:xfrm>
            <a:off x="1369342" y="3399039"/>
            <a:ext cx="932742" cy="32361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fi-FI" sz="2400">
                <a:solidFill>
                  <a:schemeClr val="accent3">
                    <a:lumMod val="100000"/>
                  </a:schemeClr>
                </a:solidFill>
                <a:latin typeface="+mj-lt"/>
              </a:rPr>
              <a:t>2.2</a:t>
            </a:r>
          </a:p>
        </p:txBody>
      </p:sp>
      <p:sp>
        <p:nvSpPr>
          <p:cNvPr id="32" name="TextBox 31">
            <a:hlinkClick r:id="rId13" action="ppaction://hlinksldjump"/>
            <a:extLst>
              <a:ext uri="{FF2B5EF4-FFF2-40B4-BE49-F238E27FC236}">
                <a16:creationId xmlns:a16="http://schemas.microsoft.com/office/drawing/2014/main" id="{112C2CB0-0DF8-C67D-3A86-D0CE93DCA4F2}"/>
              </a:ext>
            </a:extLst>
          </p:cNvPr>
          <p:cNvSpPr txBox="1"/>
          <p:nvPr>
            <p:custDataLst>
              <p:tags r:id="rId9"/>
            </p:custDataLst>
          </p:nvPr>
        </p:nvSpPr>
        <p:spPr>
          <a:xfrm>
            <a:off x="7630668" y="2923030"/>
            <a:ext cx="45719" cy="349009"/>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fi-FI" sz="1200">
                <a:solidFill>
                  <a:schemeClr val="accent3">
                    <a:lumMod val="100000"/>
                  </a:schemeClr>
                </a:solidFill>
                <a:effectLst/>
                <a:latin typeface="+mn-lt"/>
              </a:rPr>
              <a:t>16</a:t>
            </a:r>
          </a:p>
        </p:txBody>
      </p:sp>
      <p:sp>
        <p:nvSpPr>
          <p:cNvPr id="33" name="TextBox 32">
            <a:hlinkClick r:id="rId14" action="ppaction://hlinksldjump"/>
            <a:extLst>
              <a:ext uri="{FF2B5EF4-FFF2-40B4-BE49-F238E27FC236}">
                <a16:creationId xmlns:a16="http://schemas.microsoft.com/office/drawing/2014/main" id="{CCBBDFEC-109C-A460-F02B-3090EA7B5263}"/>
              </a:ext>
            </a:extLst>
          </p:cNvPr>
          <p:cNvSpPr txBox="1"/>
          <p:nvPr>
            <p:custDataLst>
              <p:tags r:id="rId10"/>
            </p:custDataLst>
          </p:nvPr>
        </p:nvSpPr>
        <p:spPr>
          <a:xfrm>
            <a:off x="7630668" y="3373640"/>
            <a:ext cx="45719" cy="349009"/>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fi-FI" sz="1200">
                <a:solidFill>
                  <a:schemeClr val="accent3">
                    <a:lumMod val="100000"/>
                  </a:schemeClr>
                </a:solidFill>
                <a:effectLst/>
                <a:latin typeface="+mn-lt"/>
              </a:rPr>
              <a:t>21</a:t>
            </a:r>
          </a:p>
        </p:txBody>
      </p:sp>
    </p:spTree>
    <p:custDataLst>
      <p:tags r:id="rId1"/>
    </p:custDataLst>
    <p:extLst>
      <p:ext uri="{BB962C8B-B14F-4D97-AF65-F5344CB8AC3E}">
        <p14:creationId xmlns:p14="http://schemas.microsoft.com/office/powerpoint/2010/main" val="14439712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hlinkClick r:id="rId6" action="ppaction://hlinksldjump"/>
            <a:extLst>
              <a:ext uri="{FF2B5EF4-FFF2-40B4-BE49-F238E27FC236}">
                <a16:creationId xmlns:a16="http://schemas.microsoft.com/office/drawing/2014/main" id="{B579B5C0-5FF7-8B69-5EFB-E5C82DF8D36E}"/>
              </a:ext>
            </a:extLst>
          </p:cNvPr>
          <p:cNvSpPr txBox="1"/>
          <p:nvPr>
            <p:custDataLst>
              <p:tags r:id="rId2"/>
            </p:custDataLst>
          </p:nvPr>
        </p:nvSpPr>
        <p:spPr>
          <a:xfrm>
            <a:off x="998475" y="1773835"/>
            <a:ext cx="4692308" cy="2091155"/>
          </a:xfrm>
          <a:prstGeom prst="rect">
            <a:avLst/>
          </a:prstGeom>
          <a:noFill/>
        </p:spPr>
        <p:txBody>
          <a:bodyPr vert="horz" wrap="square" lIns="0" tIns="0" rIns="0" bIns="0" rtlCol="0" anchor="t" anchorCtr="0">
            <a:noAutofit/>
          </a:bodyPr>
          <a:lstStyle/>
          <a:p>
            <a:pPr algn="l">
              <a:lnSpc>
                <a:spcPct val="70000"/>
              </a:lnSpc>
            </a:pPr>
            <a:r>
              <a:rPr lang="fi-FI" sz="6600">
                <a:solidFill>
                  <a:schemeClr val="accent3">
                    <a:lumMod val="100000"/>
                  </a:schemeClr>
                </a:solidFill>
                <a:latin typeface="+mj-lt"/>
              </a:rPr>
              <a:t>S2 Subsection 1</a:t>
            </a:r>
          </a:p>
        </p:txBody>
      </p:sp>
      <p:sp>
        <p:nvSpPr>
          <p:cNvPr id="14" name="TextBox 13">
            <a:hlinkClick r:id="rId6" action="ppaction://hlinksldjump"/>
            <a:extLst>
              <a:ext uri="{FF2B5EF4-FFF2-40B4-BE49-F238E27FC236}">
                <a16:creationId xmlns:a16="http://schemas.microsoft.com/office/drawing/2014/main" id="{F7EE4091-8B2D-EA2F-745E-171862BA0388}"/>
              </a:ext>
            </a:extLst>
          </p:cNvPr>
          <p:cNvSpPr txBox="1"/>
          <p:nvPr>
            <p:custDataLst>
              <p:tags r:id="rId3"/>
            </p:custDataLst>
          </p:nvPr>
        </p:nvSpPr>
        <p:spPr bwMode="auto">
          <a:xfrm>
            <a:off x="2064469" y="1773835"/>
            <a:ext cx="36000" cy="36000"/>
          </a:xfrm>
          <a:prstGeom prst="rect">
            <a:avLst/>
          </a:prstGeom>
          <a:noFill/>
          <a:ln w="9525">
            <a:noFill/>
            <a:miter lim="800000"/>
            <a:headEnd/>
            <a:tailEnd/>
          </a:ln>
        </p:spPr>
        <p:txBody>
          <a:bodyPr vert="horz" wrap="none" lIns="0" tIns="0" rIns="0" bIns="0" rtlCol="0" anchor="t" anchorCtr="0">
            <a:noAutofit/>
          </a:bodyPr>
          <a:lstStyle/>
          <a:p>
            <a:pPr algn="l"/>
            <a:r>
              <a:rPr lang="fi-FI" sz="100">
                <a:noFill/>
              </a:rPr>
              <a:t>2.1</a:t>
            </a:r>
          </a:p>
        </p:txBody>
      </p:sp>
      <p:sp>
        <p:nvSpPr>
          <p:cNvPr id="15" name="TextBox 14">
            <a:hlinkClick r:id="rId6" action="ppaction://hlinksldjump"/>
            <a:extLst>
              <a:ext uri="{FF2B5EF4-FFF2-40B4-BE49-F238E27FC236}">
                <a16:creationId xmlns:a16="http://schemas.microsoft.com/office/drawing/2014/main" id="{29723D15-8980-7514-08BE-F4D44C911BDD}"/>
              </a:ext>
            </a:extLst>
          </p:cNvPr>
          <p:cNvSpPr txBox="1"/>
          <p:nvPr>
            <p:custDataLst>
              <p:tags r:id="rId4"/>
            </p:custDataLst>
          </p:nvPr>
        </p:nvSpPr>
        <p:spPr>
          <a:xfrm>
            <a:off x="5690783" y="3864990"/>
            <a:ext cx="0" cy="0"/>
          </a:xfrm>
          <a:prstGeom prst="rect">
            <a:avLst/>
          </a:prstGeom>
          <a:noFill/>
        </p:spPr>
        <p:txBody>
          <a:bodyPr vert="horz" wrap="none" lIns="0" tIns="0" rIns="0" bIns="0" rtlCol="0" anchor="t" anchorCtr="0">
            <a:noAutofit/>
          </a:bodyPr>
          <a:lstStyle/>
          <a:p>
            <a:pPr algn="r"/>
            <a:r>
              <a:rPr lang="fi-FI" sz="100">
                <a:noFill/>
                <a:latin typeface="+mj-lt"/>
              </a:rPr>
              <a:t>16</a:t>
            </a:r>
          </a:p>
        </p:txBody>
      </p:sp>
    </p:spTree>
    <p:custDataLst>
      <p:tags r:id="rId1"/>
    </p:custDataLst>
    <p:extLst>
      <p:ext uri="{BB962C8B-B14F-4D97-AF65-F5344CB8AC3E}">
        <p14:creationId xmlns:p14="http://schemas.microsoft.com/office/powerpoint/2010/main" val="705818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1067399-2E62-E780-D6A7-87C24A7628B4}"/>
              </a:ext>
            </a:extLst>
          </p:cNvPr>
          <p:cNvGraphicFramePr>
            <a:graphicFrameLocks noChangeAspect="1"/>
          </p:cNvGraphicFramePr>
          <p:nvPr>
            <p:custDataLst>
              <p:tags r:id="rId1"/>
            </p:custDataLst>
            <p:extLst>
              <p:ext uri="{D42A27DB-BD31-4B8C-83A1-F6EECF244321}">
                <p14:modId xmlns:p14="http://schemas.microsoft.com/office/powerpoint/2010/main" val="41052315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0" imgH="371" progId="TCLayout.ActiveDocument.1">
                  <p:embed/>
                </p:oleObj>
              </mc:Choice>
              <mc:Fallback>
                <p:oleObj name="think-cell Slide" r:id="rId3" imgW="370" imgH="371" progId="TCLayout.ActiveDocument.1">
                  <p:embed/>
                  <p:pic>
                    <p:nvPicPr>
                      <p:cNvPr id="3" name="think-cell data - do not delete" hidden="1">
                        <a:extLst>
                          <a:ext uri="{FF2B5EF4-FFF2-40B4-BE49-F238E27FC236}">
                            <a16:creationId xmlns:a16="http://schemas.microsoft.com/office/drawing/2014/main" id="{01067399-2E62-E780-D6A7-87C24A7628B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1170032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C3A4AD08-F624-C31C-2955-A200458915BA}"/>
              </a:ext>
            </a:extLst>
          </p:cNvPr>
          <p:cNvGraphicFramePr>
            <a:graphicFrameLocks noChangeAspect="1"/>
          </p:cNvGraphicFramePr>
          <p:nvPr>
            <p:custDataLst>
              <p:tags r:id="rId1"/>
            </p:custDataLst>
            <p:extLst>
              <p:ext uri="{D42A27DB-BD31-4B8C-83A1-F6EECF244321}">
                <p14:modId xmlns:p14="http://schemas.microsoft.com/office/powerpoint/2010/main" val="20238427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16" name="think-cell data - do not delete" hidden="1">
                        <a:extLst>
                          <a:ext uri="{FF2B5EF4-FFF2-40B4-BE49-F238E27FC236}">
                            <a16:creationId xmlns:a16="http://schemas.microsoft.com/office/drawing/2014/main" id="{C3A4AD08-F624-C31C-2955-A200458915B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0A6158A6-B5E8-3942-8182-52890D884327}"/>
              </a:ext>
            </a:extLst>
          </p:cNvPr>
          <p:cNvSpPr>
            <a:spLocks noGrp="1"/>
          </p:cNvSpPr>
          <p:nvPr>
            <p:ph type="title"/>
          </p:nvPr>
        </p:nvSpPr>
        <p:spPr>
          <a:xfrm>
            <a:off x="982801" y="442800"/>
            <a:ext cx="10224000" cy="539750"/>
          </a:xfrm>
        </p:spPr>
        <p:txBody>
          <a:bodyPr vert="horz"/>
          <a:lstStyle/>
          <a:p>
            <a:r>
              <a:rPr lang="fi-FI"/>
              <a:t>Test – Key findings_1 column</a:t>
            </a:r>
          </a:p>
        </p:txBody>
      </p:sp>
      <p:sp>
        <p:nvSpPr>
          <p:cNvPr id="22" name="Text Placeholder 21">
            <a:extLst>
              <a:ext uri="{FF2B5EF4-FFF2-40B4-BE49-F238E27FC236}">
                <a16:creationId xmlns:a16="http://schemas.microsoft.com/office/drawing/2014/main" id="{5AE160B5-9A33-7D45-3674-C9FC4D23D124}"/>
              </a:ext>
            </a:extLst>
          </p:cNvPr>
          <p:cNvSpPr>
            <a:spLocks noGrp="1"/>
          </p:cNvSpPr>
          <p:nvPr>
            <p:ph type="body" sz="quarter" idx="52"/>
          </p:nvPr>
        </p:nvSpPr>
        <p:spPr/>
        <p:txBody>
          <a:bodyPr/>
          <a:lstStyle/>
          <a:p>
            <a:endParaRPr lang="fi-FI"/>
          </a:p>
        </p:txBody>
      </p:sp>
      <p:sp>
        <p:nvSpPr>
          <p:cNvPr id="23" name="Content Placeholder 22">
            <a:extLst>
              <a:ext uri="{FF2B5EF4-FFF2-40B4-BE49-F238E27FC236}">
                <a16:creationId xmlns:a16="http://schemas.microsoft.com/office/drawing/2014/main" id="{FE8EDD2F-06E8-10EB-ED72-C20A7BD2E41A}"/>
              </a:ext>
            </a:extLst>
          </p:cNvPr>
          <p:cNvSpPr>
            <a:spLocks noGrp="1"/>
          </p:cNvSpPr>
          <p:nvPr>
            <p:ph sz="quarter" idx="54"/>
          </p:nvPr>
        </p:nvSpPr>
        <p:spPr/>
        <p:txBody>
          <a:bodyPr/>
          <a:lstStyle/>
          <a:p>
            <a:endParaRPr lang="fi-FI"/>
          </a:p>
        </p:txBody>
      </p:sp>
      <p:sp>
        <p:nvSpPr>
          <p:cNvPr id="24" name="Content Placeholder 23">
            <a:extLst>
              <a:ext uri="{FF2B5EF4-FFF2-40B4-BE49-F238E27FC236}">
                <a16:creationId xmlns:a16="http://schemas.microsoft.com/office/drawing/2014/main" id="{28D84EF9-217E-3E42-9D47-0E2AB6A3296E}"/>
              </a:ext>
            </a:extLst>
          </p:cNvPr>
          <p:cNvSpPr>
            <a:spLocks noGrp="1"/>
          </p:cNvSpPr>
          <p:nvPr>
            <p:ph sz="quarter" idx="55"/>
          </p:nvPr>
        </p:nvSpPr>
        <p:spPr/>
        <p:txBody>
          <a:bodyPr/>
          <a:lstStyle/>
          <a:p>
            <a:endParaRPr lang="fi-FI"/>
          </a:p>
        </p:txBody>
      </p:sp>
      <p:sp>
        <p:nvSpPr>
          <p:cNvPr id="21" name="Text Placeholder 20">
            <a:extLst>
              <a:ext uri="{FF2B5EF4-FFF2-40B4-BE49-F238E27FC236}">
                <a16:creationId xmlns:a16="http://schemas.microsoft.com/office/drawing/2014/main" id="{4C8E33EB-00E6-41B5-AC20-0572DD8A13EF}"/>
              </a:ext>
            </a:extLst>
          </p:cNvPr>
          <p:cNvSpPr>
            <a:spLocks noGrp="1"/>
          </p:cNvSpPr>
          <p:nvPr>
            <p:ph type="body" sz="quarter" idx="17"/>
          </p:nvPr>
        </p:nvSpPr>
        <p:spPr/>
        <p:txBody>
          <a:bodyPr/>
          <a:lstStyle/>
          <a:p>
            <a:endParaRPr lang="fi-FI"/>
          </a:p>
        </p:txBody>
      </p:sp>
      <p:sp>
        <p:nvSpPr>
          <p:cNvPr id="25" name="Text Placeholder 24">
            <a:extLst>
              <a:ext uri="{FF2B5EF4-FFF2-40B4-BE49-F238E27FC236}">
                <a16:creationId xmlns:a16="http://schemas.microsoft.com/office/drawing/2014/main" id="{0F64C19F-0958-87DE-B5D1-B8A0D97B2699}"/>
              </a:ext>
            </a:extLst>
          </p:cNvPr>
          <p:cNvSpPr>
            <a:spLocks noGrp="1"/>
          </p:cNvSpPr>
          <p:nvPr>
            <p:ph type="body" sz="quarter" idx="56"/>
          </p:nvPr>
        </p:nvSpPr>
        <p:spPr/>
        <p:txBody>
          <a:bodyPr/>
          <a:lstStyle/>
          <a:p>
            <a:endParaRPr lang="fi-FI"/>
          </a:p>
        </p:txBody>
      </p:sp>
      <p:sp>
        <p:nvSpPr>
          <p:cNvPr id="26" name="Text Placeholder 25">
            <a:extLst>
              <a:ext uri="{FF2B5EF4-FFF2-40B4-BE49-F238E27FC236}">
                <a16:creationId xmlns:a16="http://schemas.microsoft.com/office/drawing/2014/main" id="{507157D2-7A12-D7FE-4B66-BC262C8EF83A}"/>
              </a:ext>
            </a:extLst>
          </p:cNvPr>
          <p:cNvSpPr>
            <a:spLocks noGrp="1"/>
          </p:cNvSpPr>
          <p:nvPr>
            <p:ph type="body" sz="quarter" idx="72"/>
          </p:nvPr>
        </p:nvSpPr>
        <p:spPr/>
        <p:txBody>
          <a:bodyPr/>
          <a:lstStyle/>
          <a:p>
            <a:endParaRPr lang="fi-FI"/>
          </a:p>
        </p:txBody>
      </p:sp>
      <p:grpSp>
        <p:nvGrpSpPr>
          <p:cNvPr id="9" name="Group 8">
            <a:extLst>
              <a:ext uri="{FF2B5EF4-FFF2-40B4-BE49-F238E27FC236}">
                <a16:creationId xmlns:a16="http://schemas.microsoft.com/office/drawing/2014/main" id="{21859D40-A751-CA69-B11B-A739B78A68A2}"/>
              </a:ext>
            </a:extLst>
          </p:cNvPr>
          <p:cNvGrpSpPr/>
          <p:nvPr>
            <p:custDataLst>
              <p:tags r:id="rId2"/>
            </p:custDataLst>
          </p:nvPr>
        </p:nvGrpSpPr>
        <p:grpSpPr>
          <a:xfrm>
            <a:off x="982800" y="179436"/>
            <a:ext cx="1180480" cy="144922"/>
            <a:chOff x="982800" y="179436"/>
            <a:chExt cx="1180480" cy="144922"/>
          </a:xfrm>
        </p:grpSpPr>
        <p:sp>
          <p:nvSpPr>
            <p:cNvPr id="7" name="Other Sections1">
              <a:hlinkClick r:id="rId6" action="ppaction://hlinksldjump"/>
              <a:extLst>
                <a:ext uri="{FF2B5EF4-FFF2-40B4-BE49-F238E27FC236}">
                  <a16:creationId xmlns:a16="http://schemas.microsoft.com/office/drawing/2014/main" id="{0BB4E062-AF4D-F879-73A8-63796DF5A187}"/>
                </a:ext>
              </a:extLst>
            </p:cNvPr>
            <p:cNvSpPr>
              <a:spLocks/>
            </p:cNvSpPr>
            <p:nvPr/>
          </p:nvSpPr>
          <p:spPr>
            <a:xfrm>
              <a:off x="982800" y="179436"/>
              <a:ext cx="57661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10800" rIns="72000" bIns="108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Section 1</a:t>
              </a:r>
            </a:p>
          </p:txBody>
        </p:sp>
        <p:sp>
          <p:nvSpPr>
            <p:cNvPr id="8" name="Current Section2">
              <a:hlinkClick r:id="rId7" action="ppaction://hlinksldjump"/>
              <a:extLst>
                <a:ext uri="{FF2B5EF4-FFF2-40B4-BE49-F238E27FC236}">
                  <a16:creationId xmlns:a16="http://schemas.microsoft.com/office/drawing/2014/main" id="{74B50694-C3B2-9827-9FDF-0D5742FDE53E}"/>
                </a:ext>
              </a:extLst>
            </p:cNvPr>
            <p:cNvSpPr>
              <a:spLocks/>
            </p:cNvSpPr>
            <p:nvPr/>
          </p:nvSpPr>
          <p:spPr>
            <a:xfrm>
              <a:off x="1559415" y="179436"/>
              <a:ext cx="60386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10800" rIns="72000" bIns="108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accent3">
                      <a:lumMod val="100000"/>
                    </a:schemeClr>
                  </a:solidFill>
                  <a:latin typeface="Arial" panose="020B0604020202020204" pitchFamily="34" charset="0"/>
                  <a:cs typeface="Arial" panose="020B0604020202020204" pitchFamily="34" charset="0"/>
                </a:rPr>
                <a:t>Section 2</a:t>
              </a:r>
            </a:p>
          </p:txBody>
        </p:sp>
      </p:grpSp>
    </p:spTree>
    <p:extLst>
      <p:ext uri="{BB962C8B-B14F-4D97-AF65-F5344CB8AC3E}">
        <p14:creationId xmlns:p14="http://schemas.microsoft.com/office/powerpoint/2010/main" val="55949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C3A4AD08-F624-C31C-2955-A200458915BA}"/>
              </a:ext>
            </a:extLst>
          </p:cNvPr>
          <p:cNvGraphicFramePr>
            <a:graphicFrameLocks noChangeAspect="1"/>
          </p:cNvGraphicFramePr>
          <p:nvPr>
            <p:custDataLst>
              <p:tags r:id="rId1"/>
            </p:custDataLst>
            <p:extLst>
              <p:ext uri="{D42A27DB-BD31-4B8C-83A1-F6EECF244321}">
                <p14:modId xmlns:p14="http://schemas.microsoft.com/office/powerpoint/2010/main" val="19667382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16" name="think-cell data - do not delete" hidden="1">
                        <a:extLst>
                          <a:ext uri="{FF2B5EF4-FFF2-40B4-BE49-F238E27FC236}">
                            <a16:creationId xmlns:a16="http://schemas.microsoft.com/office/drawing/2014/main" id="{C3A4AD08-F624-C31C-2955-A200458915B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0A6158A6-B5E8-3942-8182-52890D884327}"/>
              </a:ext>
            </a:extLst>
          </p:cNvPr>
          <p:cNvSpPr>
            <a:spLocks noGrp="1"/>
          </p:cNvSpPr>
          <p:nvPr>
            <p:ph type="title"/>
          </p:nvPr>
        </p:nvSpPr>
        <p:spPr>
          <a:xfrm>
            <a:off x="982801" y="442800"/>
            <a:ext cx="10224000" cy="539750"/>
          </a:xfrm>
        </p:spPr>
        <p:txBody>
          <a:bodyPr vert="horz"/>
          <a:lstStyle/>
          <a:p>
            <a:r>
              <a:rPr lang="fi-FI"/>
              <a:t>Test – Key findings_1 column half page</a:t>
            </a:r>
          </a:p>
        </p:txBody>
      </p:sp>
      <p:sp>
        <p:nvSpPr>
          <p:cNvPr id="13" name="Text Placeholder 12">
            <a:extLst>
              <a:ext uri="{FF2B5EF4-FFF2-40B4-BE49-F238E27FC236}">
                <a16:creationId xmlns:a16="http://schemas.microsoft.com/office/drawing/2014/main" id="{FEA5AA41-6CE3-2D4A-963B-A0EC9F0EF63A}"/>
              </a:ext>
            </a:extLst>
          </p:cNvPr>
          <p:cNvSpPr>
            <a:spLocks noGrp="1"/>
          </p:cNvSpPr>
          <p:nvPr>
            <p:ph type="body" sz="quarter" idx="52"/>
          </p:nvPr>
        </p:nvSpPr>
        <p:spPr/>
        <p:txBody>
          <a:bodyPr/>
          <a:lstStyle/>
          <a:p>
            <a:endParaRPr lang="fi-FI"/>
          </a:p>
        </p:txBody>
      </p:sp>
      <p:sp>
        <p:nvSpPr>
          <p:cNvPr id="14" name="Content Placeholder 13">
            <a:extLst>
              <a:ext uri="{FF2B5EF4-FFF2-40B4-BE49-F238E27FC236}">
                <a16:creationId xmlns:a16="http://schemas.microsoft.com/office/drawing/2014/main" id="{96869EEF-8613-3303-2810-58C923887683}"/>
              </a:ext>
            </a:extLst>
          </p:cNvPr>
          <p:cNvSpPr>
            <a:spLocks noGrp="1"/>
          </p:cNvSpPr>
          <p:nvPr>
            <p:ph sz="quarter" idx="54"/>
          </p:nvPr>
        </p:nvSpPr>
        <p:spPr/>
        <p:txBody>
          <a:bodyPr/>
          <a:lstStyle/>
          <a:p>
            <a:endParaRPr lang="fi-FI"/>
          </a:p>
        </p:txBody>
      </p:sp>
      <p:sp>
        <p:nvSpPr>
          <p:cNvPr id="15" name="Content Placeholder 14">
            <a:extLst>
              <a:ext uri="{FF2B5EF4-FFF2-40B4-BE49-F238E27FC236}">
                <a16:creationId xmlns:a16="http://schemas.microsoft.com/office/drawing/2014/main" id="{AC1C8D78-182D-1CA9-D5FD-2376BF0928A7}"/>
              </a:ext>
            </a:extLst>
          </p:cNvPr>
          <p:cNvSpPr>
            <a:spLocks noGrp="1"/>
          </p:cNvSpPr>
          <p:nvPr>
            <p:ph sz="quarter" idx="55"/>
          </p:nvPr>
        </p:nvSpPr>
        <p:spPr/>
        <p:txBody>
          <a:bodyPr/>
          <a:lstStyle/>
          <a:p>
            <a:endParaRPr lang="fi-FI"/>
          </a:p>
        </p:txBody>
      </p:sp>
      <p:sp>
        <p:nvSpPr>
          <p:cNvPr id="6" name="Text Placeholder 5">
            <a:extLst>
              <a:ext uri="{FF2B5EF4-FFF2-40B4-BE49-F238E27FC236}">
                <a16:creationId xmlns:a16="http://schemas.microsoft.com/office/drawing/2014/main" id="{F78D4AF8-3827-CCD2-C177-A92CCD61E1BE}"/>
              </a:ext>
            </a:extLst>
          </p:cNvPr>
          <p:cNvSpPr>
            <a:spLocks noGrp="1"/>
          </p:cNvSpPr>
          <p:nvPr>
            <p:ph type="body" sz="quarter" idx="17"/>
          </p:nvPr>
        </p:nvSpPr>
        <p:spPr/>
        <p:txBody>
          <a:bodyPr/>
          <a:lstStyle/>
          <a:p>
            <a:endParaRPr lang="fi-FI"/>
          </a:p>
        </p:txBody>
      </p:sp>
      <p:sp>
        <p:nvSpPr>
          <p:cNvPr id="17" name="Text Placeholder 16">
            <a:extLst>
              <a:ext uri="{FF2B5EF4-FFF2-40B4-BE49-F238E27FC236}">
                <a16:creationId xmlns:a16="http://schemas.microsoft.com/office/drawing/2014/main" id="{17D3A820-15A6-A645-70FA-16852827DC3D}"/>
              </a:ext>
            </a:extLst>
          </p:cNvPr>
          <p:cNvSpPr>
            <a:spLocks noGrp="1"/>
          </p:cNvSpPr>
          <p:nvPr>
            <p:ph type="body" sz="quarter" idx="56"/>
          </p:nvPr>
        </p:nvSpPr>
        <p:spPr/>
        <p:txBody>
          <a:bodyPr/>
          <a:lstStyle/>
          <a:p>
            <a:endParaRPr lang="fi-FI"/>
          </a:p>
        </p:txBody>
      </p:sp>
      <p:sp>
        <p:nvSpPr>
          <p:cNvPr id="18" name="Text Placeholder 17">
            <a:extLst>
              <a:ext uri="{FF2B5EF4-FFF2-40B4-BE49-F238E27FC236}">
                <a16:creationId xmlns:a16="http://schemas.microsoft.com/office/drawing/2014/main" id="{FE434F89-7DDE-EE4B-A9E9-3960660EC9BF}"/>
              </a:ext>
            </a:extLst>
          </p:cNvPr>
          <p:cNvSpPr>
            <a:spLocks noGrp="1"/>
          </p:cNvSpPr>
          <p:nvPr>
            <p:ph type="body" sz="quarter" idx="72"/>
          </p:nvPr>
        </p:nvSpPr>
        <p:spPr/>
        <p:txBody>
          <a:bodyPr/>
          <a:lstStyle/>
          <a:p>
            <a:endParaRPr lang="fi-FI"/>
          </a:p>
        </p:txBody>
      </p:sp>
      <p:grpSp>
        <p:nvGrpSpPr>
          <p:cNvPr id="2" name="Group 1">
            <a:extLst>
              <a:ext uri="{FF2B5EF4-FFF2-40B4-BE49-F238E27FC236}">
                <a16:creationId xmlns:a16="http://schemas.microsoft.com/office/drawing/2014/main" id="{21859D40-A751-CA69-B11B-A739B78A68A2}"/>
              </a:ext>
            </a:extLst>
          </p:cNvPr>
          <p:cNvGrpSpPr/>
          <p:nvPr>
            <p:custDataLst>
              <p:tags r:id="rId2"/>
            </p:custDataLst>
          </p:nvPr>
        </p:nvGrpSpPr>
        <p:grpSpPr>
          <a:xfrm>
            <a:off x="982800" y="179436"/>
            <a:ext cx="1180480" cy="144922"/>
            <a:chOff x="982800" y="179436"/>
            <a:chExt cx="1180480" cy="144922"/>
          </a:xfrm>
        </p:grpSpPr>
        <p:sp>
          <p:nvSpPr>
            <p:cNvPr id="3" name="Other Sections1">
              <a:hlinkClick r:id="rId6" action="ppaction://hlinksldjump"/>
              <a:extLst>
                <a:ext uri="{FF2B5EF4-FFF2-40B4-BE49-F238E27FC236}">
                  <a16:creationId xmlns:a16="http://schemas.microsoft.com/office/drawing/2014/main" id="{0BB4E062-AF4D-F879-73A8-63796DF5A187}"/>
                </a:ext>
              </a:extLst>
            </p:cNvPr>
            <p:cNvSpPr>
              <a:spLocks/>
            </p:cNvSpPr>
            <p:nvPr/>
          </p:nvSpPr>
          <p:spPr>
            <a:xfrm>
              <a:off x="982800" y="179436"/>
              <a:ext cx="57661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10800" rIns="72000" bIns="108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Section 1</a:t>
              </a:r>
            </a:p>
          </p:txBody>
        </p:sp>
        <p:sp>
          <p:nvSpPr>
            <p:cNvPr id="4" name="Current Section2">
              <a:hlinkClick r:id="rId7" action="ppaction://hlinksldjump"/>
              <a:extLst>
                <a:ext uri="{FF2B5EF4-FFF2-40B4-BE49-F238E27FC236}">
                  <a16:creationId xmlns:a16="http://schemas.microsoft.com/office/drawing/2014/main" id="{74B50694-C3B2-9827-9FDF-0D5742FDE53E}"/>
                </a:ext>
              </a:extLst>
            </p:cNvPr>
            <p:cNvSpPr>
              <a:spLocks/>
            </p:cNvSpPr>
            <p:nvPr/>
          </p:nvSpPr>
          <p:spPr>
            <a:xfrm>
              <a:off x="1559415" y="179436"/>
              <a:ext cx="60386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10800" rIns="72000" bIns="108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accent3">
                      <a:lumMod val="100000"/>
                    </a:schemeClr>
                  </a:solidFill>
                  <a:latin typeface="Arial" panose="020B0604020202020204" pitchFamily="34" charset="0"/>
                  <a:cs typeface="Arial" panose="020B0604020202020204" pitchFamily="34" charset="0"/>
                </a:rPr>
                <a:t>Section 2</a:t>
              </a:r>
            </a:p>
          </p:txBody>
        </p:sp>
      </p:grpSp>
    </p:spTree>
    <p:extLst>
      <p:ext uri="{BB962C8B-B14F-4D97-AF65-F5344CB8AC3E}">
        <p14:creationId xmlns:p14="http://schemas.microsoft.com/office/powerpoint/2010/main" val="4050033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C3A4AD08-F624-C31C-2955-A200458915BA}"/>
              </a:ext>
            </a:extLst>
          </p:cNvPr>
          <p:cNvGraphicFramePr>
            <a:graphicFrameLocks noChangeAspect="1"/>
          </p:cNvGraphicFramePr>
          <p:nvPr>
            <p:custDataLst>
              <p:tags r:id="rId1"/>
            </p:custDataLst>
            <p:extLst>
              <p:ext uri="{D42A27DB-BD31-4B8C-83A1-F6EECF244321}">
                <p14:modId xmlns:p14="http://schemas.microsoft.com/office/powerpoint/2010/main" val="14027175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16" name="think-cell data - do not delete" hidden="1">
                        <a:extLst>
                          <a:ext uri="{FF2B5EF4-FFF2-40B4-BE49-F238E27FC236}">
                            <a16:creationId xmlns:a16="http://schemas.microsoft.com/office/drawing/2014/main" id="{C3A4AD08-F624-C31C-2955-A200458915B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 name="Content Placeholder 30">
            <a:extLst>
              <a:ext uri="{FF2B5EF4-FFF2-40B4-BE49-F238E27FC236}">
                <a16:creationId xmlns:a16="http://schemas.microsoft.com/office/drawing/2014/main" id="{85A8FFE7-7114-0AA9-BEFD-F8B98B5C22A0}"/>
              </a:ext>
            </a:extLst>
          </p:cNvPr>
          <p:cNvSpPr>
            <a:spLocks noGrp="1"/>
          </p:cNvSpPr>
          <p:nvPr>
            <p:ph sz="quarter" idx="54"/>
          </p:nvPr>
        </p:nvSpPr>
        <p:spPr/>
        <p:txBody>
          <a:bodyPr/>
          <a:lstStyle/>
          <a:p>
            <a:endParaRPr lang="fi-FI"/>
          </a:p>
        </p:txBody>
      </p:sp>
      <p:sp>
        <p:nvSpPr>
          <p:cNvPr id="10" name="Title 9">
            <a:extLst>
              <a:ext uri="{FF2B5EF4-FFF2-40B4-BE49-F238E27FC236}">
                <a16:creationId xmlns:a16="http://schemas.microsoft.com/office/drawing/2014/main" id="{0A6158A6-B5E8-3942-8182-52890D884327}"/>
              </a:ext>
            </a:extLst>
          </p:cNvPr>
          <p:cNvSpPr>
            <a:spLocks noGrp="1"/>
          </p:cNvSpPr>
          <p:nvPr>
            <p:ph type="title"/>
          </p:nvPr>
        </p:nvSpPr>
        <p:spPr>
          <a:xfrm>
            <a:off x="982801" y="442800"/>
            <a:ext cx="10224000" cy="539750"/>
          </a:xfrm>
        </p:spPr>
        <p:txBody>
          <a:bodyPr vert="horz"/>
          <a:lstStyle/>
          <a:p>
            <a:r>
              <a:rPr lang="fi-FI"/>
              <a:t>Test – Key findings_2 columns</a:t>
            </a:r>
          </a:p>
        </p:txBody>
      </p:sp>
      <p:sp>
        <p:nvSpPr>
          <p:cNvPr id="29" name="Text Placeholder 28">
            <a:extLst>
              <a:ext uri="{FF2B5EF4-FFF2-40B4-BE49-F238E27FC236}">
                <a16:creationId xmlns:a16="http://schemas.microsoft.com/office/drawing/2014/main" id="{A977E4B1-9DC9-63CC-7923-F8465AC2E378}"/>
              </a:ext>
            </a:extLst>
          </p:cNvPr>
          <p:cNvSpPr>
            <a:spLocks noGrp="1"/>
          </p:cNvSpPr>
          <p:nvPr>
            <p:ph type="body" sz="quarter" idx="17"/>
          </p:nvPr>
        </p:nvSpPr>
        <p:spPr/>
        <p:txBody>
          <a:bodyPr/>
          <a:lstStyle/>
          <a:p>
            <a:endParaRPr lang="fi-FI"/>
          </a:p>
        </p:txBody>
      </p:sp>
      <p:sp>
        <p:nvSpPr>
          <p:cNvPr id="30" name="Text Placeholder 29">
            <a:extLst>
              <a:ext uri="{FF2B5EF4-FFF2-40B4-BE49-F238E27FC236}">
                <a16:creationId xmlns:a16="http://schemas.microsoft.com/office/drawing/2014/main" id="{6A02066C-E01B-8D91-3149-0A4C6AEB950D}"/>
              </a:ext>
            </a:extLst>
          </p:cNvPr>
          <p:cNvSpPr>
            <a:spLocks noGrp="1"/>
          </p:cNvSpPr>
          <p:nvPr>
            <p:ph type="body" sz="quarter" idx="52"/>
          </p:nvPr>
        </p:nvSpPr>
        <p:spPr/>
        <p:txBody>
          <a:bodyPr/>
          <a:lstStyle/>
          <a:p>
            <a:endParaRPr lang="fi-FI"/>
          </a:p>
        </p:txBody>
      </p:sp>
      <p:sp>
        <p:nvSpPr>
          <p:cNvPr id="32" name="Content Placeholder 31">
            <a:extLst>
              <a:ext uri="{FF2B5EF4-FFF2-40B4-BE49-F238E27FC236}">
                <a16:creationId xmlns:a16="http://schemas.microsoft.com/office/drawing/2014/main" id="{87B08B71-1FF4-8CBC-8152-805D009108C8}"/>
              </a:ext>
            </a:extLst>
          </p:cNvPr>
          <p:cNvSpPr>
            <a:spLocks noGrp="1"/>
          </p:cNvSpPr>
          <p:nvPr>
            <p:ph sz="quarter" idx="55"/>
          </p:nvPr>
        </p:nvSpPr>
        <p:spPr/>
        <p:txBody>
          <a:bodyPr/>
          <a:lstStyle/>
          <a:p>
            <a:endParaRPr lang="fi-FI"/>
          </a:p>
        </p:txBody>
      </p:sp>
      <p:sp>
        <p:nvSpPr>
          <p:cNvPr id="33" name="Text Placeholder 32">
            <a:extLst>
              <a:ext uri="{FF2B5EF4-FFF2-40B4-BE49-F238E27FC236}">
                <a16:creationId xmlns:a16="http://schemas.microsoft.com/office/drawing/2014/main" id="{3F99FAFE-8B45-1929-6D05-CFAD0886EE7D}"/>
              </a:ext>
            </a:extLst>
          </p:cNvPr>
          <p:cNvSpPr>
            <a:spLocks noGrp="1"/>
          </p:cNvSpPr>
          <p:nvPr>
            <p:ph type="body" sz="quarter" idx="56"/>
          </p:nvPr>
        </p:nvSpPr>
        <p:spPr/>
        <p:txBody>
          <a:bodyPr/>
          <a:lstStyle/>
          <a:p>
            <a:endParaRPr lang="fi-FI"/>
          </a:p>
        </p:txBody>
      </p:sp>
      <p:sp>
        <p:nvSpPr>
          <p:cNvPr id="34" name="Text Placeholder 33">
            <a:extLst>
              <a:ext uri="{FF2B5EF4-FFF2-40B4-BE49-F238E27FC236}">
                <a16:creationId xmlns:a16="http://schemas.microsoft.com/office/drawing/2014/main" id="{D697754E-189E-3852-3C88-AB69296EAB23}"/>
              </a:ext>
            </a:extLst>
          </p:cNvPr>
          <p:cNvSpPr>
            <a:spLocks noGrp="1"/>
          </p:cNvSpPr>
          <p:nvPr>
            <p:ph type="body" sz="quarter" idx="72"/>
          </p:nvPr>
        </p:nvSpPr>
        <p:spPr/>
        <p:txBody>
          <a:bodyPr/>
          <a:lstStyle/>
          <a:p>
            <a:endParaRPr lang="fi-FI"/>
          </a:p>
        </p:txBody>
      </p:sp>
      <p:sp>
        <p:nvSpPr>
          <p:cNvPr id="35" name="Text Placeholder 34">
            <a:extLst>
              <a:ext uri="{FF2B5EF4-FFF2-40B4-BE49-F238E27FC236}">
                <a16:creationId xmlns:a16="http://schemas.microsoft.com/office/drawing/2014/main" id="{1274720D-4254-4393-3A43-710946267D40}"/>
              </a:ext>
            </a:extLst>
          </p:cNvPr>
          <p:cNvSpPr>
            <a:spLocks noGrp="1"/>
          </p:cNvSpPr>
          <p:nvPr>
            <p:ph type="body" sz="quarter" idx="73"/>
          </p:nvPr>
        </p:nvSpPr>
        <p:spPr/>
        <p:txBody>
          <a:bodyPr/>
          <a:lstStyle/>
          <a:p>
            <a:endParaRPr lang="fi-FI"/>
          </a:p>
        </p:txBody>
      </p:sp>
      <p:sp>
        <p:nvSpPr>
          <p:cNvPr id="36" name="Content Placeholder 35">
            <a:extLst>
              <a:ext uri="{FF2B5EF4-FFF2-40B4-BE49-F238E27FC236}">
                <a16:creationId xmlns:a16="http://schemas.microsoft.com/office/drawing/2014/main" id="{BEE20614-C586-2C39-EDE6-799F8A1EED03}"/>
              </a:ext>
            </a:extLst>
          </p:cNvPr>
          <p:cNvSpPr>
            <a:spLocks noGrp="1"/>
          </p:cNvSpPr>
          <p:nvPr>
            <p:ph sz="quarter" idx="74"/>
          </p:nvPr>
        </p:nvSpPr>
        <p:spPr/>
        <p:txBody>
          <a:bodyPr/>
          <a:lstStyle/>
          <a:p>
            <a:endParaRPr lang="fi-FI"/>
          </a:p>
        </p:txBody>
      </p:sp>
      <p:sp>
        <p:nvSpPr>
          <p:cNvPr id="37" name="Content Placeholder 36">
            <a:extLst>
              <a:ext uri="{FF2B5EF4-FFF2-40B4-BE49-F238E27FC236}">
                <a16:creationId xmlns:a16="http://schemas.microsoft.com/office/drawing/2014/main" id="{70080FFA-13E8-835D-5715-C65F2208DABE}"/>
              </a:ext>
            </a:extLst>
          </p:cNvPr>
          <p:cNvSpPr>
            <a:spLocks noGrp="1"/>
          </p:cNvSpPr>
          <p:nvPr>
            <p:ph sz="quarter" idx="75"/>
          </p:nvPr>
        </p:nvSpPr>
        <p:spPr/>
        <p:txBody>
          <a:bodyPr/>
          <a:lstStyle/>
          <a:p>
            <a:endParaRPr lang="fi-FI"/>
          </a:p>
        </p:txBody>
      </p:sp>
      <p:sp>
        <p:nvSpPr>
          <p:cNvPr id="38" name="Text Placeholder 37">
            <a:extLst>
              <a:ext uri="{FF2B5EF4-FFF2-40B4-BE49-F238E27FC236}">
                <a16:creationId xmlns:a16="http://schemas.microsoft.com/office/drawing/2014/main" id="{4B5E44E8-8E9B-3FE6-E20D-DAD577439F55}"/>
              </a:ext>
            </a:extLst>
          </p:cNvPr>
          <p:cNvSpPr>
            <a:spLocks noGrp="1"/>
          </p:cNvSpPr>
          <p:nvPr>
            <p:ph type="body" sz="quarter" idx="76"/>
          </p:nvPr>
        </p:nvSpPr>
        <p:spPr/>
        <p:txBody>
          <a:bodyPr/>
          <a:lstStyle/>
          <a:p>
            <a:endParaRPr lang="fi-FI"/>
          </a:p>
        </p:txBody>
      </p:sp>
      <p:sp>
        <p:nvSpPr>
          <p:cNvPr id="39" name="Text Placeholder 38">
            <a:extLst>
              <a:ext uri="{FF2B5EF4-FFF2-40B4-BE49-F238E27FC236}">
                <a16:creationId xmlns:a16="http://schemas.microsoft.com/office/drawing/2014/main" id="{095F0E07-122C-6524-29A4-B4C05C9BAE7E}"/>
              </a:ext>
            </a:extLst>
          </p:cNvPr>
          <p:cNvSpPr>
            <a:spLocks noGrp="1"/>
          </p:cNvSpPr>
          <p:nvPr>
            <p:ph type="body" sz="quarter" idx="77"/>
          </p:nvPr>
        </p:nvSpPr>
        <p:spPr/>
        <p:txBody>
          <a:bodyPr/>
          <a:lstStyle/>
          <a:p>
            <a:endParaRPr lang="fi-FI"/>
          </a:p>
        </p:txBody>
      </p:sp>
      <p:grpSp>
        <p:nvGrpSpPr>
          <p:cNvPr id="7" name="Group 6">
            <a:extLst>
              <a:ext uri="{FF2B5EF4-FFF2-40B4-BE49-F238E27FC236}">
                <a16:creationId xmlns:a16="http://schemas.microsoft.com/office/drawing/2014/main" id="{21859D40-A751-CA69-B11B-A739B78A68A2}"/>
              </a:ext>
            </a:extLst>
          </p:cNvPr>
          <p:cNvGrpSpPr/>
          <p:nvPr>
            <p:custDataLst>
              <p:tags r:id="rId2"/>
            </p:custDataLst>
          </p:nvPr>
        </p:nvGrpSpPr>
        <p:grpSpPr>
          <a:xfrm>
            <a:off x="982800" y="179436"/>
            <a:ext cx="1180480" cy="144922"/>
            <a:chOff x="982800" y="179436"/>
            <a:chExt cx="1180480" cy="144922"/>
          </a:xfrm>
        </p:grpSpPr>
        <p:sp>
          <p:nvSpPr>
            <p:cNvPr id="8" name="Other Sections1">
              <a:hlinkClick r:id="rId6" action="ppaction://hlinksldjump"/>
              <a:extLst>
                <a:ext uri="{FF2B5EF4-FFF2-40B4-BE49-F238E27FC236}">
                  <a16:creationId xmlns:a16="http://schemas.microsoft.com/office/drawing/2014/main" id="{0BB4E062-AF4D-F879-73A8-63796DF5A187}"/>
                </a:ext>
              </a:extLst>
            </p:cNvPr>
            <p:cNvSpPr>
              <a:spLocks/>
            </p:cNvSpPr>
            <p:nvPr/>
          </p:nvSpPr>
          <p:spPr>
            <a:xfrm>
              <a:off x="982800" y="179436"/>
              <a:ext cx="57661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10800" rIns="72000" bIns="108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Section 1</a:t>
              </a:r>
            </a:p>
          </p:txBody>
        </p:sp>
        <p:sp>
          <p:nvSpPr>
            <p:cNvPr id="9" name="Current Section2">
              <a:hlinkClick r:id="rId7" action="ppaction://hlinksldjump"/>
              <a:extLst>
                <a:ext uri="{FF2B5EF4-FFF2-40B4-BE49-F238E27FC236}">
                  <a16:creationId xmlns:a16="http://schemas.microsoft.com/office/drawing/2014/main" id="{74B50694-C3B2-9827-9FDF-0D5742FDE53E}"/>
                </a:ext>
              </a:extLst>
            </p:cNvPr>
            <p:cNvSpPr>
              <a:spLocks/>
            </p:cNvSpPr>
            <p:nvPr/>
          </p:nvSpPr>
          <p:spPr>
            <a:xfrm>
              <a:off x="1559415" y="179436"/>
              <a:ext cx="60386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10800" rIns="72000" bIns="108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accent3">
                      <a:lumMod val="100000"/>
                    </a:schemeClr>
                  </a:solidFill>
                  <a:latin typeface="Arial" panose="020B0604020202020204" pitchFamily="34" charset="0"/>
                  <a:cs typeface="Arial" panose="020B0604020202020204" pitchFamily="34" charset="0"/>
                </a:rPr>
                <a:t>Section 2</a:t>
              </a:r>
            </a:p>
          </p:txBody>
        </p:sp>
      </p:grpSp>
    </p:spTree>
    <p:extLst>
      <p:ext uri="{BB962C8B-B14F-4D97-AF65-F5344CB8AC3E}">
        <p14:creationId xmlns:p14="http://schemas.microsoft.com/office/powerpoint/2010/main" val="792186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C3A4AD08-F624-C31C-2955-A200458915BA}"/>
              </a:ext>
            </a:extLst>
          </p:cNvPr>
          <p:cNvGraphicFramePr>
            <a:graphicFrameLocks noChangeAspect="1"/>
          </p:cNvGraphicFramePr>
          <p:nvPr>
            <p:custDataLst>
              <p:tags r:id="rId1"/>
            </p:custDataLst>
            <p:extLst>
              <p:ext uri="{D42A27DB-BD31-4B8C-83A1-F6EECF244321}">
                <p14:modId xmlns:p14="http://schemas.microsoft.com/office/powerpoint/2010/main" val="41836006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16" name="think-cell data - do not delete" hidden="1">
                        <a:extLst>
                          <a:ext uri="{FF2B5EF4-FFF2-40B4-BE49-F238E27FC236}">
                            <a16:creationId xmlns:a16="http://schemas.microsoft.com/office/drawing/2014/main" id="{C3A4AD08-F624-C31C-2955-A200458915B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0A6158A6-B5E8-3942-8182-52890D884327}"/>
              </a:ext>
            </a:extLst>
          </p:cNvPr>
          <p:cNvSpPr>
            <a:spLocks noGrp="1"/>
          </p:cNvSpPr>
          <p:nvPr>
            <p:ph type="title"/>
          </p:nvPr>
        </p:nvSpPr>
        <p:spPr>
          <a:xfrm>
            <a:off x="982801" y="442800"/>
            <a:ext cx="10224000" cy="539750"/>
          </a:xfrm>
        </p:spPr>
        <p:txBody>
          <a:bodyPr vert="horz"/>
          <a:lstStyle/>
          <a:p>
            <a:r>
              <a:rPr lang="fi-FI"/>
              <a:t>Test – Key findings_3 columns</a:t>
            </a:r>
          </a:p>
        </p:txBody>
      </p:sp>
      <p:sp>
        <p:nvSpPr>
          <p:cNvPr id="40" name="Text Placeholder 39">
            <a:extLst>
              <a:ext uri="{FF2B5EF4-FFF2-40B4-BE49-F238E27FC236}">
                <a16:creationId xmlns:a16="http://schemas.microsoft.com/office/drawing/2014/main" id="{FF61507A-4A4C-4442-A927-F86920FF8E23}"/>
              </a:ext>
            </a:extLst>
          </p:cNvPr>
          <p:cNvSpPr>
            <a:spLocks noGrp="1"/>
          </p:cNvSpPr>
          <p:nvPr>
            <p:ph type="body" sz="quarter" idx="52"/>
          </p:nvPr>
        </p:nvSpPr>
        <p:spPr/>
        <p:txBody>
          <a:bodyPr/>
          <a:lstStyle/>
          <a:p>
            <a:endParaRPr lang="fi-FI"/>
          </a:p>
        </p:txBody>
      </p:sp>
      <p:sp>
        <p:nvSpPr>
          <p:cNvPr id="41" name="Content Placeholder 40">
            <a:extLst>
              <a:ext uri="{FF2B5EF4-FFF2-40B4-BE49-F238E27FC236}">
                <a16:creationId xmlns:a16="http://schemas.microsoft.com/office/drawing/2014/main" id="{86A07B16-5C6D-D2DE-EA43-4FBFCA254751}"/>
              </a:ext>
            </a:extLst>
          </p:cNvPr>
          <p:cNvSpPr>
            <a:spLocks noGrp="1"/>
          </p:cNvSpPr>
          <p:nvPr>
            <p:ph sz="quarter" idx="54"/>
          </p:nvPr>
        </p:nvSpPr>
        <p:spPr/>
        <p:txBody>
          <a:bodyPr/>
          <a:lstStyle/>
          <a:p>
            <a:endParaRPr lang="fi-FI"/>
          </a:p>
        </p:txBody>
      </p:sp>
      <p:sp>
        <p:nvSpPr>
          <p:cNvPr id="42" name="Content Placeholder 41">
            <a:extLst>
              <a:ext uri="{FF2B5EF4-FFF2-40B4-BE49-F238E27FC236}">
                <a16:creationId xmlns:a16="http://schemas.microsoft.com/office/drawing/2014/main" id="{B730FAD5-C1D9-08EB-DD3C-0A55548FA8C3}"/>
              </a:ext>
            </a:extLst>
          </p:cNvPr>
          <p:cNvSpPr>
            <a:spLocks noGrp="1"/>
          </p:cNvSpPr>
          <p:nvPr>
            <p:ph sz="quarter" idx="55"/>
          </p:nvPr>
        </p:nvSpPr>
        <p:spPr/>
        <p:txBody>
          <a:bodyPr/>
          <a:lstStyle/>
          <a:p>
            <a:endParaRPr lang="fi-FI"/>
          </a:p>
        </p:txBody>
      </p:sp>
      <p:sp>
        <p:nvSpPr>
          <p:cNvPr id="39" name="Text Placeholder 38">
            <a:extLst>
              <a:ext uri="{FF2B5EF4-FFF2-40B4-BE49-F238E27FC236}">
                <a16:creationId xmlns:a16="http://schemas.microsoft.com/office/drawing/2014/main" id="{869CD07D-5452-5F6B-734C-5D139C6F4A94}"/>
              </a:ext>
            </a:extLst>
          </p:cNvPr>
          <p:cNvSpPr>
            <a:spLocks noGrp="1"/>
          </p:cNvSpPr>
          <p:nvPr>
            <p:ph type="body" sz="quarter" idx="17"/>
          </p:nvPr>
        </p:nvSpPr>
        <p:spPr/>
        <p:txBody>
          <a:bodyPr/>
          <a:lstStyle/>
          <a:p>
            <a:endParaRPr lang="fi-FI"/>
          </a:p>
        </p:txBody>
      </p:sp>
      <p:sp>
        <p:nvSpPr>
          <p:cNvPr id="43" name="Text Placeholder 42">
            <a:extLst>
              <a:ext uri="{FF2B5EF4-FFF2-40B4-BE49-F238E27FC236}">
                <a16:creationId xmlns:a16="http://schemas.microsoft.com/office/drawing/2014/main" id="{C4BA3DBB-37B4-A012-9CCB-92131FA5A7B9}"/>
              </a:ext>
            </a:extLst>
          </p:cNvPr>
          <p:cNvSpPr>
            <a:spLocks noGrp="1"/>
          </p:cNvSpPr>
          <p:nvPr>
            <p:ph type="body" sz="quarter" idx="56"/>
          </p:nvPr>
        </p:nvSpPr>
        <p:spPr/>
        <p:txBody>
          <a:bodyPr/>
          <a:lstStyle/>
          <a:p>
            <a:endParaRPr lang="fi-FI"/>
          </a:p>
        </p:txBody>
      </p:sp>
      <p:sp>
        <p:nvSpPr>
          <p:cNvPr id="44" name="Content Placeholder 43">
            <a:extLst>
              <a:ext uri="{FF2B5EF4-FFF2-40B4-BE49-F238E27FC236}">
                <a16:creationId xmlns:a16="http://schemas.microsoft.com/office/drawing/2014/main" id="{3B76015F-73AD-DB78-7B12-5012671C3485}"/>
              </a:ext>
            </a:extLst>
          </p:cNvPr>
          <p:cNvSpPr>
            <a:spLocks noGrp="1"/>
          </p:cNvSpPr>
          <p:nvPr>
            <p:ph sz="quarter" idx="57"/>
          </p:nvPr>
        </p:nvSpPr>
        <p:spPr/>
        <p:txBody>
          <a:bodyPr/>
          <a:lstStyle/>
          <a:p>
            <a:endParaRPr lang="fi-FI"/>
          </a:p>
        </p:txBody>
      </p:sp>
      <p:sp>
        <p:nvSpPr>
          <p:cNvPr id="45" name="Content Placeholder 44">
            <a:extLst>
              <a:ext uri="{FF2B5EF4-FFF2-40B4-BE49-F238E27FC236}">
                <a16:creationId xmlns:a16="http://schemas.microsoft.com/office/drawing/2014/main" id="{7A449077-91AD-F112-255C-23E7C02AC8DD}"/>
              </a:ext>
            </a:extLst>
          </p:cNvPr>
          <p:cNvSpPr>
            <a:spLocks noGrp="1"/>
          </p:cNvSpPr>
          <p:nvPr>
            <p:ph sz="quarter" idx="59"/>
          </p:nvPr>
        </p:nvSpPr>
        <p:spPr/>
        <p:txBody>
          <a:bodyPr/>
          <a:lstStyle/>
          <a:p>
            <a:endParaRPr lang="fi-FI"/>
          </a:p>
        </p:txBody>
      </p:sp>
      <p:sp>
        <p:nvSpPr>
          <p:cNvPr id="46" name="Text Placeholder 45">
            <a:extLst>
              <a:ext uri="{FF2B5EF4-FFF2-40B4-BE49-F238E27FC236}">
                <a16:creationId xmlns:a16="http://schemas.microsoft.com/office/drawing/2014/main" id="{F1B65687-A555-854F-0BFB-2364DEBFE07E}"/>
              </a:ext>
            </a:extLst>
          </p:cNvPr>
          <p:cNvSpPr>
            <a:spLocks noGrp="1"/>
          </p:cNvSpPr>
          <p:nvPr>
            <p:ph type="body" sz="quarter" idx="60"/>
          </p:nvPr>
        </p:nvSpPr>
        <p:spPr/>
        <p:txBody>
          <a:bodyPr/>
          <a:lstStyle/>
          <a:p>
            <a:endParaRPr lang="fi-FI"/>
          </a:p>
        </p:txBody>
      </p:sp>
      <p:sp>
        <p:nvSpPr>
          <p:cNvPr id="47" name="Content Placeholder 46">
            <a:extLst>
              <a:ext uri="{FF2B5EF4-FFF2-40B4-BE49-F238E27FC236}">
                <a16:creationId xmlns:a16="http://schemas.microsoft.com/office/drawing/2014/main" id="{9798AE01-1642-6EFF-23B1-FA590AEC15F3}"/>
              </a:ext>
            </a:extLst>
          </p:cNvPr>
          <p:cNvSpPr>
            <a:spLocks noGrp="1"/>
          </p:cNvSpPr>
          <p:nvPr>
            <p:ph sz="quarter" idx="61"/>
          </p:nvPr>
        </p:nvSpPr>
        <p:spPr/>
        <p:txBody>
          <a:bodyPr/>
          <a:lstStyle/>
          <a:p>
            <a:endParaRPr lang="fi-FI"/>
          </a:p>
        </p:txBody>
      </p:sp>
      <p:sp>
        <p:nvSpPr>
          <p:cNvPr id="48" name="Content Placeholder 47">
            <a:extLst>
              <a:ext uri="{FF2B5EF4-FFF2-40B4-BE49-F238E27FC236}">
                <a16:creationId xmlns:a16="http://schemas.microsoft.com/office/drawing/2014/main" id="{A397DB20-F73C-C9CF-3ECE-7BAEE6C52CF6}"/>
              </a:ext>
            </a:extLst>
          </p:cNvPr>
          <p:cNvSpPr>
            <a:spLocks noGrp="1"/>
          </p:cNvSpPr>
          <p:nvPr>
            <p:ph sz="quarter" idx="63"/>
          </p:nvPr>
        </p:nvSpPr>
        <p:spPr/>
        <p:txBody>
          <a:bodyPr/>
          <a:lstStyle/>
          <a:p>
            <a:endParaRPr lang="fi-FI"/>
          </a:p>
        </p:txBody>
      </p:sp>
      <p:sp>
        <p:nvSpPr>
          <p:cNvPr id="49" name="Text Placeholder 48">
            <a:extLst>
              <a:ext uri="{FF2B5EF4-FFF2-40B4-BE49-F238E27FC236}">
                <a16:creationId xmlns:a16="http://schemas.microsoft.com/office/drawing/2014/main" id="{E680140B-E893-533E-DC09-A8414B392FF9}"/>
              </a:ext>
            </a:extLst>
          </p:cNvPr>
          <p:cNvSpPr>
            <a:spLocks noGrp="1"/>
          </p:cNvSpPr>
          <p:nvPr>
            <p:ph type="body" sz="quarter" idx="64"/>
          </p:nvPr>
        </p:nvSpPr>
        <p:spPr/>
        <p:txBody>
          <a:bodyPr/>
          <a:lstStyle/>
          <a:p>
            <a:endParaRPr lang="fi-FI"/>
          </a:p>
        </p:txBody>
      </p:sp>
      <p:sp>
        <p:nvSpPr>
          <p:cNvPr id="50" name="Text Placeholder 49">
            <a:extLst>
              <a:ext uri="{FF2B5EF4-FFF2-40B4-BE49-F238E27FC236}">
                <a16:creationId xmlns:a16="http://schemas.microsoft.com/office/drawing/2014/main" id="{C07FB157-AE46-4E70-D400-10E38568F68C}"/>
              </a:ext>
            </a:extLst>
          </p:cNvPr>
          <p:cNvSpPr>
            <a:spLocks noGrp="1"/>
          </p:cNvSpPr>
          <p:nvPr>
            <p:ph type="body" sz="quarter" idx="65"/>
          </p:nvPr>
        </p:nvSpPr>
        <p:spPr/>
        <p:txBody>
          <a:bodyPr/>
          <a:lstStyle/>
          <a:p>
            <a:endParaRPr lang="fi-FI"/>
          </a:p>
        </p:txBody>
      </p:sp>
      <p:sp>
        <p:nvSpPr>
          <p:cNvPr id="51" name="Text Placeholder 50">
            <a:extLst>
              <a:ext uri="{FF2B5EF4-FFF2-40B4-BE49-F238E27FC236}">
                <a16:creationId xmlns:a16="http://schemas.microsoft.com/office/drawing/2014/main" id="{C8403668-47C0-B3F3-D387-2F4292EE9FE7}"/>
              </a:ext>
            </a:extLst>
          </p:cNvPr>
          <p:cNvSpPr>
            <a:spLocks noGrp="1"/>
          </p:cNvSpPr>
          <p:nvPr>
            <p:ph type="body" sz="quarter" idx="66"/>
          </p:nvPr>
        </p:nvSpPr>
        <p:spPr/>
        <p:txBody>
          <a:bodyPr/>
          <a:lstStyle/>
          <a:p>
            <a:endParaRPr lang="fi-FI"/>
          </a:p>
        </p:txBody>
      </p:sp>
      <p:sp>
        <p:nvSpPr>
          <p:cNvPr id="52" name="Text Placeholder 51">
            <a:extLst>
              <a:ext uri="{FF2B5EF4-FFF2-40B4-BE49-F238E27FC236}">
                <a16:creationId xmlns:a16="http://schemas.microsoft.com/office/drawing/2014/main" id="{08BABADD-BD05-8CA8-B52A-10C5EEB69B68}"/>
              </a:ext>
            </a:extLst>
          </p:cNvPr>
          <p:cNvSpPr>
            <a:spLocks noGrp="1"/>
          </p:cNvSpPr>
          <p:nvPr>
            <p:ph type="body" sz="quarter" idx="72"/>
          </p:nvPr>
        </p:nvSpPr>
        <p:spPr/>
        <p:txBody>
          <a:bodyPr/>
          <a:lstStyle/>
          <a:p>
            <a:endParaRPr lang="fi-FI"/>
          </a:p>
        </p:txBody>
      </p:sp>
      <p:sp>
        <p:nvSpPr>
          <p:cNvPr id="53" name="Text Placeholder 52">
            <a:extLst>
              <a:ext uri="{FF2B5EF4-FFF2-40B4-BE49-F238E27FC236}">
                <a16:creationId xmlns:a16="http://schemas.microsoft.com/office/drawing/2014/main" id="{DCDCAABE-944A-0AE5-1ED0-25C86DEC77B1}"/>
              </a:ext>
            </a:extLst>
          </p:cNvPr>
          <p:cNvSpPr>
            <a:spLocks noGrp="1"/>
          </p:cNvSpPr>
          <p:nvPr>
            <p:ph type="body" sz="quarter" idx="73"/>
          </p:nvPr>
        </p:nvSpPr>
        <p:spPr/>
        <p:txBody>
          <a:bodyPr/>
          <a:lstStyle/>
          <a:p>
            <a:endParaRPr lang="fi-FI"/>
          </a:p>
        </p:txBody>
      </p:sp>
      <p:sp>
        <p:nvSpPr>
          <p:cNvPr id="54" name="Text Placeholder 53">
            <a:extLst>
              <a:ext uri="{FF2B5EF4-FFF2-40B4-BE49-F238E27FC236}">
                <a16:creationId xmlns:a16="http://schemas.microsoft.com/office/drawing/2014/main" id="{9CE31683-283A-F85C-C009-28312CE73439}"/>
              </a:ext>
            </a:extLst>
          </p:cNvPr>
          <p:cNvSpPr>
            <a:spLocks noGrp="1"/>
          </p:cNvSpPr>
          <p:nvPr>
            <p:ph type="body" sz="quarter" idx="74"/>
          </p:nvPr>
        </p:nvSpPr>
        <p:spPr/>
        <p:txBody>
          <a:bodyPr/>
          <a:lstStyle/>
          <a:p>
            <a:endParaRPr lang="fi-FI"/>
          </a:p>
        </p:txBody>
      </p:sp>
      <p:grpSp>
        <p:nvGrpSpPr>
          <p:cNvPr id="2" name="Group 1">
            <a:extLst>
              <a:ext uri="{FF2B5EF4-FFF2-40B4-BE49-F238E27FC236}">
                <a16:creationId xmlns:a16="http://schemas.microsoft.com/office/drawing/2014/main" id="{21859D40-A751-CA69-B11B-A739B78A68A2}"/>
              </a:ext>
            </a:extLst>
          </p:cNvPr>
          <p:cNvGrpSpPr/>
          <p:nvPr>
            <p:custDataLst>
              <p:tags r:id="rId2"/>
            </p:custDataLst>
          </p:nvPr>
        </p:nvGrpSpPr>
        <p:grpSpPr>
          <a:xfrm>
            <a:off x="982800" y="179436"/>
            <a:ext cx="1180480" cy="144922"/>
            <a:chOff x="982800" y="179436"/>
            <a:chExt cx="1180480" cy="144922"/>
          </a:xfrm>
        </p:grpSpPr>
        <p:sp>
          <p:nvSpPr>
            <p:cNvPr id="3" name="Other Sections1">
              <a:hlinkClick r:id="rId6" action="ppaction://hlinksldjump"/>
              <a:extLst>
                <a:ext uri="{FF2B5EF4-FFF2-40B4-BE49-F238E27FC236}">
                  <a16:creationId xmlns:a16="http://schemas.microsoft.com/office/drawing/2014/main" id="{0BB4E062-AF4D-F879-73A8-63796DF5A187}"/>
                </a:ext>
              </a:extLst>
            </p:cNvPr>
            <p:cNvSpPr>
              <a:spLocks/>
            </p:cNvSpPr>
            <p:nvPr/>
          </p:nvSpPr>
          <p:spPr>
            <a:xfrm>
              <a:off x="982800" y="179436"/>
              <a:ext cx="57661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10800" rIns="72000" bIns="108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Section 1</a:t>
              </a:r>
            </a:p>
          </p:txBody>
        </p:sp>
        <p:sp>
          <p:nvSpPr>
            <p:cNvPr id="4" name="Current Section2">
              <a:hlinkClick r:id="rId7" action="ppaction://hlinksldjump"/>
              <a:extLst>
                <a:ext uri="{FF2B5EF4-FFF2-40B4-BE49-F238E27FC236}">
                  <a16:creationId xmlns:a16="http://schemas.microsoft.com/office/drawing/2014/main" id="{74B50694-C3B2-9827-9FDF-0D5742FDE53E}"/>
                </a:ext>
              </a:extLst>
            </p:cNvPr>
            <p:cNvSpPr>
              <a:spLocks/>
            </p:cNvSpPr>
            <p:nvPr/>
          </p:nvSpPr>
          <p:spPr>
            <a:xfrm>
              <a:off x="1559415" y="179436"/>
              <a:ext cx="60386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10800" rIns="72000" bIns="108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accent3">
                      <a:lumMod val="100000"/>
                    </a:schemeClr>
                  </a:solidFill>
                  <a:latin typeface="Arial" panose="020B0604020202020204" pitchFamily="34" charset="0"/>
                  <a:cs typeface="Arial" panose="020B0604020202020204" pitchFamily="34" charset="0"/>
                </a:rPr>
                <a:t>Section 2</a:t>
              </a:r>
            </a:p>
          </p:txBody>
        </p:sp>
      </p:grpSp>
    </p:spTree>
    <p:extLst>
      <p:ext uri="{BB962C8B-B14F-4D97-AF65-F5344CB8AC3E}">
        <p14:creationId xmlns:p14="http://schemas.microsoft.com/office/powerpoint/2010/main" val="4079641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hlinkClick r:id="rId6" action="ppaction://hlinksldjump"/>
            <a:extLst>
              <a:ext uri="{FF2B5EF4-FFF2-40B4-BE49-F238E27FC236}">
                <a16:creationId xmlns:a16="http://schemas.microsoft.com/office/drawing/2014/main" id="{9628FEC3-6445-5C81-4DCD-81EC6BF17A94}"/>
              </a:ext>
            </a:extLst>
          </p:cNvPr>
          <p:cNvSpPr txBox="1"/>
          <p:nvPr>
            <p:custDataLst>
              <p:tags r:id="rId2"/>
            </p:custDataLst>
          </p:nvPr>
        </p:nvSpPr>
        <p:spPr>
          <a:xfrm>
            <a:off x="998475" y="1773835"/>
            <a:ext cx="4692308" cy="2091155"/>
          </a:xfrm>
          <a:prstGeom prst="rect">
            <a:avLst/>
          </a:prstGeom>
          <a:noFill/>
        </p:spPr>
        <p:txBody>
          <a:bodyPr vert="horz" wrap="square" lIns="0" tIns="0" rIns="0" bIns="0" rtlCol="0" anchor="t" anchorCtr="0">
            <a:noAutofit/>
          </a:bodyPr>
          <a:lstStyle/>
          <a:p>
            <a:pPr algn="l">
              <a:lnSpc>
                <a:spcPct val="70000"/>
              </a:lnSpc>
            </a:pPr>
            <a:r>
              <a:rPr lang="fi-FI" sz="6600">
                <a:solidFill>
                  <a:schemeClr val="accent3">
                    <a:lumMod val="100000"/>
                  </a:schemeClr>
                </a:solidFill>
                <a:latin typeface="+mj-lt"/>
              </a:rPr>
              <a:t>S2 Subsection 2</a:t>
            </a:r>
          </a:p>
        </p:txBody>
      </p:sp>
      <p:sp>
        <p:nvSpPr>
          <p:cNvPr id="14" name="TextBox 13">
            <a:hlinkClick r:id="rId6" action="ppaction://hlinksldjump"/>
            <a:extLst>
              <a:ext uri="{FF2B5EF4-FFF2-40B4-BE49-F238E27FC236}">
                <a16:creationId xmlns:a16="http://schemas.microsoft.com/office/drawing/2014/main" id="{08053846-796A-9935-3C43-570A1CFF85D5}"/>
              </a:ext>
            </a:extLst>
          </p:cNvPr>
          <p:cNvSpPr txBox="1"/>
          <p:nvPr>
            <p:custDataLst>
              <p:tags r:id="rId3"/>
            </p:custDataLst>
          </p:nvPr>
        </p:nvSpPr>
        <p:spPr bwMode="auto">
          <a:xfrm>
            <a:off x="2064469" y="1773835"/>
            <a:ext cx="36000" cy="36000"/>
          </a:xfrm>
          <a:prstGeom prst="rect">
            <a:avLst/>
          </a:prstGeom>
          <a:noFill/>
          <a:ln w="9525">
            <a:noFill/>
            <a:miter lim="800000"/>
            <a:headEnd/>
            <a:tailEnd/>
          </a:ln>
        </p:spPr>
        <p:txBody>
          <a:bodyPr vert="horz" wrap="none" lIns="0" tIns="0" rIns="0" bIns="0" rtlCol="0" anchor="t" anchorCtr="0">
            <a:noAutofit/>
          </a:bodyPr>
          <a:lstStyle/>
          <a:p>
            <a:pPr algn="l"/>
            <a:r>
              <a:rPr lang="fi-FI" sz="100">
                <a:noFill/>
              </a:rPr>
              <a:t>2.2</a:t>
            </a:r>
          </a:p>
        </p:txBody>
      </p:sp>
      <p:sp>
        <p:nvSpPr>
          <p:cNvPr id="15" name="TextBox 14">
            <a:hlinkClick r:id="rId6" action="ppaction://hlinksldjump"/>
            <a:extLst>
              <a:ext uri="{FF2B5EF4-FFF2-40B4-BE49-F238E27FC236}">
                <a16:creationId xmlns:a16="http://schemas.microsoft.com/office/drawing/2014/main" id="{A362F6E4-47E7-751A-04E0-607AA00707A8}"/>
              </a:ext>
            </a:extLst>
          </p:cNvPr>
          <p:cNvSpPr txBox="1"/>
          <p:nvPr>
            <p:custDataLst>
              <p:tags r:id="rId4"/>
            </p:custDataLst>
          </p:nvPr>
        </p:nvSpPr>
        <p:spPr>
          <a:xfrm>
            <a:off x="5690783" y="3864990"/>
            <a:ext cx="0" cy="0"/>
          </a:xfrm>
          <a:prstGeom prst="rect">
            <a:avLst/>
          </a:prstGeom>
          <a:noFill/>
        </p:spPr>
        <p:txBody>
          <a:bodyPr vert="horz" wrap="none" lIns="0" tIns="0" rIns="0" bIns="0" rtlCol="0" anchor="t" anchorCtr="0">
            <a:noAutofit/>
          </a:bodyPr>
          <a:lstStyle/>
          <a:p>
            <a:pPr algn="r"/>
            <a:r>
              <a:rPr lang="fi-FI" sz="100">
                <a:noFill/>
                <a:latin typeface="+mj-lt"/>
              </a:rPr>
              <a:t>21</a:t>
            </a:r>
          </a:p>
        </p:txBody>
      </p:sp>
    </p:spTree>
    <p:custDataLst>
      <p:tags r:id="rId1"/>
    </p:custDataLst>
    <p:extLst>
      <p:ext uri="{BB962C8B-B14F-4D97-AF65-F5344CB8AC3E}">
        <p14:creationId xmlns:p14="http://schemas.microsoft.com/office/powerpoint/2010/main" val="5902735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C3A4AD08-F624-C31C-2955-A200458915BA}"/>
              </a:ext>
            </a:extLst>
          </p:cNvPr>
          <p:cNvGraphicFramePr>
            <a:graphicFrameLocks noChangeAspect="1"/>
          </p:cNvGraphicFramePr>
          <p:nvPr>
            <p:custDataLst>
              <p:tags r:id="rId1"/>
            </p:custDataLst>
            <p:extLst>
              <p:ext uri="{D42A27DB-BD31-4B8C-83A1-F6EECF244321}">
                <p14:modId xmlns:p14="http://schemas.microsoft.com/office/powerpoint/2010/main" val="30274080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16" name="think-cell data - do not delete" hidden="1">
                        <a:extLst>
                          <a:ext uri="{FF2B5EF4-FFF2-40B4-BE49-F238E27FC236}">
                            <a16:creationId xmlns:a16="http://schemas.microsoft.com/office/drawing/2014/main" id="{C3A4AD08-F624-C31C-2955-A200458915B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0A6158A6-B5E8-3942-8182-52890D884327}"/>
              </a:ext>
            </a:extLst>
          </p:cNvPr>
          <p:cNvSpPr>
            <a:spLocks noGrp="1"/>
          </p:cNvSpPr>
          <p:nvPr>
            <p:ph type="title"/>
          </p:nvPr>
        </p:nvSpPr>
        <p:spPr>
          <a:xfrm>
            <a:off x="982801" y="442800"/>
            <a:ext cx="10224000" cy="539750"/>
          </a:xfrm>
        </p:spPr>
        <p:txBody>
          <a:bodyPr vert="horz"/>
          <a:lstStyle/>
          <a:p>
            <a:r>
              <a:rPr lang="fi-FI"/>
              <a:t>Test – Key findings_4 blocks</a:t>
            </a:r>
          </a:p>
        </p:txBody>
      </p:sp>
      <p:sp>
        <p:nvSpPr>
          <p:cNvPr id="32" name="Text Placeholder 31">
            <a:extLst>
              <a:ext uri="{FF2B5EF4-FFF2-40B4-BE49-F238E27FC236}">
                <a16:creationId xmlns:a16="http://schemas.microsoft.com/office/drawing/2014/main" id="{8CAD8FEA-1133-B47F-D29C-6BFF69DE922A}"/>
              </a:ext>
            </a:extLst>
          </p:cNvPr>
          <p:cNvSpPr>
            <a:spLocks noGrp="1"/>
          </p:cNvSpPr>
          <p:nvPr>
            <p:ph type="body" sz="quarter" idx="52"/>
          </p:nvPr>
        </p:nvSpPr>
        <p:spPr/>
        <p:txBody>
          <a:bodyPr/>
          <a:lstStyle/>
          <a:p>
            <a:endParaRPr lang="fi-FI"/>
          </a:p>
        </p:txBody>
      </p:sp>
      <p:sp>
        <p:nvSpPr>
          <p:cNvPr id="33" name="Content Placeholder 32">
            <a:extLst>
              <a:ext uri="{FF2B5EF4-FFF2-40B4-BE49-F238E27FC236}">
                <a16:creationId xmlns:a16="http://schemas.microsoft.com/office/drawing/2014/main" id="{2BC8085C-95A3-EFEB-90F1-37140304FAD2}"/>
              </a:ext>
            </a:extLst>
          </p:cNvPr>
          <p:cNvSpPr>
            <a:spLocks noGrp="1"/>
          </p:cNvSpPr>
          <p:nvPr>
            <p:ph sz="quarter" idx="54"/>
          </p:nvPr>
        </p:nvSpPr>
        <p:spPr/>
        <p:txBody>
          <a:bodyPr/>
          <a:lstStyle/>
          <a:p>
            <a:endParaRPr lang="fi-FI"/>
          </a:p>
        </p:txBody>
      </p:sp>
      <p:sp>
        <p:nvSpPr>
          <p:cNvPr id="34" name="Content Placeholder 33">
            <a:extLst>
              <a:ext uri="{FF2B5EF4-FFF2-40B4-BE49-F238E27FC236}">
                <a16:creationId xmlns:a16="http://schemas.microsoft.com/office/drawing/2014/main" id="{778FF9EA-28AE-56BA-64E2-235AB3173429}"/>
              </a:ext>
            </a:extLst>
          </p:cNvPr>
          <p:cNvSpPr>
            <a:spLocks noGrp="1"/>
          </p:cNvSpPr>
          <p:nvPr>
            <p:ph sz="quarter" idx="55"/>
          </p:nvPr>
        </p:nvSpPr>
        <p:spPr/>
        <p:txBody>
          <a:bodyPr/>
          <a:lstStyle/>
          <a:p>
            <a:endParaRPr lang="fi-FI"/>
          </a:p>
        </p:txBody>
      </p:sp>
      <p:sp>
        <p:nvSpPr>
          <p:cNvPr id="31" name="Text Placeholder 30">
            <a:extLst>
              <a:ext uri="{FF2B5EF4-FFF2-40B4-BE49-F238E27FC236}">
                <a16:creationId xmlns:a16="http://schemas.microsoft.com/office/drawing/2014/main" id="{4B384E55-20F3-40F3-2443-7EC3D7A26D8B}"/>
              </a:ext>
            </a:extLst>
          </p:cNvPr>
          <p:cNvSpPr>
            <a:spLocks noGrp="1"/>
          </p:cNvSpPr>
          <p:nvPr>
            <p:ph type="body" sz="quarter" idx="17"/>
          </p:nvPr>
        </p:nvSpPr>
        <p:spPr/>
        <p:txBody>
          <a:bodyPr/>
          <a:lstStyle/>
          <a:p>
            <a:endParaRPr lang="fi-FI"/>
          </a:p>
        </p:txBody>
      </p:sp>
      <p:sp>
        <p:nvSpPr>
          <p:cNvPr id="35" name="Text Placeholder 34">
            <a:extLst>
              <a:ext uri="{FF2B5EF4-FFF2-40B4-BE49-F238E27FC236}">
                <a16:creationId xmlns:a16="http://schemas.microsoft.com/office/drawing/2014/main" id="{1853234D-7760-27D3-46A5-9F79934AC8F9}"/>
              </a:ext>
            </a:extLst>
          </p:cNvPr>
          <p:cNvSpPr>
            <a:spLocks noGrp="1"/>
          </p:cNvSpPr>
          <p:nvPr>
            <p:ph type="body" sz="quarter" idx="56"/>
          </p:nvPr>
        </p:nvSpPr>
        <p:spPr/>
        <p:txBody>
          <a:bodyPr/>
          <a:lstStyle/>
          <a:p>
            <a:endParaRPr lang="fi-FI"/>
          </a:p>
        </p:txBody>
      </p:sp>
      <p:sp>
        <p:nvSpPr>
          <p:cNvPr id="36" name="Content Placeholder 35">
            <a:extLst>
              <a:ext uri="{FF2B5EF4-FFF2-40B4-BE49-F238E27FC236}">
                <a16:creationId xmlns:a16="http://schemas.microsoft.com/office/drawing/2014/main" id="{713BD246-F7E0-473F-A00C-22F8DB2465C6}"/>
              </a:ext>
            </a:extLst>
          </p:cNvPr>
          <p:cNvSpPr>
            <a:spLocks noGrp="1"/>
          </p:cNvSpPr>
          <p:nvPr>
            <p:ph sz="quarter" idx="57"/>
          </p:nvPr>
        </p:nvSpPr>
        <p:spPr/>
        <p:txBody>
          <a:bodyPr/>
          <a:lstStyle/>
          <a:p>
            <a:endParaRPr lang="fi-FI"/>
          </a:p>
        </p:txBody>
      </p:sp>
      <p:sp>
        <p:nvSpPr>
          <p:cNvPr id="37" name="Content Placeholder 36">
            <a:extLst>
              <a:ext uri="{FF2B5EF4-FFF2-40B4-BE49-F238E27FC236}">
                <a16:creationId xmlns:a16="http://schemas.microsoft.com/office/drawing/2014/main" id="{1EF9E43D-50B6-A6CF-EB63-AB4F7EBB50B5}"/>
              </a:ext>
            </a:extLst>
          </p:cNvPr>
          <p:cNvSpPr>
            <a:spLocks noGrp="1"/>
          </p:cNvSpPr>
          <p:nvPr>
            <p:ph sz="quarter" idx="59"/>
          </p:nvPr>
        </p:nvSpPr>
        <p:spPr/>
        <p:txBody>
          <a:bodyPr/>
          <a:lstStyle/>
          <a:p>
            <a:endParaRPr lang="fi-FI"/>
          </a:p>
        </p:txBody>
      </p:sp>
      <p:sp>
        <p:nvSpPr>
          <p:cNvPr id="38" name="Text Placeholder 37">
            <a:extLst>
              <a:ext uri="{FF2B5EF4-FFF2-40B4-BE49-F238E27FC236}">
                <a16:creationId xmlns:a16="http://schemas.microsoft.com/office/drawing/2014/main" id="{31C47B54-C3C8-D755-FBE4-904F701B02A8}"/>
              </a:ext>
            </a:extLst>
          </p:cNvPr>
          <p:cNvSpPr>
            <a:spLocks noGrp="1"/>
          </p:cNvSpPr>
          <p:nvPr>
            <p:ph type="body" sz="quarter" idx="68"/>
          </p:nvPr>
        </p:nvSpPr>
        <p:spPr/>
        <p:txBody>
          <a:bodyPr/>
          <a:lstStyle/>
          <a:p>
            <a:endParaRPr lang="fi-FI"/>
          </a:p>
        </p:txBody>
      </p:sp>
      <p:sp>
        <p:nvSpPr>
          <p:cNvPr id="39" name="Text Placeholder 38">
            <a:extLst>
              <a:ext uri="{FF2B5EF4-FFF2-40B4-BE49-F238E27FC236}">
                <a16:creationId xmlns:a16="http://schemas.microsoft.com/office/drawing/2014/main" id="{0E8ADB98-D632-6926-44E1-8B2095BED7A4}"/>
              </a:ext>
            </a:extLst>
          </p:cNvPr>
          <p:cNvSpPr>
            <a:spLocks noGrp="1"/>
          </p:cNvSpPr>
          <p:nvPr>
            <p:ph type="body" sz="quarter" idx="69"/>
          </p:nvPr>
        </p:nvSpPr>
        <p:spPr/>
        <p:txBody>
          <a:bodyPr/>
          <a:lstStyle/>
          <a:p>
            <a:endParaRPr lang="fi-FI"/>
          </a:p>
        </p:txBody>
      </p:sp>
      <p:sp>
        <p:nvSpPr>
          <p:cNvPr id="40" name="Text Placeholder 39">
            <a:extLst>
              <a:ext uri="{FF2B5EF4-FFF2-40B4-BE49-F238E27FC236}">
                <a16:creationId xmlns:a16="http://schemas.microsoft.com/office/drawing/2014/main" id="{0CD3DCE0-C9DD-4CC8-BA17-4A4ED51A6C5F}"/>
              </a:ext>
            </a:extLst>
          </p:cNvPr>
          <p:cNvSpPr>
            <a:spLocks noGrp="1"/>
          </p:cNvSpPr>
          <p:nvPr>
            <p:ph type="body" sz="quarter" idx="72"/>
          </p:nvPr>
        </p:nvSpPr>
        <p:spPr/>
        <p:txBody>
          <a:bodyPr/>
          <a:lstStyle/>
          <a:p>
            <a:endParaRPr lang="fi-FI"/>
          </a:p>
        </p:txBody>
      </p:sp>
      <p:sp>
        <p:nvSpPr>
          <p:cNvPr id="41" name="Text Placeholder 40">
            <a:extLst>
              <a:ext uri="{FF2B5EF4-FFF2-40B4-BE49-F238E27FC236}">
                <a16:creationId xmlns:a16="http://schemas.microsoft.com/office/drawing/2014/main" id="{9820B5AF-8C6E-0840-DE72-E6852F482785}"/>
              </a:ext>
            </a:extLst>
          </p:cNvPr>
          <p:cNvSpPr>
            <a:spLocks noGrp="1"/>
          </p:cNvSpPr>
          <p:nvPr>
            <p:ph type="body" sz="quarter" idx="73"/>
          </p:nvPr>
        </p:nvSpPr>
        <p:spPr/>
        <p:txBody>
          <a:bodyPr/>
          <a:lstStyle/>
          <a:p>
            <a:endParaRPr lang="fi-FI"/>
          </a:p>
        </p:txBody>
      </p:sp>
      <p:sp>
        <p:nvSpPr>
          <p:cNvPr id="42" name="Text Placeholder 41">
            <a:extLst>
              <a:ext uri="{FF2B5EF4-FFF2-40B4-BE49-F238E27FC236}">
                <a16:creationId xmlns:a16="http://schemas.microsoft.com/office/drawing/2014/main" id="{A8CBF535-089C-9B5C-FFE5-12DA54FD812E}"/>
              </a:ext>
            </a:extLst>
          </p:cNvPr>
          <p:cNvSpPr>
            <a:spLocks noGrp="1"/>
          </p:cNvSpPr>
          <p:nvPr>
            <p:ph type="body" sz="quarter" idx="74"/>
          </p:nvPr>
        </p:nvSpPr>
        <p:spPr/>
        <p:txBody>
          <a:bodyPr/>
          <a:lstStyle/>
          <a:p>
            <a:endParaRPr lang="fi-FI"/>
          </a:p>
        </p:txBody>
      </p:sp>
      <p:sp>
        <p:nvSpPr>
          <p:cNvPr id="43" name="Content Placeholder 42">
            <a:extLst>
              <a:ext uri="{FF2B5EF4-FFF2-40B4-BE49-F238E27FC236}">
                <a16:creationId xmlns:a16="http://schemas.microsoft.com/office/drawing/2014/main" id="{4250AB4C-01FC-280C-065D-44D774EC4B64}"/>
              </a:ext>
            </a:extLst>
          </p:cNvPr>
          <p:cNvSpPr>
            <a:spLocks noGrp="1"/>
          </p:cNvSpPr>
          <p:nvPr>
            <p:ph sz="quarter" idx="75"/>
          </p:nvPr>
        </p:nvSpPr>
        <p:spPr/>
        <p:txBody>
          <a:bodyPr/>
          <a:lstStyle/>
          <a:p>
            <a:endParaRPr lang="fi-FI"/>
          </a:p>
        </p:txBody>
      </p:sp>
      <p:sp>
        <p:nvSpPr>
          <p:cNvPr id="44" name="Content Placeholder 43">
            <a:extLst>
              <a:ext uri="{FF2B5EF4-FFF2-40B4-BE49-F238E27FC236}">
                <a16:creationId xmlns:a16="http://schemas.microsoft.com/office/drawing/2014/main" id="{122B14AE-7AB6-1B57-D086-79CFE14D9007}"/>
              </a:ext>
            </a:extLst>
          </p:cNvPr>
          <p:cNvSpPr>
            <a:spLocks noGrp="1"/>
          </p:cNvSpPr>
          <p:nvPr>
            <p:ph sz="quarter" idx="76"/>
          </p:nvPr>
        </p:nvSpPr>
        <p:spPr/>
        <p:txBody>
          <a:bodyPr/>
          <a:lstStyle/>
          <a:p>
            <a:endParaRPr lang="fi-FI"/>
          </a:p>
        </p:txBody>
      </p:sp>
      <p:sp>
        <p:nvSpPr>
          <p:cNvPr id="45" name="Text Placeholder 44">
            <a:extLst>
              <a:ext uri="{FF2B5EF4-FFF2-40B4-BE49-F238E27FC236}">
                <a16:creationId xmlns:a16="http://schemas.microsoft.com/office/drawing/2014/main" id="{624C026A-E893-E9B1-E2EB-4D4D8B7070A0}"/>
              </a:ext>
            </a:extLst>
          </p:cNvPr>
          <p:cNvSpPr>
            <a:spLocks noGrp="1"/>
          </p:cNvSpPr>
          <p:nvPr>
            <p:ph type="body" sz="quarter" idx="77"/>
          </p:nvPr>
        </p:nvSpPr>
        <p:spPr/>
        <p:txBody>
          <a:bodyPr/>
          <a:lstStyle/>
          <a:p>
            <a:endParaRPr lang="fi-FI"/>
          </a:p>
        </p:txBody>
      </p:sp>
      <p:sp>
        <p:nvSpPr>
          <p:cNvPr id="46" name="Content Placeholder 45">
            <a:extLst>
              <a:ext uri="{FF2B5EF4-FFF2-40B4-BE49-F238E27FC236}">
                <a16:creationId xmlns:a16="http://schemas.microsoft.com/office/drawing/2014/main" id="{ADAB6454-CEB1-4017-7330-9B38CFA67F4F}"/>
              </a:ext>
            </a:extLst>
          </p:cNvPr>
          <p:cNvSpPr>
            <a:spLocks noGrp="1"/>
          </p:cNvSpPr>
          <p:nvPr>
            <p:ph sz="quarter" idx="78"/>
          </p:nvPr>
        </p:nvSpPr>
        <p:spPr/>
        <p:txBody>
          <a:bodyPr/>
          <a:lstStyle/>
          <a:p>
            <a:endParaRPr lang="fi-FI"/>
          </a:p>
        </p:txBody>
      </p:sp>
      <p:sp>
        <p:nvSpPr>
          <p:cNvPr id="47" name="Content Placeholder 46">
            <a:extLst>
              <a:ext uri="{FF2B5EF4-FFF2-40B4-BE49-F238E27FC236}">
                <a16:creationId xmlns:a16="http://schemas.microsoft.com/office/drawing/2014/main" id="{954348AA-3419-A3BF-2D65-F001048E6C7C}"/>
              </a:ext>
            </a:extLst>
          </p:cNvPr>
          <p:cNvSpPr>
            <a:spLocks noGrp="1"/>
          </p:cNvSpPr>
          <p:nvPr>
            <p:ph sz="quarter" idx="79"/>
          </p:nvPr>
        </p:nvSpPr>
        <p:spPr/>
        <p:txBody>
          <a:bodyPr/>
          <a:lstStyle/>
          <a:p>
            <a:endParaRPr lang="fi-FI"/>
          </a:p>
        </p:txBody>
      </p:sp>
      <p:sp>
        <p:nvSpPr>
          <p:cNvPr id="48" name="Text Placeholder 47">
            <a:extLst>
              <a:ext uri="{FF2B5EF4-FFF2-40B4-BE49-F238E27FC236}">
                <a16:creationId xmlns:a16="http://schemas.microsoft.com/office/drawing/2014/main" id="{43897039-3689-4AA3-E9B8-1C2EA02DA100}"/>
              </a:ext>
            </a:extLst>
          </p:cNvPr>
          <p:cNvSpPr>
            <a:spLocks noGrp="1"/>
          </p:cNvSpPr>
          <p:nvPr>
            <p:ph type="body" sz="quarter" idx="80"/>
          </p:nvPr>
        </p:nvSpPr>
        <p:spPr/>
        <p:txBody>
          <a:bodyPr/>
          <a:lstStyle/>
          <a:p>
            <a:endParaRPr lang="fi-FI"/>
          </a:p>
        </p:txBody>
      </p:sp>
      <p:sp>
        <p:nvSpPr>
          <p:cNvPr id="49" name="Text Placeholder 48">
            <a:extLst>
              <a:ext uri="{FF2B5EF4-FFF2-40B4-BE49-F238E27FC236}">
                <a16:creationId xmlns:a16="http://schemas.microsoft.com/office/drawing/2014/main" id="{D95561B5-FA7F-A5AD-2705-A39330DA84B7}"/>
              </a:ext>
            </a:extLst>
          </p:cNvPr>
          <p:cNvSpPr>
            <a:spLocks noGrp="1"/>
          </p:cNvSpPr>
          <p:nvPr>
            <p:ph type="body" sz="quarter" idx="81"/>
          </p:nvPr>
        </p:nvSpPr>
        <p:spPr/>
        <p:txBody>
          <a:bodyPr/>
          <a:lstStyle/>
          <a:p>
            <a:endParaRPr lang="fi-FI"/>
          </a:p>
        </p:txBody>
      </p:sp>
      <p:sp>
        <p:nvSpPr>
          <p:cNvPr id="50" name="Text Placeholder 49">
            <a:extLst>
              <a:ext uri="{FF2B5EF4-FFF2-40B4-BE49-F238E27FC236}">
                <a16:creationId xmlns:a16="http://schemas.microsoft.com/office/drawing/2014/main" id="{2F92050A-1119-BE98-774E-EBBEBF70EABB}"/>
              </a:ext>
            </a:extLst>
          </p:cNvPr>
          <p:cNvSpPr>
            <a:spLocks noGrp="1"/>
          </p:cNvSpPr>
          <p:nvPr>
            <p:ph type="body" sz="quarter" idx="82"/>
          </p:nvPr>
        </p:nvSpPr>
        <p:spPr/>
        <p:txBody>
          <a:bodyPr/>
          <a:lstStyle/>
          <a:p>
            <a:endParaRPr lang="fi-FI"/>
          </a:p>
        </p:txBody>
      </p:sp>
      <p:sp>
        <p:nvSpPr>
          <p:cNvPr id="51" name="Text Placeholder 50">
            <a:extLst>
              <a:ext uri="{FF2B5EF4-FFF2-40B4-BE49-F238E27FC236}">
                <a16:creationId xmlns:a16="http://schemas.microsoft.com/office/drawing/2014/main" id="{E186783A-BADF-873D-045C-9E0E9B4B2D9E}"/>
              </a:ext>
            </a:extLst>
          </p:cNvPr>
          <p:cNvSpPr>
            <a:spLocks noGrp="1"/>
          </p:cNvSpPr>
          <p:nvPr>
            <p:ph type="body" sz="quarter" idx="83"/>
          </p:nvPr>
        </p:nvSpPr>
        <p:spPr/>
        <p:txBody>
          <a:bodyPr/>
          <a:lstStyle/>
          <a:p>
            <a:endParaRPr lang="fi-FI"/>
          </a:p>
        </p:txBody>
      </p:sp>
      <p:grpSp>
        <p:nvGrpSpPr>
          <p:cNvPr id="7" name="Group 6">
            <a:extLst>
              <a:ext uri="{FF2B5EF4-FFF2-40B4-BE49-F238E27FC236}">
                <a16:creationId xmlns:a16="http://schemas.microsoft.com/office/drawing/2014/main" id="{21859D40-A751-CA69-B11B-A739B78A68A2}"/>
              </a:ext>
            </a:extLst>
          </p:cNvPr>
          <p:cNvGrpSpPr/>
          <p:nvPr>
            <p:custDataLst>
              <p:tags r:id="rId2"/>
            </p:custDataLst>
          </p:nvPr>
        </p:nvGrpSpPr>
        <p:grpSpPr>
          <a:xfrm>
            <a:off x="982800" y="179436"/>
            <a:ext cx="1180480" cy="144922"/>
            <a:chOff x="982800" y="179436"/>
            <a:chExt cx="1180480" cy="144922"/>
          </a:xfrm>
        </p:grpSpPr>
        <p:sp>
          <p:nvSpPr>
            <p:cNvPr id="8" name="Other Sections1">
              <a:hlinkClick r:id="rId6" action="ppaction://hlinksldjump"/>
              <a:extLst>
                <a:ext uri="{FF2B5EF4-FFF2-40B4-BE49-F238E27FC236}">
                  <a16:creationId xmlns:a16="http://schemas.microsoft.com/office/drawing/2014/main" id="{0BB4E062-AF4D-F879-73A8-63796DF5A187}"/>
                </a:ext>
              </a:extLst>
            </p:cNvPr>
            <p:cNvSpPr>
              <a:spLocks/>
            </p:cNvSpPr>
            <p:nvPr/>
          </p:nvSpPr>
          <p:spPr>
            <a:xfrm>
              <a:off x="982800" y="179436"/>
              <a:ext cx="57661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10800" rIns="72000" bIns="108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a:solidFill>
                    <a:schemeClr val="bg2">
                      <a:lumMod val="75000"/>
                    </a:schemeClr>
                  </a:solidFill>
                  <a:latin typeface="Arial" panose="020B0604020202020204" pitchFamily="34" charset="0"/>
                  <a:cs typeface="Arial" panose="020B0604020202020204" pitchFamily="34" charset="0"/>
                </a:rPr>
                <a:t>Section 1</a:t>
              </a:r>
            </a:p>
          </p:txBody>
        </p:sp>
        <p:sp>
          <p:nvSpPr>
            <p:cNvPr id="9" name="Current Section2">
              <a:hlinkClick r:id="rId7" action="ppaction://hlinksldjump"/>
              <a:extLst>
                <a:ext uri="{FF2B5EF4-FFF2-40B4-BE49-F238E27FC236}">
                  <a16:creationId xmlns:a16="http://schemas.microsoft.com/office/drawing/2014/main" id="{74B50694-C3B2-9827-9FDF-0D5742FDE53E}"/>
                </a:ext>
              </a:extLst>
            </p:cNvPr>
            <p:cNvSpPr>
              <a:spLocks/>
            </p:cNvSpPr>
            <p:nvPr/>
          </p:nvSpPr>
          <p:spPr>
            <a:xfrm>
              <a:off x="1559415" y="179436"/>
              <a:ext cx="60386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10800" rIns="72000" bIns="108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US" sz="800" b="1">
                  <a:solidFill>
                    <a:schemeClr val="accent3">
                      <a:lumMod val="100000"/>
                    </a:schemeClr>
                  </a:solidFill>
                  <a:latin typeface="Arial" panose="020B0604020202020204" pitchFamily="34" charset="0"/>
                  <a:cs typeface="Arial" panose="020B0604020202020204" pitchFamily="34" charset="0"/>
                </a:rPr>
                <a:t>Section 2</a:t>
              </a:r>
            </a:p>
          </p:txBody>
        </p:sp>
      </p:grpSp>
    </p:spTree>
    <p:extLst>
      <p:ext uri="{BB962C8B-B14F-4D97-AF65-F5344CB8AC3E}">
        <p14:creationId xmlns:p14="http://schemas.microsoft.com/office/powerpoint/2010/main" val="36314976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 name="think-cell data - do not delete" hidden="1">
            <a:extLst>
              <a:ext uri="{FF2B5EF4-FFF2-40B4-BE49-F238E27FC236}">
                <a16:creationId xmlns:a16="http://schemas.microsoft.com/office/drawing/2014/main" id="{3BCDF0E1-4FFB-A55C-8BAB-73298C7DE0AB}"/>
              </a:ext>
            </a:extLst>
          </p:cNvPr>
          <p:cNvGraphicFramePr>
            <a:graphicFrameLocks noChangeAspect="1"/>
          </p:cNvGraphicFramePr>
          <p:nvPr>
            <p:custDataLst>
              <p:tags r:id="rId1"/>
            </p:custDataLst>
            <p:extLst>
              <p:ext uri="{D42A27DB-BD31-4B8C-83A1-F6EECF244321}">
                <p14:modId xmlns:p14="http://schemas.microsoft.com/office/powerpoint/2010/main" val="40302800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6" name="think-cell data - do not delete" hidden="1">
                        <a:extLst>
                          <a:ext uri="{FF2B5EF4-FFF2-40B4-BE49-F238E27FC236}">
                            <a16:creationId xmlns:a16="http://schemas.microsoft.com/office/drawing/2014/main" id="{3BCDF0E1-4FFB-A55C-8BAB-73298C7DE0A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Title 23">
            <a:extLst>
              <a:ext uri="{FF2B5EF4-FFF2-40B4-BE49-F238E27FC236}">
                <a16:creationId xmlns:a16="http://schemas.microsoft.com/office/drawing/2014/main" id="{E74DFC2E-EED3-D4C8-000F-00E94A775E69}"/>
              </a:ext>
            </a:extLst>
          </p:cNvPr>
          <p:cNvSpPr>
            <a:spLocks noGrp="1"/>
          </p:cNvSpPr>
          <p:nvPr>
            <p:ph type="title"/>
          </p:nvPr>
        </p:nvSpPr>
        <p:spPr/>
        <p:txBody>
          <a:bodyPr vert="horz"/>
          <a:lstStyle/>
          <a:p>
            <a:r>
              <a:rPr lang="fi-FI"/>
              <a:t>Test – Key findings_6 blocks</a:t>
            </a:r>
          </a:p>
        </p:txBody>
      </p:sp>
      <p:sp>
        <p:nvSpPr>
          <p:cNvPr id="26" name="Text Placeholder 25">
            <a:extLst>
              <a:ext uri="{FF2B5EF4-FFF2-40B4-BE49-F238E27FC236}">
                <a16:creationId xmlns:a16="http://schemas.microsoft.com/office/drawing/2014/main" id="{02A7F470-25C3-63F5-8E08-C269BF55AFE3}"/>
              </a:ext>
            </a:extLst>
          </p:cNvPr>
          <p:cNvSpPr>
            <a:spLocks noGrp="1"/>
          </p:cNvSpPr>
          <p:nvPr>
            <p:ph type="body" sz="quarter" idx="52"/>
          </p:nvPr>
        </p:nvSpPr>
        <p:spPr/>
        <p:txBody>
          <a:bodyPr/>
          <a:lstStyle/>
          <a:p>
            <a:endParaRPr lang="fi-FI"/>
          </a:p>
        </p:txBody>
      </p:sp>
      <p:sp>
        <p:nvSpPr>
          <p:cNvPr id="27" name="Content Placeholder 26">
            <a:extLst>
              <a:ext uri="{FF2B5EF4-FFF2-40B4-BE49-F238E27FC236}">
                <a16:creationId xmlns:a16="http://schemas.microsoft.com/office/drawing/2014/main" id="{EDA191F2-2D9E-2A49-5FF7-BDA0B04E1464}"/>
              </a:ext>
            </a:extLst>
          </p:cNvPr>
          <p:cNvSpPr>
            <a:spLocks noGrp="1"/>
          </p:cNvSpPr>
          <p:nvPr>
            <p:ph sz="quarter" idx="54"/>
          </p:nvPr>
        </p:nvSpPr>
        <p:spPr/>
        <p:txBody>
          <a:bodyPr/>
          <a:lstStyle/>
          <a:p>
            <a:endParaRPr lang="fi-FI"/>
          </a:p>
        </p:txBody>
      </p:sp>
      <p:sp>
        <p:nvSpPr>
          <p:cNvPr id="28" name="Content Placeholder 27">
            <a:extLst>
              <a:ext uri="{FF2B5EF4-FFF2-40B4-BE49-F238E27FC236}">
                <a16:creationId xmlns:a16="http://schemas.microsoft.com/office/drawing/2014/main" id="{5FB6EC1B-35CF-094C-1C87-EEDBDC910E58}"/>
              </a:ext>
            </a:extLst>
          </p:cNvPr>
          <p:cNvSpPr>
            <a:spLocks noGrp="1"/>
          </p:cNvSpPr>
          <p:nvPr>
            <p:ph sz="quarter" idx="55"/>
          </p:nvPr>
        </p:nvSpPr>
        <p:spPr/>
        <p:txBody>
          <a:bodyPr/>
          <a:lstStyle/>
          <a:p>
            <a:endParaRPr lang="fi-FI"/>
          </a:p>
        </p:txBody>
      </p:sp>
      <p:sp>
        <p:nvSpPr>
          <p:cNvPr id="25" name="Text Placeholder 24">
            <a:extLst>
              <a:ext uri="{FF2B5EF4-FFF2-40B4-BE49-F238E27FC236}">
                <a16:creationId xmlns:a16="http://schemas.microsoft.com/office/drawing/2014/main" id="{FAB9D585-B2EE-AB04-ACAA-36B61978A41A}"/>
              </a:ext>
            </a:extLst>
          </p:cNvPr>
          <p:cNvSpPr>
            <a:spLocks noGrp="1"/>
          </p:cNvSpPr>
          <p:nvPr>
            <p:ph type="body" sz="quarter" idx="17"/>
          </p:nvPr>
        </p:nvSpPr>
        <p:spPr/>
        <p:txBody>
          <a:bodyPr/>
          <a:lstStyle/>
          <a:p>
            <a:endParaRPr lang="fi-FI"/>
          </a:p>
        </p:txBody>
      </p:sp>
      <p:sp>
        <p:nvSpPr>
          <p:cNvPr id="29" name="Text Placeholder 28">
            <a:extLst>
              <a:ext uri="{FF2B5EF4-FFF2-40B4-BE49-F238E27FC236}">
                <a16:creationId xmlns:a16="http://schemas.microsoft.com/office/drawing/2014/main" id="{87E6E102-6F25-4AEA-0F56-3D06D0DDE642}"/>
              </a:ext>
            </a:extLst>
          </p:cNvPr>
          <p:cNvSpPr>
            <a:spLocks noGrp="1"/>
          </p:cNvSpPr>
          <p:nvPr>
            <p:ph type="body" sz="quarter" idx="56"/>
          </p:nvPr>
        </p:nvSpPr>
        <p:spPr/>
        <p:txBody>
          <a:bodyPr/>
          <a:lstStyle/>
          <a:p>
            <a:endParaRPr lang="fi-FI"/>
          </a:p>
        </p:txBody>
      </p:sp>
      <p:sp>
        <p:nvSpPr>
          <p:cNvPr id="30" name="Content Placeholder 29">
            <a:extLst>
              <a:ext uri="{FF2B5EF4-FFF2-40B4-BE49-F238E27FC236}">
                <a16:creationId xmlns:a16="http://schemas.microsoft.com/office/drawing/2014/main" id="{30653E72-7F41-ADBB-A53D-B76628E6A3A2}"/>
              </a:ext>
            </a:extLst>
          </p:cNvPr>
          <p:cNvSpPr>
            <a:spLocks noGrp="1"/>
          </p:cNvSpPr>
          <p:nvPr>
            <p:ph sz="quarter" idx="57"/>
          </p:nvPr>
        </p:nvSpPr>
        <p:spPr/>
        <p:txBody>
          <a:bodyPr/>
          <a:lstStyle/>
          <a:p>
            <a:endParaRPr lang="fi-FI"/>
          </a:p>
        </p:txBody>
      </p:sp>
      <p:sp>
        <p:nvSpPr>
          <p:cNvPr id="31" name="Content Placeholder 30">
            <a:extLst>
              <a:ext uri="{FF2B5EF4-FFF2-40B4-BE49-F238E27FC236}">
                <a16:creationId xmlns:a16="http://schemas.microsoft.com/office/drawing/2014/main" id="{39648ACF-956E-E11B-1313-27F3EAF7E0E2}"/>
              </a:ext>
            </a:extLst>
          </p:cNvPr>
          <p:cNvSpPr>
            <a:spLocks noGrp="1"/>
          </p:cNvSpPr>
          <p:nvPr>
            <p:ph sz="quarter" idx="59"/>
          </p:nvPr>
        </p:nvSpPr>
        <p:spPr/>
        <p:txBody>
          <a:bodyPr/>
          <a:lstStyle/>
          <a:p>
            <a:endParaRPr lang="fi-FI"/>
          </a:p>
        </p:txBody>
      </p:sp>
      <p:sp>
        <p:nvSpPr>
          <p:cNvPr id="32" name="Text Placeholder 31">
            <a:extLst>
              <a:ext uri="{FF2B5EF4-FFF2-40B4-BE49-F238E27FC236}">
                <a16:creationId xmlns:a16="http://schemas.microsoft.com/office/drawing/2014/main" id="{CEC4918B-9315-33CB-9CA7-B3C405D32C9A}"/>
              </a:ext>
            </a:extLst>
          </p:cNvPr>
          <p:cNvSpPr>
            <a:spLocks noGrp="1"/>
          </p:cNvSpPr>
          <p:nvPr>
            <p:ph type="body" sz="quarter" idx="60"/>
          </p:nvPr>
        </p:nvSpPr>
        <p:spPr/>
        <p:txBody>
          <a:bodyPr/>
          <a:lstStyle/>
          <a:p>
            <a:endParaRPr lang="fi-FI"/>
          </a:p>
        </p:txBody>
      </p:sp>
      <p:sp>
        <p:nvSpPr>
          <p:cNvPr id="33" name="Content Placeholder 32">
            <a:extLst>
              <a:ext uri="{FF2B5EF4-FFF2-40B4-BE49-F238E27FC236}">
                <a16:creationId xmlns:a16="http://schemas.microsoft.com/office/drawing/2014/main" id="{E2F83BCB-2296-E396-B496-8223A92FA87A}"/>
              </a:ext>
            </a:extLst>
          </p:cNvPr>
          <p:cNvSpPr>
            <a:spLocks noGrp="1"/>
          </p:cNvSpPr>
          <p:nvPr>
            <p:ph sz="quarter" idx="61"/>
          </p:nvPr>
        </p:nvSpPr>
        <p:spPr/>
        <p:txBody>
          <a:bodyPr/>
          <a:lstStyle/>
          <a:p>
            <a:endParaRPr lang="fi-FI"/>
          </a:p>
        </p:txBody>
      </p:sp>
      <p:sp>
        <p:nvSpPr>
          <p:cNvPr id="34" name="Content Placeholder 33">
            <a:extLst>
              <a:ext uri="{FF2B5EF4-FFF2-40B4-BE49-F238E27FC236}">
                <a16:creationId xmlns:a16="http://schemas.microsoft.com/office/drawing/2014/main" id="{56A2AD3B-0773-9930-4F5C-FFD717CB9AA6}"/>
              </a:ext>
            </a:extLst>
          </p:cNvPr>
          <p:cNvSpPr>
            <a:spLocks noGrp="1"/>
          </p:cNvSpPr>
          <p:nvPr>
            <p:ph sz="quarter" idx="63"/>
          </p:nvPr>
        </p:nvSpPr>
        <p:spPr/>
        <p:txBody>
          <a:bodyPr/>
          <a:lstStyle/>
          <a:p>
            <a:endParaRPr lang="fi-FI"/>
          </a:p>
        </p:txBody>
      </p:sp>
      <p:sp>
        <p:nvSpPr>
          <p:cNvPr id="35" name="Text Placeholder 34">
            <a:extLst>
              <a:ext uri="{FF2B5EF4-FFF2-40B4-BE49-F238E27FC236}">
                <a16:creationId xmlns:a16="http://schemas.microsoft.com/office/drawing/2014/main" id="{2D086441-D8EA-F107-2CD7-E00EB2759D1D}"/>
              </a:ext>
            </a:extLst>
          </p:cNvPr>
          <p:cNvSpPr>
            <a:spLocks noGrp="1"/>
          </p:cNvSpPr>
          <p:nvPr>
            <p:ph type="body" sz="quarter" idx="64"/>
          </p:nvPr>
        </p:nvSpPr>
        <p:spPr/>
        <p:txBody>
          <a:bodyPr/>
          <a:lstStyle/>
          <a:p>
            <a:endParaRPr lang="fi-FI"/>
          </a:p>
        </p:txBody>
      </p:sp>
      <p:sp>
        <p:nvSpPr>
          <p:cNvPr id="36" name="Content Placeholder 35">
            <a:extLst>
              <a:ext uri="{FF2B5EF4-FFF2-40B4-BE49-F238E27FC236}">
                <a16:creationId xmlns:a16="http://schemas.microsoft.com/office/drawing/2014/main" id="{1123EF57-EBAA-B0C9-0630-D3353AF743F1}"/>
              </a:ext>
            </a:extLst>
          </p:cNvPr>
          <p:cNvSpPr>
            <a:spLocks noGrp="1"/>
          </p:cNvSpPr>
          <p:nvPr>
            <p:ph sz="quarter" idx="65"/>
          </p:nvPr>
        </p:nvSpPr>
        <p:spPr/>
        <p:txBody>
          <a:bodyPr/>
          <a:lstStyle/>
          <a:p>
            <a:endParaRPr lang="fi-FI"/>
          </a:p>
        </p:txBody>
      </p:sp>
      <p:sp>
        <p:nvSpPr>
          <p:cNvPr id="37" name="Content Placeholder 36">
            <a:extLst>
              <a:ext uri="{FF2B5EF4-FFF2-40B4-BE49-F238E27FC236}">
                <a16:creationId xmlns:a16="http://schemas.microsoft.com/office/drawing/2014/main" id="{687E471D-0555-5483-903D-ADB69FD657DC}"/>
              </a:ext>
            </a:extLst>
          </p:cNvPr>
          <p:cNvSpPr>
            <a:spLocks noGrp="1"/>
          </p:cNvSpPr>
          <p:nvPr>
            <p:ph sz="quarter" idx="67"/>
          </p:nvPr>
        </p:nvSpPr>
        <p:spPr/>
        <p:txBody>
          <a:bodyPr/>
          <a:lstStyle/>
          <a:p>
            <a:endParaRPr lang="fi-FI"/>
          </a:p>
        </p:txBody>
      </p:sp>
      <p:sp>
        <p:nvSpPr>
          <p:cNvPr id="38" name="Text Placeholder 37">
            <a:extLst>
              <a:ext uri="{FF2B5EF4-FFF2-40B4-BE49-F238E27FC236}">
                <a16:creationId xmlns:a16="http://schemas.microsoft.com/office/drawing/2014/main" id="{D7867D9D-D25D-696D-A33E-10877C263DD8}"/>
              </a:ext>
            </a:extLst>
          </p:cNvPr>
          <p:cNvSpPr>
            <a:spLocks noGrp="1"/>
          </p:cNvSpPr>
          <p:nvPr>
            <p:ph type="body" sz="quarter" idx="68"/>
          </p:nvPr>
        </p:nvSpPr>
        <p:spPr/>
        <p:txBody>
          <a:bodyPr/>
          <a:lstStyle/>
          <a:p>
            <a:endParaRPr lang="fi-FI"/>
          </a:p>
        </p:txBody>
      </p:sp>
      <p:sp>
        <p:nvSpPr>
          <p:cNvPr id="39" name="Content Placeholder 38">
            <a:extLst>
              <a:ext uri="{FF2B5EF4-FFF2-40B4-BE49-F238E27FC236}">
                <a16:creationId xmlns:a16="http://schemas.microsoft.com/office/drawing/2014/main" id="{097E3765-F9CD-6BB8-A6F4-821D1CB978F2}"/>
              </a:ext>
            </a:extLst>
          </p:cNvPr>
          <p:cNvSpPr>
            <a:spLocks noGrp="1"/>
          </p:cNvSpPr>
          <p:nvPr>
            <p:ph sz="quarter" idx="69"/>
          </p:nvPr>
        </p:nvSpPr>
        <p:spPr/>
        <p:txBody>
          <a:bodyPr/>
          <a:lstStyle/>
          <a:p>
            <a:endParaRPr lang="fi-FI"/>
          </a:p>
        </p:txBody>
      </p:sp>
      <p:sp>
        <p:nvSpPr>
          <p:cNvPr id="40" name="Content Placeholder 39">
            <a:extLst>
              <a:ext uri="{FF2B5EF4-FFF2-40B4-BE49-F238E27FC236}">
                <a16:creationId xmlns:a16="http://schemas.microsoft.com/office/drawing/2014/main" id="{DF718A2F-AC1B-35BD-AD25-409AB53B7320}"/>
              </a:ext>
            </a:extLst>
          </p:cNvPr>
          <p:cNvSpPr>
            <a:spLocks noGrp="1"/>
          </p:cNvSpPr>
          <p:nvPr>
            <p:ph sz="quarter" idx="71"/>
          </p:nvPr>
        </p:nvSpPr>
        <p:spPr/>
        <p:txBody>
          <a:bodyPr/>
          <a:lstStyle/>
          <a:p>
            <a:endParaRPr lang="fi-FI"/>
          </a:p>
        </p:txBody>
      </p:sp>
      <p:sp>
        <p:nvSpPr>
          <p:cNvPr id="41" name="Text Placeholder 40">
            <a:extLst>
              <a:ext uri="{FF2B5EF4-FFF2-40B4-BE49-F238E27FC236}">
                <a16:creationId xmlns:a16="http://schemas.microsoft.com/office/drawing/2014/main" id="{3A3501B7-39BC-F091-1E12-3764EEBCC81F}"/>
              </a:ext>
            </a:extLst>
          </p:cNvPr>
          <p:cNvSpPr>
            <a:spLocks noGrp="1"/>
          </p:cNvSpPr>
          <p:nvPr>
            <p:ph type="body" sz="quarter" idx="72"/>
          </p:nvPr>
        </p:nvSpPr>
        <p:spPr/>
        <p:txBody>
          <a:bodyPr/>
          <a:lstStyle/>
          <a:p>
            <a:endParaRPr lang="fi-FI"/>
          </a:p>
        </p:txBody>
      </p:sp>
      <p:sp>
        <p:nvSpPr>
          <p:cNvPr id="42" name="Content Placeholder 41">
            <a:extLst>
              <a:ext uri="{FF2B5EF4-FFF2-40B4-BE49-F238E27FC236}">
                <a16:creationId xmlns:a16="http://schemas.microsoft.com/office/drawing/2014/main" id="{686F2EFD-A86A-634E-12CA-33CAD457DAE2}"/>
              </a:ext>
            </a:extLst>
          </p:cNvPr>
          <p:cNvSpPr>
            <a:spLocks noGrp="1"/>
          </p:cNvSpPr>
          <p:nvPr>
            <p:ph sz="quarter" idx="73"/>
          </p:nvPr>
        </p:nvSpPr>
        <p:spPr/>
        <p:txBody>
          <a:bodyPr/>
          <a:lstStyle/>
          <a:p>
            <a:endParaRPr lang="fi-FI"/>
          </a:p>
        </p:txBody>
      </p:sp>
      <p:sp>
        <p:nvSpPr>
          <p:cNvPr id="44" name="Content Placeholder 43">
            <a:extLst>
              <a:ext uri="{FF2B5EF4-FFF2-40B4-BE49-F238E27FC236}">
                <a16:creationId xmlns:a16="http://schemas.microsoft.com/office/drawing/2014/main" id="{45823C98-B06E-46F7-9002-7521982CBF18}"/>
              </a:ext>
            </a:extLst>
          </p:cNvPr>
          <p:cNvSpPr>
            <a:spLocks noGrp="1"/>
          </p:cNvSpPr>
          <p:nvPr>
            <p:ph sz="quarter" idx="75"/>
          </p:nvPr>
        </p:nvSpPr>
        <p:spPr/>
        <p:txBody>
          <a:bodyPr/>
          <a:lstStyle/>
          <a:p>
            <a:endParaRPr lang="fi-FI"/>
          </a:p>
        </p:txBody>
      </p:sp>
      <p:sp>
        <p:nvSpPr>
          <p:cNvPr id="45" name="Text Placeholder 44">
            <a:extLst>
              <a:ext uri="{FF2B5EF4-FFF2-40B4-BE49-F238E27FC236}">
                <a16:creationId xmlns:a16="http://schemas.microsoft.com/office/drawing/2014/main" id="{1C8B31FA-B44E-7C24-908A-1C48B8CE96C4}"/>
              </a:ext>
            </a:extLst>
          </p:cNvPr>
          <p:cNvSpPr>
            <a:spLocks noGrp="1"/>
          </p:cNvSpPr>
          <p:nvPr>
            <p:ph type="body" sz="quarter" idx="76"/>
          </p:nvPr>
        </p:nvSpPr>
        <p:spPr/>
        <p:txBody>
          <a:bodyPr/>
          <a:lstStyle/>
          <a:p>
            <a:endParaRPr lang="fi-FI"/>
          </a:p>
        </p:txBody>
      </p:sp>
      <p:sp>
        <p:nvSpPr>
          <p:cNvPr id="46" name="Text Placeholder 45">
            <a:extLst>
              <a:ext uri="{FF2B5EF4-FFF2-40B4-BE49-F238E27FC236}">
                <a16:creationId xmlns:a16="http://schemas.microsoft.com/office/drawing/2014/main" id="{A255B3CC-9CF1-1E31-C15A-9F76F67BC5B7}"/>
              </a:ext>
            </a:extLst>
          </p:cNvPr>
          <p:cNvSpPr>
            <a:spLocks noGrp="1"/>
          </p:cNvSpPr>
          <p:nvPr>
            <p:ph type="body" sz="quarter" idx="77"/>
          </p:nvPr>
        </p:nvSpPr>
        <p:spPr/>
        <p:txBody>
          <a:bodyPr/>
          <a:lstStyle/>
          <a:p>
            <a:endParaRPr lang="fi-FI"/>
          </a:p>
        </p:txBody>
      </p:sp>
      <p:sp>
        <p:nvSpPr>
          <p:cNvPr id="47" name="Text Placeholder 46">
            <a:extLst>
              <a:ext uri="{FF2B5EF4-FFF2-40B4-BE49-F238E27FC236}">
                <a16:creationId xmlns:a16="http://schemas.microsoft.com/office/drawing/2014/main" id="{CED30F39-5E44-9B77-2A2B-C5E84E7E7B96}"/>
              </a:ext>
            </a:extLst>
          </p:cNvPr>
          <p:cNvSpPr>
            <a:spLocks noGrp="1"/>
          </p:cNvSpPr>
          <p:nvPr>
            <p:ph type="body" sz="quarter" idx="78"/>
          </p:nvPr>
        </p:nvSpPr>
        <p:spPr/>
        <p:txBody>
          <a:bodyPr/>
          <a:lstStyle/>
          <a:p>
            <a:endParaRPr lang="fi-FI"/>
          </a:p>
        </p:txBody>
      </p:sp>
      <p:sp>
        <p:nvSpPr>
          <p:cNvPr id="48" name="Text Placeholder 47">
            <a:extLst>
              <a:ext uri="{FF2B5EF4-FFF2-40B4-BE49-F238E27FC236}">
                <a16:creationId xmlns:a16="http://schemas.microsoft.com/office/drawing/2014/main" id="{67092D00-3167-CC68-A580-922F6391C85B}"/>
              </a:ext>
            </a:extLst>
          </p:cNvPr>
          <p:cNvSpPr>
            <a:spLocks noGrp="1"/>
          </p:cNvSpPr>
          <p:nvPr>
            <p:ph type="body" sz="quarter" idx="79"/>
          </p:nvPr>
        </p:nvSpPr>
        <p:spPr/>
        <p:txBody>
          <a:bodyPr/>
          <a:lstStyle/>
          <a:p>
            <a:endParaRPr lang="fi-FI"/>
          </a:p>
        </p:txBody>
      </p:sp>
      <p:sp>
        <p:nvSpPr>
          <p:cNvPr id="49" name="Text Placeholder 48">
            <a:extLst>
              <a:ext uri="{FF2B5EF4-FFF2-40B4-BE49-F238E27FC236}">
                <a16:creationId xmlns:a16="http://schemas.microsoft.com/office/drawing/2014/main" id="{8D1EEF1C-341E-B142-D58E-1317E783B4BE}"/>
              </a:ext>
            </a:extLst>
          </p:cNvPr>
          <p:cNvSpPr>
            <a:spLocks noGrp="1"/>
          </p:cNvSpPr>
          <p:nvPr>
            <p:ph type="body" sz="quarter" idx="80"/>
          </p:nvPr>
        </p:nvSpPr>
        <p:spPr/>
        <p:txBody>
          <a:bodyPr/>
          <a:lstStyle/>
          <a:p>
            <a:endParaRPr lang="fi-FI"/>
          </a:p>
        </p:txBody>
      </p:sp>
      <p:sp>
        <p:nvSpPr>
          <p:cNvPr id="50" name="Text Placeholder 49">
            <a:extLst>
              <a:ext uri="{FF2B5EF4-FFF2-40B4-BE49-F238E27FC236}">
                <a16:creationId xmlns:a16="http://schemas.microsoft.com/office/drawing/2014/main" id="{7BAB54B5-9A4E-C11C-77EC-407AB338618B}"/>
              </a:ext>
            </a:extLst>
          </p:cNvPr>
          <p:cNvSpPr>
            <a:spLocks noGrp="1"/>
          </p:cNvSpPr>
          <p:nvPr>
            <p:ph type="body" sz="quarter" idx="81"/>
          </p:nvPr>
        </p:nvSpPr>
        <p:spPr/>
        <p:txBody>
          <a:bodyPr/>
          <a:lstStyle/>
          <a:p>
            <a:endParaRPr lang="fi-FI"/>
          </a:p>
        </p:txBody>
      </p:sp>
      <p:sp>
        <p:nvSpPr>
          <p:cNvPr id="51" name="Text Placeholder 50">
            <a:extLst>
              <a:ext uri="{FF2B5EF4-FFF2-40B4-BE49-F238E27FC236}">
                <a16:creationId xmlns:a16="http://schemas.microsoft.com/office/drawing/2014/main" id="{4C265BC3-174D-EBBA-E63E-4F3D0F6BCE53}"/>
              </a:ext>
            </a:extLst>
          </p:cNvPr>
          <p:cNvSpPr>
            <a:spLocks noGrp="1"/>
          </p:cNvSpPr>
          <p:nvPr>
            <p:ph type="body" sz="quarter" idx="82"/>
          </p:nvPr>
        </p:nvSpPr>
        <p:spPr/>
        <p:txBody>
          <a:bodyPr/>
          <a:lstStyle/>
          <a:p>
            <a:endParaRPr lang="fi-FI"/>
          </a:p>
        </p:txBody>
      </p:sp>
      <p:sp>
        <p:nvSpPr>
          <p:cNvPr id="52" name="Text Placeholder 51">
            <a:extLst>
              <a:ext uri="{FF2B5EF4-FFF2-40B4-BE49-F238E27FC236}">
                <a16:creationId xmlns:a16="http://schemas.microsoft.com/office/drawing/2014/main" id="{4E1EB25C-9861-961B-7B61-D9C1C8FA8342}"/>
              </a:ext>
            </a:extLst>
          </p:cNvPr>
          <p:cNvSpPr>
            <a:spLocks noGrp="1"/>
          </p:cNvSpPr>
          <p:nvPr>
            <p:ph type="body" sz="quarter" idx="83"/>
          </p:nvPr>
        </p:nvSpPr>
        <p:spPr/>
        <p:txBody>
          <a:bodyPr/>
          <a:lstStyle/>
          <a:p>
            <a:endParaRPr lang="fi-FI"/>
          </a:p>
        </p:txBody>
      </p:sp>
      <p:sp>
        <p:nvSpPr>
          <p:cNvPr id="43" name="Text Placeholder 42">
            <a:extLst>
              <a:ext uri="{FF2B5EF4-FFF2-40B4-BE49-F238E27FC236}">
                <a16:creationId xmlns:a16="http://schemas.microsoft.com/office/drawing/2014/main" id="{D7344C94-5D84-C4E5-6417-BE8C6FBEAA00}"/>
              </a:ext>
            </a:extLst>
          </p:cNvPr>
          <p:cNvSpPr>
            <a:spLocks noGrp="1"/>
          </p:cNvSpPr>
          <p:nvPr>
            <p:ph type="body" sz="quarter" idx="74"/>
          </p:nvPr>
        </p:nvSpPr>
        <p:spPr/>
        <p:txBody>
          <a:bodyPr/>
          <a:lstStyle/>
          <a:p>
            <a:endParaRPr lang="fi-FI"/>
          </a:p>
        </p:txBody>
      </p:sp>
      <p:sp>
        <p:nvSpPr>
          <p:cNvPr id="53" name="Text Placeholder 52">
            <a:extLst>
              <a:ext uri="{FF2B5EF4-FFF2-40B4-BE49-F238E27FC236}">
                <a16:creationId xmlns:a16="http://schemas.microsoft.com/office/drawing/2014/main" id="{4EEA7846-2C65-C2BC-E239-69495D3E7E48}"/>
              </a:ext>
            </a:extLst>
          </p:cNvPr>
          <p:cNvSpPr>
            <a:spLocks noGrp="1"/>
          </p:cNvSpPr>
          <p:nvPr>
            <p:ph type="body" sz="quarter" idx="84"/>
          </p:nvPr>
        </p:nvSpPr>
        <p:spPr/>
        <p:txBody>
          <a:bodyPr/>
          <a:lstStyle/>
          <a:p>
            <a:endParaRPr lang="fi-FI"/>
          </a:p>
        </p:txBody>
      </p:sp>
      <p:sp>
        <p:nvSpPr>
          <p:cNvPr id="54" name="Text Placeholder 53">
            <a:extLst>
              <a:ext uri="{FF2B5EF4-FFF2-40B4-BE49-F238E27FC236}">
                <a16:creationId xmlns:a16="http://schemas.microsoft.com/office/drawing/2014/main" id="{553E22BB-EC7E-5589-759C-92BBBC6AE034}"/>
              </a:ext>
            </a:extLst>
          </p:cNvPr>
          <p:cNvSpPr>
            <a:spLocks noGrp="1"/>
          </p:cNvSpPr>
          <p:nvPr>
            <p:ph type="body" sz="quarter" idx="85"/>
          </p:nvPr>
        </p:nvSpPr>
        <p:spPr/>
        <p:txBody>
          <a:bodyPr/>
          <a:lstStyle/>
          <a:p>
            <a:endParaRPr lang="fi-FI"/>
          </a:p>
        </p:txBody>
      </p:sp>
      <p:sp>
        <p:nvSpPr>
          <p:cNvPr id="55" name="Text Placeholder 54">
            <a:extLst>
              <a:ext uri="{FF2B5EF4-FFF2-40B4-BE49-F238E27FC236}">
                <a16:creationId xmlns:a16="http://schemas.microsoft.com/office/drawing/2014/main" id="{E9841EB0-938C-96D6-7FC5-7F294F916052}"/>
              </a:ext>
            </a:extLst>
          </p:cNvPr>
          <p:cNvSpPr>
            <a:spLocks noGrp="1"/>
          </p:cNvSpPr>
          <p:nvPr>
            <p:ph type="body" sz="quarter" idx="86"/>
          </p:nvPr>
        </p:nvSpPr>
        <p:spPr/>
        <p:txBody>
          <a:bodyPr/>
          <a:lstStyle/>
          <a:p>
            <a:endParaRPr lang="fi-FI"/>
          </a:p>
        </p:txBody>
      </p:sp>
    </p:spTree>
    <p:extLst>
      <p:ext uri="{BB962C8B-B14F-4D97-AF65-F5344CB8AC3E}">
        <p14:creationId xmlns:p14="http://schemas.microsoft.com/office/powerpoint/2010/main" val="23784549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 name="think-cell data - do not delete" hidden="1">
            <a:extLst>
              <a:ext uri="{FF2B5EF4-FFF2-40B4-BE49-F238E27FC236}">
                <a16:creationId xmlns:a16="http://schemas.microsoft.com/office/drawing/2014/main" id="{017F0D07-B809-8CAF-56A4-36C983A8ADB8}"/>
              </a:ext>
            </a:extLst>
          </p:cNvPr>
          <p:cNvGraphicFramePr>
            <a:graphicFrameLocks noChangeAspect="1"/>
          </p:cNvGraphicFramePr>
          <p:nvPr>
            <p:custDataLst>
              <p:tags r:id="rId1"/>
            </p:custDataLst>
            <p:extLst>
              <p:ext uri="{D42A27DB-BD31-4B8C-83A1-F6EECF244321}">
                <p14:modId xmlns:p14="http://schemas.microsoft.com/office/powerpoint/2010/main" val="20302716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67" name="think-cell data - do not delete" hidden="1">
                        <a:extLst>
                          <a:ext uri="{FF2B5EF4-FFF2-40B4-BE49-F238E27FC236}">
                            <a16:creationId xmlns:a16="http://schemas.microsoft.com/office/drawing/2014/main" id="{017F0D07-B809-8CAF-56A4-36C983A8ADB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2" name="Content Placeholder 231">
            <a:extLst>
              <a:ext uri="{FF2B5EF4-FFF2-40B4-BE49-F238E27FC236}">
                <a16:creationId xmlns:a16="http://schemas.microsoft.com/office/drawing/2014/main" id="{402130EA-8EA2-32D8-10B8-D2ED07CF5AA8}"/>
              </a:ext>
            </a:extLst>
          </p:cNvPr>
          <p:cNvSpPr>
            <a:spLocks noGrp="1"/>
          </p:cNvSpPr>
          <p:nvPr>
            <p:ph sz="quarter" idx="54"/>
          </p:nvPr>
        </p:nvSpPr>
        <p:spPr/>
        <p:txBody>
          <a:bodyPr/>
          <a:lstStyle/>
          <a:p>
            <a:endParaRPr lang="fi-FI"/>
          </a:p>
        </p:txBody>
      </p:sp>
      <p:sp>
        <p:nvSpPr>
          <p:cNvPr id="229" name="Title 228">
            <a:extLst>
              <a:ext uri="{FF2B5EF4-FFF2-40B4-BE49-F238E27FC236}">
                <a16:creationId xmlns:a16="http://schemas.microsoft.com/office/drawing/2014/main" id="{90590833-858C-122A-BB79-7437C0144575}"/>
              </a:ext>
            </a:extLst>
          </p:cNvPr>
          <p:cNvSpPr>
            <a:spLocks noGrp="1"/>
          </p:cNvSpPr>
          <p:nvPr>
            <p:ph type="title"/>
          </p:nvPr>
        </p:nvSpPr>
        <p:spPr/>
        <p:txBody>
          <a:bodyPr/>
          <a:lstStyle/>
          <a:p>
            <a:endParaRPr lang="fi-FI"/>
          </a:p>
        </p:txBody>
      </p:sp>
      <p:sp>
        <p:nvSpPr>
          <p:cNvPr id="231" name="Text Placeholder 230">
            <a:extLst>
              <a:ext uri="{FF2B5EF4-FFF2-40B4-BE49-F238E27FC236}">
                <a16:creationId xmlns:a16="http://schemas.microsoft.com/office/drawing/2014/main" id="{B6A62727-0313-AF3A-4AE2-7E26ABEACC37}"/>
              </a:ext>
            </a:extLst>
          </p:cNvPr>
          <p:cNvSpPr>
            <a:spLocks noGrp="1"/>
          </p:cNvSpPr>
          <p:nvPr>
            <p:ph type="body" sz="quarter" idx="52"/>
          </p:nvPr>
        </p:nvSpPr>
        <p:spPr/>
        <p:txBody>
          <a:bodyPr/>
          <a:lstStyle/>
          <a:p>
            <a:endParaRPr lang="fi-FI"/>
          </a:p>
        </p:txBody>
      </p:sp>
      <p:sp>
        <p:nvSpPr>
          <p:cNvPr id="233" name="Content Placeholder 232">
            <a:extLst>
              <a:ext uri="{FF2B5EF4-FFF2-40B4-BE49-F238E27FC236}">
                <a16:creationId xmlns:a16="http://schemas.microsoft.com/office/drawing/2014/main" id="{DAEACBE5-EC45-69A6-7900-31F7B18DCBC0}"/>
              </a:ext>
            </a:extLst>
          </p:cNvPr>
          <p:cNvSpPr>
            <a:spLocks noGrp="1"/>
          </p:cNvSpPr>
          <p:nvPr>
            <p:ph sz="quarter" idx="55"/>
          </p:nvPr>
        </p:nvSpPr>
        <p:spPr/>
        <p:txBody>
          <a:bodyPr/>
          <a:lstStyle/>
          <a:p>
            <a:endParaRPr lang="fi-FI"/>
          </a:p>
        </p:txBody>
      </p:sp>
      <p:sp>
        <p:nvSpPr>
          <p:cNvPr id="230" name="Text Placeholder 229">
            <a:extLst>
              <a:ext uri="{FF2B5EF4-FFF2-40B4-BE49-F238E27FC236}">
                <a16:creationId xmlns:a16="http://schemas.microsoft.com/office/drawing/2014/main" id="{9B828AA1-F888-718F-9C6B-890EF71E7AD2}"/>
              </a:ext>
            </a:extLst>
          </p:cNvPr>
          <p:cNvSpPr>
            <a:spLocks noGrp="1"/>
          </p:cNvSpPr>
          <p:nvPr>
            <p:ph type="body" sz="quarter" idx="17"/>
          </p:nvPr>
        </p:nvSpPr>
        <p:spPr/>
        <p:txBody>
          <a:bodyPr/>
          <a:lstStyle/>
          <a:p>
            <a:endParaRPr lang="fi-FI"/>
          </a:p>
        </p:txBody>
      </p:sp>
      <p:sp>
        <p:nvSpPr>
          <p:cNvPr id="234" name="Text Placeholder 233">
            <a:extLst>
              <a:ext uri="{FF2B5EF4-FFF2-40B4-BE49-F238E27FC236}">
                <a16:creationId xmlns:a16="http://schemas.microsoft.com/office/drawing/2014/main" id="{09D53932-A6D4-2D74-CEFC-C199FE93C8EB}"/>
              </a:ext>
            </a:extLst>
          </p:cNvPr>
          <p:cNvSpPr>
            <a:spLocks noGrp="1"/>
          </p:cNvSpPr>
          <p:nvPr>
            <p:ph type="body" sz="quarter" idx="56"/>
          </p:nvPr>
        </p:nvSpPr>
        <p:spPr/>
        <p:txBody>
          <a:bodyPr/>
          <a:lstStyle/>
          <a:p>
            <a:endParaRPr lang="fi-FI"/>
          </a:p>
        </p:txBody>
      </p:sp>
      <p:sp>
        <p:nvSpPr>
          <p:cNvPr id="235" name="Content Placeholder 234">
            <a:extLst>
              <a:ext uri="{FF2B5EF4-FFF2-40B4-BE49-F238E27FC236}">
                <a16:creationId xmlns:a16="http://schemas.microsoft.com/office/drawing/2014/main" id="{7483819C-BBA8-9F88-9510-ED2A9C99878A}"/>
              </a:ext>
            </a:extLst>
          </p:cNvPr>
          <p:cNvSpPr>
            <a:spLocks noGrp="1"/>
          </p:cNvSpPr>
          <p:nvPr>
            <p:ph sz="quarter" idx="59"/>
          </p:nvPr>
        </p:nvSpPr>
        <p:spPr/>
        <p:txBody>
          <a:bodyPr/>
          <a:lstStyle/>
          <a:p>
            <a:endParaRPr lang="fi-FI"/>
          </a:p>
        </p:txBody>
      </p:sp>
      <p:sp>
        <p:nvSpPr>
          <p:cNvPr id="236" name="Text Placeholder 235">
            <a:extLst>
              <a:ext uri="{FF2B5EF4-FFF2-40B4-BE49-F238E27FC236}">
                <a16:creationId xmlns:a16="http://schemas.microsoft.com/office/drawing/2014/main" id="{FE59F29B-D4D8-3952-1BE1-56B35110608A}"/>
              </a:ext>
            </a:extLst>
          </p:cNvPr>
          <p:cNvSpPr>
            <a:spLocks noGrp="1"/>
          </p:cNvSpPr>
          <p:nvPr>
            <p:ph type="body" sz="quarter" idx="60"/>
          </p:nvPr>
        </p:nvSpPr>
        <p:spPr/>
        <p:txBody>
          <a:bodyPr/>
          <a:lstStyle/>
          <a:p>
            <a:endParaRPr lang="fi-FI"/>
          </a:p>
        </p:txBody>
      </p:sp>
      <p:sp>
        <p:nvSpPr>
          <p:cNvPr id="237" name="Content Placeholder 236">
            <a:extLst>
              <a:ext uri="{FF2B5EF4-FFF2-40B4-BE49-F238E27FC236}">
                <a16:creationId xmlns:a16="http://schemas.microsoft.com/office/drawing/2014/main" id="{4AF2A2A2-9BE6-1AD2-08A5-CD8DB8C75CBC}"/>
              </a:ext>
            </a:extLst>
          </p:cNvPr>
          <p:cNvSpPr>
            <a:spLocks noGrp="1"/>
          </p:cNvSpPr>
          <p:nvPr>
            <p:ph sz="quarter" idx="61"/>
          </p:nvPr>
        </p:nvSpPr>
        <p:spPr/>
        <p:txBody>
          <a:bodyPr/>
          <a:lstStyle/>
          <a:p>
            <a:endParaRPr lang="fi-FI"/>
          </a:p>
        </p:txBody>
      </p:sp>
      <p:sp>
        <p:nvSpPr>
          <p:cNvPr id="238" name="Content Placeholder 237">
            <a:extLst>
              <a:ext uri="{FF2B5EF4-FFF2-40B4-BE49-F238E27FC236}">
                <a16:creationId xmlns:a16="http://schemas.microsoft.com/office/drawing/2014/main" id="{1B41CA36-4543-0F08-9356-1BE257D36B1D}"/>
              </a:ext>
            </a:extLst>
          </p:cNvPr>
          <p:cNvSpPr>
            <a:spLocks noGrp="1"/>
          </p:cNvSpPr>
          <p:nvPr>
            <p:ph sz="quarter" idx="63"/>
          </p:nvPr>
        </p:nvSpPr>
        <p:spPr/>
        <p:txBody>
          <a:bodyPr/>
          <a:lstStyle/>
          <a:p>
            <a:endParaRPr lang="fi-FI"/>
          </a:p>
        </p:txBody>
      </p:sp>
      <p:sp>
        <p:nvSpPr>
          <p:cNvPr id="239" name="Text Placeholder 238">
            <a:extLst>
              <a:ext uri="{FF2B5EF4-FFF2-40B4-BE49-F238E27FC236}">
                <a16:creationId xmlns:a16="http://schemas.microsoft.com/office/drawing/2014/main" id="{5CC7D5F9-1FB8-0C97-8223-0A1B11E704F1}"/>
              </a:ext>
            </a:extLst>
          </p:cNvPr>
          <p:cNvSpPr>
            <a:spLocks noGrp="1"/>
          </p:cNvSpPr>
          <p:nvPr>
            <p:ph type="body" sz="quarter" idx="64"/>
          </p:nvPr>
        </p:nvSpPr>
        <p:spPr/>
        <p:txBody>
          <a:bodyPr/>
          <a:lstStyle/>
          <a:p>
            <a:endParaRPr lang="fi-FI"/>
          </a:p>
        </p:txBody>
      </p:sp>
      <p:sp>
        <p:nvSpPr>
          <p:cNvPr id="240" name="Content Placeholder 239">
            <a:extLst>
              <a:ext uri="{FF2B5EF4-FFF2-40B4-BE49-F238E27FC236}">
                <a16:creationId xmlns:a16="http://schemas.microsoft.com/office/drawing/2014/main" id="{9301AD7B-8A70-6F99-1C62-22810AB5938F}"/>
              </a:ext>
            </a:extLst>
          </p:cNvPr>
          <p:cNvSpPr>
            <a:spLocks noGrp="1"/>
          </p:cNvSpPr>
          <p:nvPr>
            <p:ph sz="quarter" idx="65"/>
          </p:nvPr>
        </p:nvSpPr>
        <p:spPr/>
        <p:txBody>
          <a:bodyPr/>
          <a:lstStyle/>
          <a:p>
            <a:endParaRPr lang="fi-FI"/>
          </a:p>
        </p:txBody>
      </p:sp>
      <p:sp>
        <p:nvSpPr>
          <p:cNvPr id="241" name="Content Placeholder 240">
            <a:extLst>
              <a:ext uri="{FF2B5EF4-FFF2-40B4-BE49-F238E27FC236}">
                <a16:creationId xmlns:a16="http://schemas.microsoft.com/office/drawing/2014/main" id="{59391EAF-D774-D5E1-E034-A534D1224CF6}"/>
              </a:ext>
            </a:extLst>
          </p:cNvPr>
          <p:cNvSpPr>
            <a:spLocks noGrp="1"/>
          </p:cNvSpPr>
          <p:nvPr>
            <p:ph sz="quarter" idx="67"/>
          </p:nvPr>
        </p:nvSpPr>
        <p:spPr/>
        <p:txBody>
          <a:bodyPr/>
          <a:lstStyle/>
          <a:p>
            <a:endParaRPr lang="fi-FI"/>
          </a:p>
        </p:txBody>
      </p:sp>
      <p:sp>
        <p:nvSpPr>
          <p:cNvPr id="242" name="Text Placeholder 241">
            <a:extLst>
              <a:ext uri="{FF2B5EF4-FFF2-40B4-BE49-F238E27FC236}">
                <a16:creationId xmlns:a16="http://schemas.microsoft.com/office/drawing/2014/main" id="{017789D4-013E-39CD-8B9A-86A8BD86E4A4}"/>
              </a:ext>
            </a:extLst>
          </p:cNvPr>
          <p:cNvSpPr>
            <a:spLocks noGrp="1"/>
          </p:cNvSpPr>
          <p:nvPr>
            <p:ph type="body" sz="quarter" idx="68"/>
          </p:nvPr>
        </p:nvSpPr>
        <p:spPr/>
        <p:txBody>
          <a:bodyPr/>
          <a:lstStyle/>
          <a:p>
            <a:endParaRPr lang="fi-FI"/>
          </a:p>
        </p:txBody>
      </p:sp>
      <p:sp>
        <p:nvSpPr>
          <p:cNvPr id="243" name="Content Placeholder 242">
            <a:extLst>
              <a:ext uri="{FF2B5EF4-FFF2-40B4-BE49-F238E27FC236}">
                <a16:creationId xmlns:a16="http://schemas.microsoft.com/office/drawing/2014/main" id="{B10ECC0E-0353-45E7-0EDF-52006BA80473}"/>
              </a:ext>
            </a:extLst>
          </p:cNvPr>
          <p:cNvSpPr>
            <a:spLocks noGrp="1"/>
          </p:cNvSpPr>
          <p:nvPr>
            <p:ph sz="quarter" idx="69"/>
          </p:nvPr>
        </p:nvSpPr>
        <p:spPr/>
        <p:txBody>
          <a:bodyPr/>
          <a:lstStyle/>
          <a:p>
            <a:endParaRPr lang="fi-FI"/>
          </a:p>
        </p:txBody>
      </p:sp>
      <p:sp>
        <p:nvSpPr>
          <p:cNvPr id="244" name="Content Placeholder 243">
            <a:extLst>
              <a:ext uri="{FF2B5EF4-FFF2-40B4-BE49-F238E27FC236}">
                <a16:creationId xmlns:a16="http://schemas.microsoft.com/office/drawing/2014/main" id="{E7B80EAB-B971-F17B-69AB-9405E3B5C6E5}"/>
              </a:ext>
            </a:extLst>
          </p:cNvPr>
          <p:cNvSpPr>
            <a:spLocks noGrp="1"/>
          </p:cNvSpPr>
          <p:nvPr>
            <p:ph sz="quarter" idx="71"/>
          </p:nvPr>
        </p:nvSpPr>
        <p:spPr/>
        <p:txBody>
          <a:bodyPr/>
          <a:lstStyle/>
          <a:p>
            <a:endParaRPr lang="fi-FI"/>
          </a:p>
        </p:txBody>
      </p:sp>
      <p:sp>
        <p:nvSpPr>
          <p:cNvPr id="245" name="Text Placeholder 244">
            <a:extLst>
              <a:ext uri="{FF2B5EF4-FFF2-40B4-BE49-F238E27FC236}">
                <a16:creationId xmlns:a16="http://schemas.microsoft.com/office/drawing/2014/main" id="{1AE605A8-F432-5EA0-9FD3-049AF3A10768}"/>
              </a:ext>
            </a:extLst>
          </p:cNvPr>
          <p:cNvSpPr>
            <a:spLocks noGrp="1"/>
          </p:cNvSpPr>
          <p:nvPr>
            <p:ph type="body" sz="quarter" idx="72"/>
          </p:nvPr>
        </p:nvSpPr>
        <p:spPr/>
        <p:txBody>
          <a:bodyPr/>
          <a:lstStyle/>
          <a:p>
            <a:endParaRPr lang="fi-FI"/>
          </a:p>
        </p:txBody>
      </p:sp>
      <p:sp>
        <p:nvSpPr>
          <p:cNvPr id="246" name="Content Placeholder 245">
            <a:extLst>
              <a:ext uri="{FF2B5EF4-FFF2-40B4-BE49-F238E27FC236}">
                <a16:creationId xmlns:a16="http://schemas.microsoft.com/office/drawing/2014/main" id="{EF84C193-E25E-3A10-0AB9-8BDE750A36E5}"/>
              </a:ext>
            </a:extLst>
          </p:cNvPr>
          <p:cNvSpPr>
            <a:spLocks noGrp="1"/>
          </p:cNvSpPr>
          <p:nvPr>
            <p:ph sz="quarter" idx="73"/>
          </p:nvPr>
        </p:nvSpPr>
        <p:spPr/>
        <p:txBody>
          <a:bodyPr/>
          <a:lstStyle/>
          <a:p>
            <a:endParaRPr lang="fi-FI"/>
          </a:p>
        </p:txBody>
      </p:sp>
      <p:sp>
        <p:nvSpPr>
          <p:cNvPr id="248" name="Content Placeholder 247">
            <a:extLst>
              <a:ext uri="{FF2B5EF4-FFF2-40B4-BE49-F238E27FC236}">
                <a16:creationId xmlns:a16="http://schemas.microsoft.com/office/drawing/2014/main" id="{AFF8EA32-F92D-E739-576D-42C6743460CA}"/>
              </a:ext>
            </a:extLst>
          </p:cNvPr>
          <p:cNvSpPr>
            <a:spLocks noGrp="1"/>
          </p:cNvSpPr>
          <p:nvPr>
            <p:ph sz="quarter" idx="75"/>
          </p:nvPr>
        </p:nvSpPr>
        <p:spPr/>
        <p:txBody>
          <a:bodyPr/>
          <a:lstStyle/>
          <a:p>
            <a:endParaRPr lang="fi-FI"/>
          </a:p>
        </p:txBody>
      </p:sp>
      <p:sp>
        <p:nvSpPr>
          <p:cNvPr id="249" name="Text Placeholder 248">
            <a:extLst>
              <a:ext uri="{FF2B5EF4-FFF2-40B4-BE49-F238E27FC236}">
                <a16:creationId xmlns:a16="http://schemas.microsoft.com/office/drawing/2014/main" id="{FA6B32D2-62CF-B7BF-70CA-28796E1BE1C5}"/>
              </a:ext>
            </a:extLst>
          </p:cNvPr>
          <p:cNvSpPr>
            <a:spLocks noGrp="1"/>
          </p:cNvSpPr>
          <p:nvPr>
            <p:ph type="body" sz="quarter" idx="78"/>
          </p:nvPr>
        </p:nvSpPr>
        <p:spPr/>
        <p:txBody>
          <a:bodyPr/>
          <a:lstStyle/>
          <a:p>
            <a:endParaRPr lang="fi-FI"/>
          </a:p>
        </p:txBody>
      </p:sp>
      <p:sp>
        <p:nvSpPr>
          <p:cNvPr id="250" name="Text Placeholder 249">
            <a:extLst>
              <a:ext uri="{FF2B5EF4-FFF2-40B4-BE49-F238E27FC236}">
                <a16:creationId xmlns:a16="http://schemas.microsoft.com/office/drawing/2014/main" id="{782A7C0B-E91A-60E5-A3F8-A2162CEF16CD}"/>
              </a:ext>
            </a:extLst>
          </p:cNvPr>
          <p:cNvSpPr>
            <a:spLocks noGrp="1"/>
          </p:cNvSpPr>
          <p:nvPr>
            <p:ph type="body" sz="quarter" idx="79"/>
          </p:nvPr>
        </p:nvSpPr>
        <p:spPr/>
        <p:txBody>
          <a:bodyPr/>
          <a:lstStyle/>
          <a:p>
            <a:endParaRPr lang="fi-FI"/>
          </a:p>
        </p:txBody>
      </p:sp>
      <p:sp>
        <p:nvSpPr>
          <p:cNvPr id="251" name="Text Placeholder 250">
            <a:extLst>
              <a:ext uri="{FF2B5EF4-FFF2-40B4-BE49-F238E27FC236}">
                <a16:creationId xmlns:a16="http://schemas.microsoft.com/office/drawing/2014/main" id="{22A9BA6D-D734-BCA7-A5DC-B1F3B5308742}"/>
              </a:ext>
            </a:extLst>
          </p:cNvPr>
          <p:cNvSpPr>
            <a:spLocks noGrp="1"/>
          </p:cNvSpPr>
          <p:nvPr>
            <p:ph type="body" sz="quarter" idx="80"/>
          </p:nvPr>
        </p:nvSpPr>
        <p:spPr/>
        <p:txBody>
          <a:bodyPr/>
          <a:lstStyle/>
          <a:p>
            <a:endParaRPr lang="fi-FI"/>
          </a:p>
        </p:txBody>
      </p:sp>
      <p:sp>
        <p:nvSpPr>
          <p:cNvPr id="252" name="Text Placeholder 251">
            <a:extLst>
              <a:ext uri="{FF2B5EF4-FFF2-40B4-BE49-F238E27FC236}">
                <a16:creationId xmlns:a16="http://schemas.microsoft.com/office/drawing/2014/main" id="{AC3340DE-9F36-0171-AF36-A263A142A7C2}"/>
              </a:ext>
            </a:extLst>
          </p:cNvPr>
          <p:cNvSpPr>
            <a:spLocks noGrp="1"/>
          </p:cNvSpPr>
          <p:nvPr>
            <p:ph type="body" sz="quarter" idx="81"/>
          </p:nvPr>
        </p:nvSpPr>
        <p:spPr/>
        <p:txBody>
          <a:bodyPr/>
          <a:lstStyle/>
          <a:p>
            <a:endParaRPr lang="fi-FI"/>
          </a:p>
        </p:txBody>
      </p:sp>
      <p:sp>
        <p:nvSpPr>
          <p:cNvPr id="253" name="Text Placeholder 252">
            <a:extLst>
              <a:ext uri="{FF2B5EF4-FFF2-40B4-BE49-F238E27FC236}">
                <a16:creationId xmlns:a16="http://schemas.microsoft.com/office/drawing/2014/main" id="{F1199FE1-596B-9D84-0C76-D14640CA8A7D}"/>
              </a:ext>
            </a:extLst>
          </p:cNvPr>
          <p:cNvSpPr>
            <a:spLocks noGrp="1"/>
          </p:cNvSpPr>
          <p:nvPr>
            <p:ph type="body" sz="quarter" idx="82"/>
          </p:nvPr>
        </p:nvSpPr>
        <p:spPr/>
        <p:txBody>
          <a:bodyPr/>
          <a:lstStyle/>
          <a:p>
            <a:endParaRPr lang="fi-FI"/>
          </a:p>
        </p:txBody>
      </p:sp>
      <p:sp>
        <p:nvSpPr>
          <p:cNvPr id="254" name="Text Placeholder 253">
            <a:extLst>
              <a:ext uri="{FF2B5EF4-FFF2-40B4-BE49-F238E27FC236}">
                <a16:creationId xmlns:a16="http://schemas.microsoft.com/office/drawing/2014/main" id="{051BFC6B-57B9-79EF-3046-22FAEC0A0D7C}"/>
              </a:ext>
            </a:extLst>
          </p:cNvPr>
          <p:cNvSpPr>
            <a:spLocks noGrp="1"/>
          </p:cNvSpPr>
          <p:nvPr>
            <p:ph type="body" sz="quarter" idx="83"/>
          </p:nvPr>
        </p:nvSpPr>
        <p:spPr/>
        <p:txBody>
          <a:bodyPr/>
          <a:lstStyle/>
          <a:p>
            <a:endParaRPr lang="fi-FI"/>
          </a:p>
        </p:txBody>
      </p:sp>
      <p:sp>
        <p:nvSpPr>
          <p:cNvPr id="247" name="Text Placeholder 246">
            <a:extLst>
              <a:ext uri="{FF2B5EF4-FFF2-40B4-BE49-F238E27FC236}">
                <a16:creationId xmlns:a16="http://schemas.microsoft.com/office/drawing/2014/main" id="{A1D780CC-2CA8-A214-E70E-CE084603785E}"/>
              </a:ext>
            </a:extLst>
          </p:cNvPr>
          <p:cNvSpPr>
            <a:spLocks noGrp="1"/>
          </p:cNvSpPr>
          <p:nvPr>
            <p:ph type="body" sz="quarter" idx="74"/>
          </p:nvPr>
        </p:nvSpPr>
        <p:spPr/>
        <p:txBody>
          <a:bodyPr/>
          <a:lstStyle/>
          <a:p>
            <a:endParaRPr lang="fi-FI"/>
          </a:p>
        </p:txBody>
      </p:sp>
      <p:sp>
        <p:nvSpPr>
          <p:cNvPr id="255" name="Text Placeholder 254">
            <a:extLst>
              <a:ext uri="{FF2B5EF4-FFF2-40B4-BE49-F238E27FC236}">
                <a16:creationId xmlns:a16="http://schemas.microsoft.com/office/drawing/2014/main" id="{71D96E08-57C8-2AA5-306E-CD31A5006F3B}"/>
              </a:ext>
            </a:extLst>
          </p:cNvPr>
          <p:cNvSpPr>
            <a:spLocks noGrp="1"/>
          </p:cNvSpPr>
          <p:nvPr>
            <p:ph type="body" sz="quarter" idx="84"/>
          </p:nvPr>
        </p:nvSpPr>
        <p:spPr/>
        <p:txBody>
          <a:bodyPr/>
          <a:lstStyle/>
          <a:p>
            <a:endParaRPr lang="fi-FI"/>
          </a:p>
        </p:txBody>
      </p:sp>
      <p:sp>
        <p:nvSpPr>
          <p:cNvPr id="256" name="Text Placeholder 255">
            <a:extLst>
              <a:ext uri="{FF2B5EF4-FFF2-40B4-BE49-F238E27FC236}">
                <a16:creationId xmlns:a16="http://schemas.microsoft.com/office/drawing/2014/main" id="{1FC11695-F068-CF4B-4945-ABB9D618366C}"/>
              </a:ext>
            </a:extLst>
          </p:cNvPr>
          <p:cNvSpPr>
            <a:spLocks noGrp="1"/>
          </p:cNvSpPr>
          <p:nvPr>
            <p:ph type="body" sz="quarter" idx="85"/>
          </p:nvPr>
        </p:nvSpPr>
        <p:spPr/>
        <p:txBody>
          <a:bodyPr/>
          <a:lstStyle/>
          <a:p>
            <a:endParaRPr lang="fi-FI"/>
          </a:p>
        </p:txBody>
      </p:sp>
      <p:sp>
        <p:nvSpPr>
          <p:cNvPr id="257" name="Text Placeholder 256">
            <a:extLst>
              <a:ext uri="{FF2B5EF4-FFF2-40B4-BE49-F238E27FC236}">
                <a16:creationId xmlns:a16="http://schemas.microsoft.com/office/drawing/2014/main" id="{1B6C52FE-93BE-3619-E30A-70E4A2D10DFD}"/>
              </a:ext>
            </a:extLst>
          </p:cNvPr>
          <p:cNvSpPr>
            <a:spLocks noGrp="1"/>
          </p:cNvSpPr>
          <p:nvPr>
            <p:ph type="body" sz="quarter" idx="86"/>
          </p:nvPr>
        </p:nvSpPr>
        <p:spPr/>
        <p:txBody>
          <a:bodyPr/>
          <a:lstStyle/>
          <a:p>
            <a:endParaRPr lang="fi-FI"/>
          </a:p>
        </p:txBody>
      </p:sp>
      <p:sp>
        <p:nvSpPr>
          <p:cNvPr id="99" name="Content Placeholder 98">
            <a:extLst>
              <a:ext uri="{FF2B5EF4-FFF2-40B4-BE49-F238E27FC236}">
                <a16:creationId xmlns:a16="http://schemas.microsoft.com/office/drawing/2014/main" id="{B5C7B7B2-3A74-57A4-2A4B-B80036314172}"/>
              </a:ext>
            </a:extLst>
          </p:cNvPr>
          <p:cNvSpPr>
            <a:spLocks noGrp="1"/>
          </p:cNvSpPr>
          <p:nvPr>
            <p:ph sz="quarter" idx="87"/>
          </p:nvPr>
        </p:nvSpPr>
        <p:spPr>
          <a:xfrm>
            <a:off x="3664800" y="1359438"/>
            <a:ext cx="648000" cy="180000"/>
          </a:xfrm>
        </p:spPr>
        <p:txBody>
          <a:bodyPr/>
          <a:lstStyle/>
          <a:p>
            <a:r>
              <a:rPr lang="fi-FI">
                <a:hlinkClick r:id="rId5" action="ppaction://hlinksldjump"/>
              </a:rPr>
              <a:t>Read more</a:t>
            </a:r>
          </a:p>
        </p:txBody>
      </p:sp>
      <p:sp>
        <p:nvSpPr>
          <p:cNvPr id="258" name="Text Placeholder 257">
            <a:extLst>
              <a:ext uri="{FF2B5EF4-FFF2-40B4-BE49-F238E27FC236}">
                <a16:creationId xmlns:a16="http://schemas.microsoft.com/office/drawing/2014/main" id="{AE0EF0DA-DC47-6DA2-04AC-EBBB5C6B2D57}"/>
              </a:ext>
            </a:extLst>
          </p:cNvPr>
          <p:cNvSpPr>
            <a:spLocks noGrp="1"/>
          </p:cNvSpPr>
          <p:nvPr>
            <p:ph type="body" sz="quarter" idx="88"/>
          </p:nvPr>
        </p:nvSpPr>
        <p:spPr/>
        <p:txBody>
          <a:bodyPr/>
          <a:lstStyle/>
          <a:p>
            <a:endParaRPr lang="fi-FI"/>
          </a:p>
        </p:txBody>
      </p:sp>
      <p:sp>
        <p:nvSpPr>
          <p:cNvPr id="259" name="Content Placeholder 258">
            <a:extLst>
              <a:ext uri="{FF2B5EF4-FFF2-40B4-BE49-F238E27FC236}">
                <a16:creationId xmlns:a16="http://schemas.microsoft.com/office/drawing/2014/main" id="{04B4F2F9-3EFB-9BD6-6BC0-6E66892AD197}"/>
              </a:ext>
            </a:extLst>
          </p:cNvPr>
          <p:cNvSpPr>
            <a:spLocks noGrp="1"/>
          </p:cNvSpPr>
          <p:nvPr>
            <p:ph sz="quarter" idx="89"/>
          </p:nvPr>
        </p:nvSpPr>
        <p:spPr>
          <a:xfrm>
            <a:off x="7102799" y="1359438"/>
            <a:ext cx="648000" cy="180000"/>
          </a:xfrm>
          <a:solidFill>
            <a:srgbClr val="ACEAFF"/>
          </a:solidFill>
          <a:ln w="12700" cap="flat" cmpd="sng" algn="ctr">
            <a:noFill/>
            <a:prstDash val="solid"/>
            <a:miter lim="800000"/>
          </a:ln>
          <a:effectLst/>
        </p:spPr>
        <p:txBody>
          <a:bodyPr vert="horz" lIns="0" tIns="0" rIns="0" bIns="0" rtlCol="0" anchor="ctr" anchorCtr="0">
            <a:noAutofit/>
          </a:bodyPr>
          <a:lstStyle/>
          <a:p>
            <a:r>
              <a:rPr lang="fi-FI"/>
              <a:t>Test </a:t>
            </a:r>
          </a:p>
        </p:txBody>
      </p:sp>
      <p:sp>
        <p:nvSpPr>
          <p:cNvPr id="260" name="Rectangle 259">
            <a:hlinkClick r:id="rId6" action="ppaction://hlinksldjump"/>
            <a:extLst>
              <a:ext uri="{FF2B5EF4-FFF2-40B4-BE49-F238E27FC236}">
                <a16:creationId xmlns:a16="http://schemas.microsoft.com/office/drawing/2014/main" id="{AD8D387F-6B73-DE1F-241A-8DFDB8631BC1}"/>
              </a:ext>
            </a:extLst>
          </p:cNvPr>
          <p:cNvSpPr>
            <a:spLocks/>
          </p:cNvSpPr>
          <p:nvPr/>
        </p:nvSpPr>
        <p:spPr>
          <a:xfrm>
            <a:off x="7102799" y="1097280"/>
            <a:ext cx="648000" cy="180000"/>
          </a:xfrm>
          <a:prstGeom prst="rect">
            <a:avLst/>
          </a:prstGeom>
          <a:solidFill>
            <a:srgbClr val="ACEAFF"/>
          </a:solidFill>
          <a:ln w="12700" cap="flat" cmpd="sng" algn="ctr">
            <a:noFill/>
            <a:prstDash val="solid"/>
            <a:miter lim="800000"/>
          </a:ln>
          <a:effectLst/>
        </p:spPr>
        <p:txBody>
          <a:bodyPr vert="horz" lIns="0" tIns="0" rIns="0" bIns="0" rtlCol="0" anchor="ctr" anchorCtr="0">
            <a:noAutofit/>
          </a:bodyPr>
          <a:lstStyle/>
          <a:p>
            <a:pPr algn="ctr">
              <a:spcAft>
                <a:spcPts val="600"/>
              </a:spcAft>
            </a:pPr>
            <a:r>
              <a:rPr lang="fi-FI" sz="800" b="1" kern="0">
                <a:solidFill>
                  <a:srgbClr val="0C233C"/>
                </a:solidFill>
                <a:latin typeface="Arial"/>
              </a:rPr>
              <a:t>Actual shape</a:t>
            </a:r>
          </a:p>
        </p:txBody>
      </p:sp>
    </p:spTree>
    <p:extLst>
      <p:ext uri="{BB962C8B-B14F-4D97-AF65-F5344CB8AC3E}">
        <p14:creationId xmlns:p14="http://schemas.microsoft.com/office/powerpoint/2010/main" val="14170187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05E1509-C049-A964-4DF4-CA2D4C9847D5}"/>
              </a:ext>
            </a:extLst>
          </p:cNvPr>
          <p:cNvSpPr>
            <a:spLocks noGrp="1"/>
          </p:cNvSpPr>
          <p:nvPr>
            <p:ph type="body" sz="quarter" idx="4294967295"/>
          </p:nvPr>
        </p:nvSpPr>
        <p:spPr>
          <a:xfrm>
            <a:off x="12565354" y="4578349"/>
            <a:ext cx="10224000" cy="1152000"/>
          </a:xfrm>
        </p:spPr>
        <p:txBody>
          <a:bodyPr/>
          <a:lstStyle/>
          <a:p>
            <a:endParaRPr lang="fi-FI"/>
          </a:p>
        </p:txBody>
      </p:sp>
    </p:spTree>
    <p:extLst>
      <p:ext uri="{BB962C8B-B14F-4D97-AF65-F5344CB8AC3E}">
        <p14:creationId xmlns:p14="http://schemas.microsoft.com/office/powerpoint/2010/main" val="7521273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06C7CCF-8139-2CE0-C193-EDE6CDA0707F}"/>
              </a:ext>
            </a:extLst>
          </p:cNvPr>
          <p:cNvSpPr>
            <a:spLocks noGrp="1"/>
          </p:cNvSpPr>
          <p:nvPr>
            <p:ph type="body" sz="quarter" idx="4294967295"/>
          </p:nvPr>
        </p:nvSpPr>
        <p:spPr>
          <a:xfrm>
            <a:off x="982663" y="8071807"/>
            <a:ext cx="10224000" cy="1152000"/>
          </a:xfrm>
        </p:spPr>
        <p:txBody>
          <a:bodyPr/>
          <a:lstStyle/>
          <a:p>
            <a:endParaRPr lang="fi-FI"/>
          </a:p>
        </p:txBody>
      </p:sp>
    </p:spTree>
    <p:extLst>
      <p:ext uri="{BB962C8B-B14F-4D97-AF65-F5344CB8AC3E}">
        <p14:creationId xmlns:p14="http://schemas.microsoft.com/office/powerpoint/2010/main" val="3050338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4E9527F-3802-C3F0-546E-6C4B2D275FC3}"/>
              </a:ext>
            </a:extLst>
          </p:cNvPr>
          <p:cNvSpPr>
            <a:spLocks noGrp="1"/>
          </p:cNvSpPr>
          <p:nvPr>
            <p:ph type="body" sz="quarter" idx="4294967295"/>
          </p:nvPr>
        </p:nvSpPr>
        <p:spPr>
          <a:xfrm>
            <a:off x="984000" y="8071728"/>
            <a:ext cx="10224000" cy="1152000"/>
          </a:xfrm>
        </p:spPr>
        <p:txBody>
          <a:bodyPr/>
          <a:lstStyle/>
          <a:p>
            <a:endParaRPr lang="fi-FI"/>
          </a:p>
        </p:txBody>
      </p:sp>
    </p:spTree>
    <p:extLst>
      <p:ext uri="{BB962C8B-B14F-4D97-AF65-F5344CB8AC3E}">
        <p14:creationId xmlns:p14="http://schemas.microsoft.com/office/powerpoint/2010/main" val="25233907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5.30a"/>
  <p:tag name="TYPE" val="ScreenWide"/>
  <p:tag name="KEYWORD" val="SCREENWIDE"/>
  <p:tag name="TEMPLATEVERSION" val="17/07/2017 11:56:04"/>
  <p:tag name="UPSLIDETOCALGOID" val="Standard"/>
  <p:tag name="TEMPLATESHORTNAMETAG" val="Diligence+ EN Widescreen"/>
  <p:tag name="TEMPLATEFULLNAMETAG" val="Diligence+ EN Widescreen"/>
  <p:tag name="UPSLIDE" val="KPM02440_Diligence+ EN Widescreen_03-30-2023"/>
  <p:tag name="UPSLIDEVERSION" val="6.8.34.0"/>
  <p:tag name="UPSLIDEFOOTNOTEOPTIONS" val="{&#10;  &quot;Multiline&quot;: false,&#10;  &quot;Numbering&quot;: 1,&#10;  &quot;SuperscriptFormat&quot;: 0&#10;}"/>
  <p:tag name="UPSLIDEPRINTFACINGPAGESDESIGN" val="1_KPMG Widescreen - UpSlide"/>
  <p:tag name="UPSLIDEPRINTFACINGPAGESLAYOUT" val="Cover page"/>
  <p:tag name="UPSLIDETOCOPTIONS" val="&lt;?xml version=&quot;1.0&quot; encoding=&quot;utf-16&quot;?&gt;&#10;&lt;TocContentOptions xmlns:xsd=&quot;http://www.w3.org/2001/XMLSchema&quot; xmlns:xsi=&quot;http://www.w3.org/2001/XMLSchema-instance&quot;&gt;&#10;  &lt;TocSlidesOptions&gt;&#10;    &lt;ContainsSubSectionTitles&gt;true&lt;/ContainsSubSectionTitles&gt;&#10;    &lt;ContainsSlideTitles&gt;false&lt;/ContainsSlideTitles&gt;&#10;    &lt;ContainsParentLessSlidesTitles&gt;false&lt;/ContainsParentLessSlidesTitles&gt;&#10;    &lt;ContainsPrentLessSubsections&gt;false&lt;/ContainsPrentLessSubsections&gt;&#10;    &lt;ContainsAppendix&gt;true&lt;/ContainsAppendix&gt;&#10;    &lt;ContainsUnNumberedSections&gt;false&lt;/ContainsUnNumberedSections&gt;&#10;    &lt;SlideTitle&gt;Contents&lt;/SlideTitle&gt;&#10;  &lt;/TocSlidesOptions&gt;&#10;  &lt;SectionSlideOptions&gt;&#10;    &lt;ContainsOwnSubSection&gt;true&lt;/ContainsOwnSubSection&gt;&#10;    &lt;ContainsOwnSlide&gt;false&lt;/ContainsOwnSlide&gt;&#10;    &lt;ContainsOtherSections&gt;false&lt;/ContainsOtherSections&gt;&#10;    &lt;ContainsOthersSubsection&gt;false&lt;/ContainsOthersSubsection&gt;&#10;    &lt;containsAppendix&gt;true&lt;/containsAppendix&gt;&#10;    &lt;containsUnnumberedSections&gt;false&lt;/containsUnnumberedSections&gt;&#10;    &lt;SlideTitle /&gt;&#10;  &lt;/SectionSlideOptions&gt;&#10;  &lt;SubSectionSlideOptions&gt;&#10;    &lt;ContainsOtherSubsections&gt;false&lt;/ContainsOtherSubsections&gt;&#10;    &lt;ContainsOwnSlides&gt;true&lt;/ContainsOwnSlides&gt;&#10;    &lt;ContainsParentSection&gt;false&lt;/ContainsParentSection&gt;&#10;    &lt;ContainsOtherSections&gt;false&lt;/ContainsOtherSections&gt;&#10;    &lt;containsAppendix&gt;true&lt;/containsAppendix&gt;&#10;    &lt;containsUnnumberedSections&gt;false&lt;/containsUnnumberedSections&gt;&#10;    &lt;SlideTitle /&gt;&#10;  &lt;/SubSectionSlideOptions&gt;&#10;  &lt;UsedSlideLayouts&gt;&#10;    &lt;TocSlidesLayout&gt;&#10;      &lt;DesignName&gt;1_KPMG Widescreen - UpSlide&lt;/DesignName&gt;&#10;      &lt;LayoutName&gt;Title only_Blank&lt;/LayoutName&gt;&#10;    &lt;/TocSlidesLayout&gt;&#10;    &lt;SectionLayout&gt;&#10;      &lt;DesignName&gt;1_KPMG Widescreen - UpSlide&lt;/DesignName&gt;&#10;      &lt;LayoutName&gt;UpSlide_Section Divider_DO NOT delete&lt;/LayoutName&gt;&#10;    &lt;/SectionLayout&gt;&#10;    &lt;SubsectionLayout&gt;&#10;      &lt;DesignName&gt;1_KPMG Widescreen - UpSlide&lt;/DesignName&gt;&#10;      &lt;LayoutName&gt;UpSlide_Subsection Divider_DO NOT delete&lt;/LayoutName&gt;&#10;    &lt;/SubsectionLayout&gt;&#10;    &lt;AppendixLayout&gt;&#10;      &lt;DesignName&gt;1_KPMG Widescreen - UpSlide&lt;/DesignName&gt;&#10;      &lt;LayoutName&gt;UpSlide_Section Divider_DO NOT delete&lt;/LayoutName&gt;&#10;    &lt;/AppendixLayout&gt;&#10;    &lt;TitleSliLayout&gt;&#10;      &lt;DesignName&gt;1_KPMG Widescreen - UpSlide&lt;/DesignName&gt;&#10;      &lt;LayoutName&gt;Cover page&lt;/LayoutName&gt;&#10;    &lt;/TitleSliLayout&gt;&#10;  &lt;/UsedSlideLayouts&gt;&#10;  &lt;ActiveReminders&gt;&#10;    &lt;ReminderScriptList&gt;&#10;      &lt;ReminderScript&gt;&#10;        &lt;Key xsi:type=&quot;xsd:string&quot;&gt;Reminder28/07/2016 10:55:40833312551&lt;/Key&gt;&#10;        &lt;Value xsi:type=&quot;xsd:string&quot;&gt;&amp;lt;%SectionName%&amp;gt;&amp;lt;%SpaceIfInSubSec%&amp;gt;&amp;lt;%TiretIfInSubSec%&amp;gt;&amp;lt;%SpaceIfInSubSec%&amp;gt;&amp;lt;%SubSectionName%&amp;gt;&lt;/Value&gt;&#10;      &lt;/ReminderScript&gt;&#10;    &lt;/ReminderScriptList&gt;&#10;    &lt;MigrationVersion&gt;6.8.8.1&lt;/MigrationVersion&gt;&#10;  &lt;/ActiveReminders&gt;&#10;  &lt;HardRefreshRequired&gt;true&lt;/HardRefreshRequired&gt;&#10;  &lt;CustomAlgoOptions&gt;&#10;    &lt;CustomBaseAlgoOptions&gt;&#10;      &lt;UseSlideTitleAsSubSectionMarker&gt;false&lt;/UseSlideTitleAsSubSectionMarker&gt;&#10;      &lt;SlideTitleAsSectionMarker&gt;&#10;        &lt;UseTitleAsReminder&gt;false&lt;/UseTitleAsReminder&gt;&#10;      &lt;/SlideTitleAsSectionMarker&gt;&#10;      &lt;ShowSectionNums&gt;true&lt;/ShowSectionNums&gt;&#10;      &lt;ShowSlideIndex&gt;true&lt;/ShowSlideIndex&gt;&#10;      &lt;myColorOfNonCurrentItems&gt;&#10;        &lt;UseFixedColor&gt;true&lt;/UseFixedColor&gt;&#10;        &lt;R&gt;140&lt;/R&gt;&#10;        &lt;G&gt;205&lt;/G&gt;&#10;        &lt;B&gt;238&lt;/B&gt;&#10;      &lt;/myColorOfNonCurrentItems&gt;&#10;      &lt;currentItemFormat&gt;&#10;        &lt;UseBanner&gt;false&lt;/UseBanner&gt;&#10;        &lt;BannerFillR&gt;0&lt;/BannerFillR&gt;&#10;        &lt;BannerFillG&gt;0&lt;/BannerFillG&gt;&#10;        &lt;BannerFillB&gt;0&lt;/BannerFillB&gt;&#10;        &lt;ForceBold&gt;false&lt;/ForceBold&gt;&#10;        &lt;ApplyToSubSections&gt;true&lt;/ApplyToSubSections&gt;&#10;        &lt;ApplyToSectionsOnSubSectionDividers&gt;fals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1&lt;/Shading&gt;&#10;      &lt;/nonCurrentItemAttenuation&gt;&#10;      &lt;ForceDisplayTOCOnTwocolumns&gt;true&lt;/ForceDisplayTOCOnTwocolumns&gt;&#10;      &lt;DisplayTOCOnTwocolumns&gt;true&lt;/DisplayTOCOnTwocolumns&gt;&#10;      &lt;Scripts&gt;&#10;        &lt;BeforeSubSecTitle /&gt;&#10;        &lt;BeforeSlideIndex /&gt;&#10;        &lt;AfterSecNum&gt;.&lt;/AfterSecNum&gt;&#10;        &lt;BeforeSecNum /&gt;&#10;        &lt;ZeroBeforeSecNum&gt;false&lt;/ZeroBeforeSecNum&gt;&#10;        &lt;AfterSubSecNum /&gt;&#10;        &lt;BeforeSubSecNum /&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true&lt;/UseManualSpacing&gt;&#10;        &lt;ManualSpacing&gt;&#10;          &lt;SpaceBeforeSections&gt;5&lt;/SpaceBeforeSections&gt;&#10;          &lt;SpaceBeforeSubSections&gt;1&lt;/SpaceBeforeSubSections&gt;&#10;          &lt;SpaceBeforeSlides&gt;0&lt;/SpaceBeforeSlides&gt;&#10;        &lt;/ManualSpacing&gt;&#10;        &lt;ManualSpacingSections&gt;&#10;          &lt;SpaceBeforeSections&gt;0&lt;/SpaceBeforeSections&gt;&#10;          &lt;SpaceBeforeSubSections&gt;10&lt;/SpaceBeforeSubSections&gt;&#10;          &lt;SpaceBeforeSlides&gt;0&lt;/SpaceBeforeSlides&gt;&#10;        &lt;/ManualSpacingSections&gt;&#10;        &lt;ManualSpacingSubSections&gt;&#10;          &lt;SpaceBeforeSections&gt;17.4750233&lt;/SpaceBeforeSections&gt;&#10;          &lt;SpaceBeforeSubSections&gt;11.6500158&lt;/SpaceBeforeSubSections&gt;&#10;          &lt;SpaceBeforeSlides&gt;5.825008&lt;/SpaceBeforeSlides&gt;&#10;        &lt;/ManualSpacingSubSections&gt;&#10;        &lt;UseSpecificSpacingForSecDivider&gt;true&lt;/UseSpecificSpacingForSecDivider&gt;&#10;        &lt;UseSpecificSpacingForSubSecDivider&gt;false&lt;/UseSpecificSpacingForSubSecDivider&gt;&#10;      &lt;/ManVerticalSpacing&gt;&#10;    &lt;/CustomBaseAlgoOptions&gt;&#10;  &lt;/CustomAlgoOptions&gt;&#10;  &lt;UserPresentationOptions&gt;&#10;    &lt;SubSectionsHaveSlide&gt;true&lt;/SubSectionsHaveSlide&gt;&#10;    &lt;SectionDividersContainOwnSubSections&gt;true&lt;/SectionDividersContainOwnSubSections&gt;&#10;    &lt;SectionDividersContainOwnSlideTitles&gt;true&lt;/SectionDividersContainOwnSlideTitles&gt;&#10;    &lt;SubSectionDividersContainOwnSlideTitles&gt;false&lt;/SubSectionDividersContainOwnSlideTitles&gt;&#10;    &lt;TOCSlidesContainSubsectionTitles xsi:nil=&quot;true&quot; /&gt;&#10;    &lt;TOCSlidesContainSlideTitles xsi:nil=&quot;true&quot; /&gt;&#10;    &lt;DisplayRemindersOnSlides&gt;false&lt;/DisplayRemindersOnSlides&gt;&#10;    &lt;SectionsHaveSlide&gt;true&lt;/SectionsHaveSlide&gt;&#10;    &lt;DoNotCountHiddenSlidesInPagination&gt;false&lt;/DoNotCountHiddenSlidesInPagination&gt;&#10;  &lt;/UserPresentationOptions&gt;&#10;  &lt;XmlSubSectionsHaveSlide&gt;true&lt;/XmlSubSectionsHaveSlide&gt;&#10;  &lt;AllowDuplicateTitleSlides&gt;false&lt;/AllowDuplicateTitleSlides&gt;&#10;  &lt;ShowEmptySlideTitles&gt;false&lt;/ShowEmptySlideTitles&gt;&#10;  &lt;NumberingOption&gt;&#10;    &lt;NumType&gt;FullArabic&lt;/NumType&gt;&#10;  &lt;/NumberingOption&gt;&#10;  &lt;NumberingOptionForAppendix&gt;&#10;    &lt;NumType&gt;FullArabic&lt;/NumType&gt;&#10;  &lt;/NumberingOptionForAppendix&gt;&#10;&lt;/TocContentOptions&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xml><?xml version="1.0" encoding="utf-8"?>
<p:tagLst xmlns:a="http://schemas.openxmlformats.org/drawingml/2006/main" xmlns:r="http://schemas.openxmlformats.org/officeDocument/2006/relationships" xmlns:p="http://schemas.openxmlformats.org/presentationml/2006/main">
  <p:tag name="ADV_DRAFT" val="TRU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7.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9.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4.xml><?xml version="1.0" encoding="utf-8"?>
<p:tagLst xmlns:a="http://schemas.openxmlformats.org/drawingml/2006/main" xmlns:r="http://schemas.openxmlformats.org/officeDocument/2006/relationships" xmlns:p="http://schemas.openxmlformats.org/presentationml/2006/main">
  <p:tag name="ADV_DRAFT" val="TRUE"/>
</p:tagLst>
</file>

<file path=ppt/tags/tag35.xml><?xml version="1.0" encoding="utf-8"?>
<p:tagLst xmlns:a="http://schemas.openxmlformats.org/drawingml/2006/main" xmlns:r="http://schemas.openxmlformats.org/officeDocument/2006/relationships" xmlns:p="http://schemas.openxmlformats.org/presentationml/2006/main">
  <p:tag name="TOCSHAPE" val="263"/>
  <p:tag name="SLIDEINDEX" val="263"/>
  <p:tag name="NAME" val="SECTIONINDEX"/>
  <p:tag name="TOCTEMPLATESHAPENAME" val="Numéro de slide des sections"/>
  <p:tag name="TOCTEMPLATESHAPEDESCRIPTION" val="Définit le format de la forme contenant les numéros de slides pour les sections."/>
</p:tagLst>
</file>

<file path=ppt/tags/tag36.xml><?xml version="1.0" encoding="utf-8"?>
<p:tagLst xmlns:a="http://schemas.openxmlformats.org/drawingml/2006/main" xmlns:r="http://schemas.openxmlformats.org/officeDocument/2006/relationships" xmlns:p="http://schemas.openxmlformats.org/presentationml/2006/main">
  <p:tag name="TOCSHAPE" val="AA"/>
  <p:tag name="SHAPETYPE" val="SUBSECTIONTITLE"/>
  <p:tag name="NAME" val="SUBSECTIONTITLE"/>
  <p:tag name="TOCTEMPLATESHAPENAME" val="Titre des sous-sections"/>
  <p:tag name="TOCTEMPLATESHAPEDESCRIPTION" val="Définit le format de la forme contenant les titres des sous-sections."/>
</p:tagLst>
</file>

<file path=ppt/tags/tag37.xml><?xml version="1.0" encoding="utf-8"?>
<p:tagLst xmlns:a="http://schemas.openxmlformats.org/drawingml/2006/main" xmlns:r="http://schemas.openxmlformats.org/officeDocument/2006/relationships" xmlns:p="http://schemas.openxmlformats.org/presentationml/2006/main">
  <p:tag name="TOCSHAPE" val="AA"/>
  <p:tag name="NAME" val="SUBSECTIONUM"/>
  <p:tag name="TOCTEMPLATESHAPENAME" val="Index des sous-section"/>
  <p:tag name="TOCTEMPLATESHAPEDESCRIPTION" val="Définit le format de la forme contenant les numéros des sou-sections"/>
</p:tagLst>
</file>

<file path=ppt/tags/tag38.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39.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40.xml><?xml version="1.0" encoding="utf-8"?>
<p:tagLst xmlns:a="http://schemas.openxmlformats.org/drawingml/2006/main" xmlns:r="http://schemas.openxmlformats.org/officeDocument/2006/relationships" xmlns:p="http://schemas.openxmlformats.org/presentationml/2006/main">
  <p:tag name="TOCSHAPE" val="AA"/>
  <p:tag name="NAME" val="SECTIONUM"/>
  <p:tag name="TOCTEMPLATESHAPENAME" val="Numéro de section"/>
  <p:tag name="TOCTEMPLATESHAPEDESCRIPTION" val="Définit le format de la forme contenant les numéros de sections"/>
</p:tagLst>
</file>

<file path=ppt/tags/tag41.xml><?xml version="1.0" encoding="utf-8"?>
<p:tagLst xmlns:a="http://schemas.openxmlformats.org/drawingml/2006/main" xmlns:r="http://schemas.openxmlformats.org/officeDocument/2006/relationships" xmlns:p="http://schemas.openxmlformats.org/presentationml/2006/main">
  <p:tag name="TOCSHAPE" val="263"/>
  <p:tag name="SLIDEINDEX" val="263"/>
  <p:tag name="NAME" val="SUBSECTIONINDEX"/>
  <p:tag name="TOCTEMPLATESHAPENAME" val="Numéro de slide des sous-sections"/>
  <p:tag name="TOCTEMPLATESHAPEDESCRIPTION" val="Définit le format de la forme contenant les numéros de slides des sous-sections."/>
</p:tagLst>
</file>

<file path=ppt/tags/tag42.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43.xml><?xml version="1.0" encoding="utf-8"?>
<p:tagLst xmlns:a="http://schemas.openxmlformats.org/drawingml/2006/main" xmlns:r="http://schemas.openxmlformats.org/officeDocument/2006/relationships" xmlns:p="http://schemas.openxmlformats.org/presentationml/2006/main">
  <p:tag name="TOCSHAPE" val="AA"/>
  <p:tag name="SHAPETYPE" val="SECTIONTITLE"/>
  <p:tag name="NAME" val="SECTIONTITLE"/>
  <p:tag name="TOCTEMPLATESHAPENAME" val="Titre de section"/>
  <p:tag name="TOCTEMPLATESHAPEDESCRIPTION" val="Définit le format de la forme contenant les titres de section"/>
</p:tagLst>
</file>

<file path=ppt/tags/tag44.xml><?xml version="1.0" encoding="utf-8"?>
<p:tagLst xmlns:a="http://schemas.openxmlformats.org/drawingml/2006/main" xmlns:r="http://schemas.openxmlformats.org/officeDocument/2006/relationships" xmlns:p="http://schemas.openxmlformats.org/presentationml/2006/main">
  <p:tag name="HIDETOC" val="true"/>
</p:tagLst>
</file>

<file path=ppt/tags/tag45.xml><?xml version="1.0" encoding="utf-8"?>
<p:tagLst xmlns:a="http://schemas.openxmlformats.org/drawingml/2006/main" xmlns:r="http://schemas.openxmlformats.org/officeDocument/2006/relationships" xmlns:p="http://schemas.openxmlformats.org/presentationml/2006/main">
  <p:tag name="TOCSHAPE" val="AA"/>
  <p:tag name="NAME" val="SECTIONTITLE"/>
  <p:tag name="TOCTEMPLATESHAPENAME" val="Titre de section"/>
  <p:tag name="TOCTEMPLATESHAPEDESCRIPTION" val="Définit le format de la forme contenant les titres de section"/>
</p:tagLst>
</file>

<file path=ppt/tags/tag46.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47.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48.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49.xml><?xml version="1.0" encoding="utf-8"?>
<p:tagLst xmlns:a="http://schemas.openxmlformats.org/drawingml/2006/main" xmlns:r="http://schemas.openxmlformats.org/officeDocument/2006/relationships" xmlns:p="http://schemas.openxmlformats.org/presentationml/2006/main">
  <p:tag name="NAME" val="SUBSECTIONUM"/>
  <p:tag name="TOCTEMPLATESHAPENAME" val="Index des sous-section"/>
  <p:tag name="TOCTEMPLATESHAPEDESCRIPTION" val="Définit le format de la forme contenant les numéros des sou-sections"/>
</p:tagLst>
</file>

<file path=ppt/tags/tag50.xml><?xml version="1.0" encoding="utf-8"?>
<p:tagLst xmlns:a="http://schemas.openxmlformats.org/drawingml/2006/main" xmlns:r="http://schemas.openxmlformats.org/officeDocument/2006/relationships" xmlns:p="http://schemas.openxmlformats.org/presentationml/2006/main">
  <p:tag name="TOCSHAPE" val="AA"/>
  <p:tag name="NAME" val="SUBSECTIONTITLE"/>
  <p:tag name="TOCTEMPLATESHAPENAME" val="Titre des sous-sections"/>
  <p:tag name="TOCTEMPLATESHAPEDESCRIPTION" val="Définit le format de la forme contenant les titres des sous-sections."/>
</p:tagLst>
</file>

<file path=ppt/tags/tag51.xml><?xml version="1.0" encoding="utf-8"?>
<p:tagLst xmlns:a="http://schemas.openxmlformats.org/drawingml/2006/main" xmlns:r="http://schemas.openxmlformats.org/officeDocument/2006/relationships" xmlns:p="http://schemas.openxmlformats.org/presentationml/2006/main">
  <p:tag name="TOCSHAPE" val="344"/>
  <p:tag name="SLIDEINDEX" val="344"/>
  <p:tag name="NAME" val="SECTIONINDEX"/>
  <p:tag name="TOCTEMPLATESHAPENAME" val="Numéro de slide des sections"/>
  <p:tag name="TOCTEMPLATESHAPEDESCRIPTION" val="Définit le format de la forme contenant les numéros de slides pour les sections."/>
</p:tagLst>
</file>

<file path=ppt/tags/tag52.xml><?xml version="1.0" encoding="utf-8"?>
<p:tagLst xmlns:a="http://schemas.openxmlformats.org/drawingml/2006/main" xmlns:r="http://schemas.openxmlformats.org/officeDocument/2006/relationships" xmlns:p="http://schemas.openxmlformats.org/presentationml/2006/main">
  <p:tag name="TOCSHAPE" val="341"/>
  <p:tag name="SLIDEINDEX" val="341"/>
  <p:tag name="NAME" val="SUBSECTIONINDEX"/>
  <p:tag name="TOCTEMPLATESHAPENAME" val="Numéro de slide des sous-sections"/>
  <p:tag name="TOCTEMPLATESHAPEDESCRIPTION" val="Définit le format de la forme contenant les numéros de slides des sous-sections."/>
</p:tagLst>
</file>

<file path=ppt/tags/tag53.xml><?xml version="1.0" encoding="utf-8"?>
<p:tagLst xmlns:a="http://schemas.openxmlformats.org/drawingml/2006/main" xmlns:r="http://schemas.openxmlformats.org/officeDocument/2006/relationships" xmlns:p="http://schemas.openxmlformats.org/presentationml/2006/main">
  <p:tag name="NAME" val="SECTIONUM"/>
  <p:tag name="TOCTEMPLATESHAPENAME" val="Numéro de section"/>
  <p:tag name="TOCTEMPLATESHAPEDESCRIPTION" val="Définit le format de la forme contenant les numéros de sections"/>
</p:tagLst>
</file>

<file path=ppt/tags/tag54.xml><?xml version="1.0" encoding="utf-8"?>
<p:tagLst xmlns:a="http://schemas.openxmlformats.org/drawingml/2006/main" xmlns:r="http://schemas.openxmlformats.org/officeDocument/2006/relationships" xmlns:p="http://schemas.openxmlformats.org/presentationml/2006/main">
  <p:tag name="HIDETOC" val="true"/>
</p:tagLst>
</file>

<file path=ppt/tags/tag55.xml><?xml version="1.0" encoding="utf-8"?>
<p:tagLst xmlns:a="http://schemas.openxmlformats.org/drawingml/2006/main" xmlns:r="http://schemas.openxmlformats.org/officeDocument/2006/relationships" xmlns:p="http://schemas.openxmlformats.org/presentationml/2006/main">
  <p:tag name="TOCSHAPE" val="AA"/>
  <p:tag name="NAME" val="SUBSECTIONTITLE"/>
  <p:tag name="TOCTEMPLATESHAPENAME" val="Titre des sous-sections"/>
  <p:tag name="TOCTEMPLATESHAPEDESCRIPTION" val="Définit le format de la forme contenant les titres des sous-sections."/>
</p:tagLst>
</file>

<file path=ppt/tags/tag56.xml><?xml version="1.0" encoding="utf-8"?>
<p:tagLst xmlns:a="http://schemas.openxmlformats.org/drawingml/2006/main" xmlns:r="http://schemas.openxmlformats.org/officeDocument/2006/relationships" xmlns:p="http://schemas.openxmlformats.org/presentationml/2006/main">
  <p:tag name="TOCSHAPE" val="AA"/>
  <p:tag name="NAME" val="SECTIONTITLE"/>
  <p:tag name="TOCTEMPLATESHAPENAME" val="Titre de section"/>
  <p:tag name="TOCTEMPLATESHAPEDESCRIPTION" val="Définit le format de la forme contenant les titres de section"/>
</p:tagLst>
</file>

<file path=ppt/tags/tag57.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58.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59.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60.xml><?xml version="1.0" encoding="utf-8"?>
<p:tagLst xmlns:a="http://schemas.openxmlformats.org/drawingml/2006/main" xmlns:r="http://schemas.openxmlformats.org/officeDocument/2006/relationships" xmlns:p="http://schemas.openxmlformats.org/presentationml/2006/main">
  <p:tag name="TOCSHAPE" val="AA"/>
  <p:tag name="NAME" val="SECTIONUM"/>
  <p:tag name="TOCTEMPLATESHAPENAME" val="Numéro de section"/>
  <p:tag name="TOCTEMPLATESHAPEDESCRIPTION" val="Définit le format de la forme contenant les numéros de sections"/>
</p:tagLst>
</file>

<file path=ppt/tags/tag61.xml><?xml version="1.0" encoding="utf-8"?>
<p:tagLst xmlns:a="http://schemas.openxmlformats.org/drawingml/2006/main" xmlns:r="http://schemas.openxmlformats.org/officeDocument/2006/relationships" xmlns:p="http://schemas.openxmlformats.org/presentationml/2006/main">
  <p:tag name="TOCSHAPE" val="268"/>
  <p:tag name="SLIDEINDEX" val="268"/>
  <p:tag name="NAME" val="SECTIONINDEX"/>
  <p:tag name="TOCTEMPLATESHAPENAME" val="Numéro de slide des sections"/>
  <p:tag name="TOCTEMPLATESHAPEDESCRIPTION" val="Définit le format de la forme contenant les numéros de slides pour les sections."/>
</p:tagLst>
</file>

<file path=ppt/tags/tag62.xml><?xml version="1.0" encoding="utf-8"?>
<p:tagLst xmlns:a="http://schemas.openxmlformats.org/drawingml/2006/main" xmlns:r="http://schemas.openxmlformats.org/officeDocument/2006/relationships" xmlns:p="http://schemas.openxmlformats.org/presentationml/2006/main">
  <p:tag name="TOCSHAPE" val="269"/>
  <p:tag name="SLIDEINDEX" val="269"/>
  <p:tag name="NAME" val="SUBSECTIONINDEX"/>
  <p:tag name="TOCTEMPLATESHAPENAME" val="Numéro de slide des sous-sections"/>
  <p:tag name="TOCTEMPLATESHAPEDESCRIPTION" val="Définit le format de la forme contenant les numéros de slides des sous-sections."/>
</p:tagLst>
</file>

<file path=ppt/tags/tag63.xml><?xml version="1.0" encoding="utf-8"?>
<p:tagLst xmlns:a="http://schemas.openxmlformats.org/drawingml/2006/main" xmlns:r="http://schemas.openxmlformats.org/officeDocument/2006/relationships" xmlns:p="http://schemas.openxmlformats.org/presentationml/2006/main">
  <p:tag name="TOCSHAPE" val="AA"/>
  <p:tag name="NAME" val="SUBSECTIONUM"/>
  <p:tag name="TOCTEMPLATESHAPENAME" val="Index des sous-section"/>
  <p:tag name="TOCTEMPLATESHAPEDESCRIPTION" val="Définit le format de la forme contenant les numéros des sou-sections"/>
</p:tagLst>
</file>

<file path=ppt/tags/tag64.xml><?xml version="1.0" encoding="utf-8"?>
<p:tagLst xmlns:a="http://schemas.openxmlformats.org/drawingml/2006/main" xmlns:r="http://schemas.openxmlformats.org/officeDocument/2006/relationships" xmlns:p="http://schemas.openxmlformats.org/presentationml/2006/main">
  <p:tag name="HIDETOC" val="true"/>
</p:tagLst>
</file>

<file path=ppt/tags/tag65.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 name="TOCTEMPLATESHAPEDESCRIPTION" val=""/>
</p:tagLst>
</file>

<file path=ppt/tags/tag66.xml><?xml version="1.0" encoding="utf-8"?>
<p:tagLst xmlns:a="http://schemas.openxmlformats.org/drawingml/2006/main" xmlns:r="http://schemas.openxmlformats.org/officeDocument/2006/relationships" xmlns:p="http://schemas.openxmlformats.org/presentationml/2006/main">
  <p:tag name="HIDETOC" val="true"/>
</p:tagLst>
</file>

<file path=ppt/tags/tag67.xml><?xml version="1.0" encoding="utf-8"?>
<p:tagLst xmlns:a="http://schemas.openxmlformats.org/drawingml/2006/main" xmlns:r="http://schemas.openxmlformats.org/officeDocument/2006/relationships" xmlns:p="http://schemas.openxmlformats.org/presentationml/2006/main">
  <p:tag name="HIDETOC" val="true"/>
</p:tagLst>
</file>

<file path=ppt/tags/tag68.xml><?xml version="1.0" encoding="utf-8"?>
<p:tagLst xmlns:a="http://schemas.openxmlformats.org/drawingml/2006/main" xmlns:r="http://schemas.openxmlformats.org/officeDocument/2006/relationships" xmlns:p="http://schemas.openxmlformats.org/presentationml/2006/main">
  <p:tag name="HIDETOC" val="tru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OCSLIDE" val="1"/>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7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7.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7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0.xml><?xml version="1.0" encoding="utf-8"?>
<p:tagLst xmlns:a="http://schemas.openxmlformats.org/drawingml/2006/main" xmlns:r="http://schemas.openxmlformats.org/officeDocument/2006/relationships" xmlns:p="http://schemas.openxmlformats.org/presentationml/2006/main">
  <p:tag name="TOCSHAPE" val="AA"/>
</p:tagLst>
</file>

<file path=ppt/tags/tag81.xml><?xml version="1.0" encoding="utf-8"?>
<p:tagLst xmlns:a="http://schemas.openxmlformats.org/drawingml/2006/main" xmlns:r="http://schemas.openxmlformats.org/officeDocument/2006/relationships" xmlns:p="http://schemas.openxmlformats.org/presentationml/2006/main">
  <p:tag name="TOCSHAPE" val="AA"/>
</p:tagLst>
</file>

<file path=ppt/tags/tag82.xml><?xml version="1.0" encoding="utf-8"?>
<p:tagLst xmlns:a="http://schemas.openxmlformats.org/drawingml/2006/main" xmlns:r="http://schemas.openxmlformats.org/officeDocument/2006/relationships" xmlns:p="http://schemas.openxmlformats.org/presentationml/2006/main">
  <p:tag name="TOCSHAPE" val="789"/>
  <p:tag name="SLIDEINDEX" val="789"/>
</p:tagLst>
</file>

<file path=ppt/tags/tag83.xml><?xml version="1.0" encoding="utf-8"?>
<p:tagLst xmlns:a="http://schemas.openxmlformats.org/drawingml/2006/main" xmlns:r="http://schemas.openxmlformats.org/officeDocument/2006/relationships" xmlns:p="http://schemas.openxmlformats.org/presentationml/2006/main">
  <p:tag name="TOCSHAPE" val="924"/>
  <p:tag name="SLIDEINDEX" val="924"/>
</p:tagLst>
</file>

<file path=ppt/tags/tag84.xml><?xml version="1.0" encoding="utf-8"?>
<p:tagLst xmlns:a="http://schemas.openxmlformats.org/drawingml/2006/main" xmlns:r="http://schemas.openxmlformats.org/officeDocument/2006/relationships" xmlns:p="http://schemas.openxmlformats.org/presentationml/2006/main">
  <p:tag name="TOCSHAPE" val="AA"/>
</p:tagLst>
</file>

<file path=ppt/tags/tag85.xml><?xml version="1.0" encoding="utf-8"?>
<p:tagLst xmlns:a="http://schemas.openxmlformats.org/drawingml/2006/main" xmlns:r="http://schemas.openxmlformats.org/officeDocument/2006/relationships" xmlns:p="http://schemas.openxmlformats.org/presentationml/2006/main">
  <p:tag name="TOCSHAPE" val="AA"/>
</p:tagLst>
</file>

<file path=ppt/tags/tag86.xml><?xml version="1.0" encoding="utf-8"?>
<p:tagLst xmlns:a="http://schemas.openxmlformats.org/drawingml/2006/main" xmlns:r="http://schemas.openxmlformats.org/officeDocument/2006/relationships" xmlns:p="http://schemas.openxmlformats.org/presentationml/2006/main">
  <p:tag name="TOCSHAPE" val="AA"/>
</p:tagLst>
</file>

<file path=ppt/tags/tag87.xml><?xml version="1.0" encoding="utf-8"?>
<p:tagLst xmlns:a="http://schemas.openxmlformats.org/drawingml/2006/main" xmlns:r="http://schemas.openxmlformats.org/officeDocument/2006/relationships" xmlns:p="http://schemas.openxmlformats.org/presentationml/2006/main">
  <p:tag name="TOCSHAPE" val="AA"/>
</p:tagLst>
</file>

<file path=ppt/tags/tag88.xml><?xml version="1.0" encoding="utf-8"?>
<p:tagLst xmlns:a="http://schemas.openxmlformats.org/drawingml/2006/main" xmlns:r="http://schemas.openxmlformats.org/officeDocument/2006/relationships" xmlns:p="http://schemas.openxmlformats.org/presentationml/2006/main">
  <p:tag name="TOCSHAPE" val="905"/>
  <p:tag name="SLIDEINDEX" val="905"/>
</p:tagLst>
</file>

<file path=ppt/tags/tag89.xml><?xml version="1.0" encoding="utf-8"?>
<p:tagLst xmlns:a="http://schemas.openxmlformats.org/drawingml/2006/main" xmlns:r="http://schemas.openxmlformats.org/officeDocument/2006/relationships" xmlns:p="http://schemas.openxmlformats.org/presentationml/2006/main">
  <p:tag name="TOCSHAPE" val="923"/>
  <p:tag name="SLIDEINDEX" val="923"/>
</p:tagLst>
</file>

<file path=ppt/tags/tag90.xml><?xml version="1.0" encoding="utf-8"?>
<p:tagLst xmlns:a="http://schemas.openxmlformats.org/drawingml/2006/main" xmlns:r="http://schemas.openxmlformats.org/officeDocument/2006/relationships" xmlns:p="http://schemas.openxmlformats.org/presentationml/2006/main">
  <p:tag name="TOCSHAPE" val="925"/>
  <p:tag name="SLIDEINDEX" val="925"/>
</p:tagLst>
</file>

<file path=ppt/tags/tag91.xml><?xml version="1.0" encoding="utf-8"?>
<p:tagLst xmlns:a="http://schemas.openxmlformats.org/drawingml/2006/main" xmlns:r="http://schemas.openxmlformats.org/officeDocument/2006/relationships" xmlns:p="http://schemas.openxmlformats.org/presentationml/2006/main">
  <p:tag name="TOCSHAPE" val="926"/>
  <p:tag name="SLIDEINDEX" val="926"/>
</p:tagLst>
</file>

<file path=ppt/tags/tag92.xml><?xml version="1.0" encoding="utf-8"?>
<p:tagLst xmlns:a="http://schemas.openxmlformats.org/drawingml/2006/main" xmlns:r="http://schemas.openxmlformats.org/officeDocument/2006/relationships" xmlns:p="http://schemas.openxmlformats.org/presentationml/2006/main">
  <p:tag name="CROSSREFGUID" val="d46926f3-4e60-4369-b8b8-4188edaf2f9a"/>
  <p:tag name="SECTION" val="1"/>
  <p:tag name="NAME" val="Section 1"/>
</p:tagLst>
</file>

<file path=ppt/tags/tag93.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9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9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96.xml><?xml version="1.0" encoding="utf-8"?>
<p:tagLst xmlns:a="http://schemas.openxmlformats.org/drawingml/2006/main" xmlns:r="http://schemas.openxmlformats.org/officeDocument/2006/relationships" xmlns:p="http://schemas.openxmlformats.org/presentationml/2006/main">
  <p:tag name="TOCSHAPE" val="AA"/>
</p:tagLst>
</file>

<file path=ppt/tags/tag97.xml><?xml version="1.0" encoding="utf-8"?>
<p:tagLst xmlns:a="http://schemas.openxmlformats.org/drawingml/2006/main" xmlns:r="http://schemas.openxmlformats.org/officeDocument/2006/relationships" xmlns:p="http://schemas.openxmlformats.org/presentationml/2006/main">
  <p:tag name="TOCSHAPE" val="789"/>
  <p:tag name="SLIDEINDEX" val="789"/>
</p:tagLst>
</file>

<file path=ppt/tags/tag98.xml><?xml version="1.0" encoding="utf-8"?>
<p:tagLst xmlns:a="http://schemas.openxmlformats.org/drawingml/2006/main" xmlns:r="http://schemas.openxmlformats.org/officeDocument/2006/relationships" xmlns:p="http://schemas.openxmlformats.org/presentationml/2006/main">
  <p:tag name="TOCSHAPE" val="AA"/>
</p:tagLst>
</file>

<file path=ppt/tags/tag99.xml><?xml version="1.0" encoding="utf-8"?>
<p:tagLst xmlns:a="http://schemas.openxmlformats.org/drawingml/2006/main" xmlns:r="http://schemas.openxmlformats.org/officeDocument/2006/relationships" xmlns:p="http://schemas.openxmlformats.org/presentationml/2006/main">
  <p:tag name="TOCSHAPE" val="AA"/>
</p:tagLst>
</file>

<file path=ppt/tags/tag100.xml><?xml version="1.0" encoding="utf-8"?>
<p:tagLst xmlns:a="http://schemas.openxmlformats.org/drawingml/2006/main" xmlns:r="http://schemas.openxmlformats.org/officeDocument/2006/relationships" xmlns:p="http://schemas.openxmlformats.org/presentationml/2006/main">
  <p:tag name="TOCSHAPE" val="905"/>
  <p:tag name="SLIDEINDEX" val="905"/>
</p:tagLst>
</file>

<file path=ppt/tags/tag101.xml><?xml version="1.0" encoding="utf-8"?>
<p:tagLst xmlns:a="http://schemas.openxmlformats.org/drawingml/2006/main" xmlns:r="http://schemas.openxmlformats.org/officeDocument/2006/relationships" xmlns:p="http://schemas.openxmlformats.org/presentationml/2006/main">
  <p:tag name="TOCSHAPE" val="923"/>
  <p:tag name="SLIDEINDEX" val="923"/>
</p:tagLst>
</file>

<file path=ppt/tags/tag102.xml><?xml version="1.0" encoding="utf-8"?>
<p:tagLst xmlns:a="http://schemas.openxmlformats.org/drawingml/2006/main" xmlns:r="http://schemas.openxmlformats.org/officeDocument/2006/relationships" xmlns:p="http://schemas.openxmlformats.org/presentationml/2006/main">
  <p:tag name="SUBSECTIONLEVEL" val="1"/>
  <p:tag name="NAME" val="S1 Subsection 1"/>
  <p:tag name="SUBSECTION" val="1"/>
</p:tagLst>
</file>

<file path=ppt/tags/tag10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04.xml><?xml version="1.0" encoding="utf-8"?>
<p:tagLst xmlns:a="http://schemas.openxmlformats.org/drawingml/2006/main" xmlns:r="http://schemas.openxmlformats.org/officeDocument/2006/relationships" xmlns:p="http://schemas.openxmlformats.org/presentationml/2006/main">
  <p:tag name="TOCSHAPE" val="AA"/>
</p:tagLst>
</file>

<file path=ppt/tags/tag105.xml><?xml version="1.0" encoding="utf-8"?>
<p:tagLst xmlns:a="http://schemas.openxmlformats.org/drawingml/2006/main" xmlns:r="http://schemas.openxmlformats.org/officeDocument/2006/relationships" xmlns:p="http://schemas.openxmlformats.org/presentationml/2006/main">
  <p:tag name="TOCSHAPE" val="905"/>
  <p:tag name="SLIDEINDEX" val="905"/>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08.xml><?xml version="1.0" encoding="utf-8"?>
<p:tagLst xmlns:a="http://schemas.openxmlformats.org/drawingml/2006/main" xmlns:r="http://schemas.openxmlformats.org/officeDocument/2006/relationships" xmlns:p="http://schemas.openxmlformats.org/presentationml/2006/main">
  <p:tag name="SHAPETYPE" val="BREADCRUMB"/>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11.xml><?xml version="1.0" encoding="utf-8"?>
<p:tagLst xmlns:a="http://schemas.openxmlformats.org/drawingml/2006/main" xmlns:r="http://schemas.openxmlformats.org/officeDocument/2006/relationships" xmlns:p="http://schemas.openxmlformats.org/presentationml/2006/main">
  <p:tag name="SHAPETYPE" val="BREADCRUMB"/>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SHAPETYPE" val="BREADCRUMB"/>
</p:tagLst>
</file>

<file path=ppt/tags/tag114.xml><?xml version="1.0" encoding="utf-8"?>
<p:tagLst xmlns:a="http://schemas.openxmlformats.org/drawingml/2006/main" xmlns:r="http://schemas.openxmlformats.org/officeDocument/2006/relationships" xmlns:p="http://schemas.openxmlformats.org/presentationml/2006/main">
  <p:tag name="SUBSECTION" val="2"/>
  <p:tag name="SUBSECTIONLEVEL" val="1"/>
  <p:tag name="NAME" val="S1 Subsection 2"/>
</p:tagLst>
</file>

<file path=ppt/tags/tag11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16.xml><?xml version="1.0" encoding="utf-8"?>
<p:tagLst xmlns:a="http://schemas.openxmlformats.org/drawingml/2006/main" xmlns:r="http://schemas.openxmlformats.org/officeDocument/2006/relationships" xmlns:p="http://schemas.openxmlformats.org/presentationml/2006/main">
  <p:tag name="TOCSHAPE" val="AA"/>
</p:tagLst>
</file>

<file path=ppt/tags/tag117.xml><?xml version="1.0" encoding="utf-8"?>
<p:tagLst xmlns:a="http://schemas.openxmlformats.org/drawingml/2006/main" xmlns:r="http://schemas.openxmlformats.org/officeDocument/2006/relationships" xmlns:p="http://schemas.openxmlformats.org/presentationml/2006/main">
  <p:tag name="TOCSHAPE" val="923"/>
  <p:tag name="SLIDEINDEX" val="923"/>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20.xml><?xml version="1.0" encoding="utf-8"?>
<p:tagLst xmlns:a="http://schemas.openxmlformats.org/drawingml/2006/main" xmlns:r="http://schemas.openxmlformats.org/officeDocument/2006/relationships" xmlns:p="http://schemas.openxmlformats.org/presentationml/2006/main">
  <p:tag name="SHAPETYPE" val="BREADCRUMB"/>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23.xml><?xml version="1.0" encoding="utf-8"?>
<p:tagLst xmlns:a="http://schemas.openxmlformats.org/drawingml/2006/main" xmlns:r="http://schemas.openxmlformats.org/officeDocument/2006/relationships" xmlns:p="http://schemas.openxmlformats.org/presentationml/2006/main">
  <p:tag name="SHAPETYPE" val="BREADCRUMB"/>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SHAPETYPE" val="BREADCRUMB"/>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SHAPETYPE" val="BREADCRUMB"/>
</p:tagLst>
</file>

<file path=ppt/tags/tag128.xml><?xml version="1.0" encoding="utf-8"?>
<p:tagLst xmlns:a="http://schemas.openxmlformats.org/drawingml/2006/main" xmlns:r="http://schemas.openxmlformats.org/officeDocument/2006/relationships" xmlns:p="http://schemas.openxmlformats.org/presentationml/2006/main">
  <p:tag name="SECTION" val="2"/>
  <p:tag name="NAME" val="Section 2"/>
</p:tagLst>
</file>

<file path=ppt/tags/tag129.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13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3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32.xml><?xml version="1.0" encoding="utf-8"?>
<p:tagLst xmlns:a="http://schemas.openxmlformats.org/drawingml/2006/main" xmlns:r="http://schemas.openxmlformats.org/officeDocument/2006/relationships" xmlns:p="http://schemas.openxmlformats.org/presentationml/2006/main">
  <p:tag name="TOCSHAPE" val="AA"/>
</p:tagLst>
</file>

<file path=ppt/tags/tag133.xml><?xml version="1.0" encoding="utf-8"?>
<p:tagLst xmlns:a="http://schemas.openxmlformats.org/drawingml/2006/main" xmlns:r="http://schemas.openxmlformats.org/officeDocument/2006/relationships" xmlns:p="http://schemas.openxmlformats.org/presentationml/2006/main">
  <p:tag name="TOCSHAPE" val="924"/>
  <p:tag name="SLIDEINDEX" val="924"/>
</p:tagLst>
</file>

<file path=ppt/tags/tag134.xml><?xml version="1.0" encoding="utf-8"?>
<p:tagLst xmlns:a="http://schemas.openxmlformats.org/drawingml/2006/main" xmlns:r="http://schemas.openxmlformats.org/officeDocument/2006/relationships" xmlns:p="http://schemas.openxmlformats.org/presentationml/2006/main">
  <p:tag name="TOCSHAPE" val="AA"/>
</p:tagLst>
</file>

<file path=ppt/tags/tag135.xml><?xml version="1.0" encoding="utf-8"?>
<p:tagLst xmlns:a="http://schemas.openxmlformats.org/drawingml/2006/main" xmlns:r="http://schemas.openxmlformats.org/officeDocument/2006/relationships" xmlns:p="http://schemas.openxmlformats.org/presentationml/2006/main">
  <p:tag name="TOCSHAPE" val="AA"/>
</p:tagLst>
</file>

<file path=ppt/tags/tag136.xml><?xml version="1.0" encoding="utf-8"?>
<p:tagLst xmlns:a="http://schemas.openxmlformats.org/drawingml/2006/main" xmlns:r="http://schemas.openxmlformats.org/officeDocument/2006/relationships" xmlns:p="http://schemas.openxmlformats.org/presentationml/2006/main">
  <p:tag name="TOCSHAPE" val="925"/>
  <p:tag name="SLIDEINDEX" val="925"/>
</p:tagLst>
</file>

<file path=ppt/tags/tag137.xml><?xml version="1.0" encoding="utf-8"?>
<p:tagLst xmlns:a="http://schemas.openxmlformats.org/drawingml/2006/main" xmlns:r="http://schemas.openxmlformats.org/officeDocument/2006/relationships" xmlns:p="http://schemas.openxmlformats.org/presentationml/2006/main">
  <p:tag name="TOCSHAPE" val="926"/>
  <p:tag name="SLIDEINDEX" val="926"/>
</p:tagLst>
</file>

<file path=ppt/tags/tag138.xml><?xml version="1.0" encoding="utf-8"?>
<p:tagLst xmlns:a="http://schemas.openxmlformats.org/drawingml/2006/main" xmlns:r="http://schemas.openxmlformats.org/officeDocument/2006/relationships" xmlns:p="http://schemas.openxmlformats.org/presentationml/2006/main">
  <p:tag name="SUBSECTIONLEVEL" val="1"/>
  <p:tag name="NAME" val="S2 Subsection 1"/>
  <p:tag name="SUBSECTION" val="3"/>
</p:tagLst>
</file>

<file path=ppt/tags/tag13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40.xml><?xml version="1.0" encoding="utf-8"?>
<p:tagLst xmlns:a="http://schemas.openxmlformats.org/drawingml/2006/main" xmlns:r="http://schemas.openxmlformats.org/officeDocument/2006/relationships" xmlns:p="http://schemas.openxmlformats.org/presentationml/2006/main">
  <p:tag name="TOCSHAPE" val="AA"/>
</p:tagLst>
</file>

<file path=ppt/tags/tag141.xml><?xml version="1.0" encoding="utf-8"?>
<p:tagLst xmlns:a="http://schemas.openxmlformats.org/drawingml/2006/main" xmlns:r="http://schemas.openxmlformats.org/officeDocument/2006/relationships" xmlns:p="http://schemas.openxmlformats.org/presentationml/2006/main">
  <p:tag name="TOCSHAPE" val="925"/>
  <p:tag name="SLIDEINDEX" val="925"/>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SHAPETYPE" val="BREADCRUMB"/>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SHAPETYPE" val="BREADCRUMB"/>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SHAPETYPE" val="BREADCRUMB"/>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SHAPETYPE" val="BREADCRUMB"/>
</p:tagLst>
</file>

<file path=ppt/tags/tag151.xml><?xml version="1.0" encoding="utf-8"?>
<p:tagLst xmlns:a="http://schemas.openxmlformats.org/drawingml/2006/main" xmlns:r="http://schemas.openxmlformats.org/officeDocument/2006/relationships" xmlns:p="http://schemas.openxmlformats.org/presentationml/2006/main">
  <p:tag name="SUBSECTIONLEVEL" val="1"/>
  <p:tag name="NAME" val="S2 Subsection 2"/>
  <p:tag name="SUBSECTION" val="4"/>
</p:tagLst>
</file>

<file path=ppt/tags/tag15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53.xml><?xml version="1.0" encoding="utf-8"?>
<p:tagLst xmlns:a="http://schemas.openxmlformats.org/drawingml/2006/main" xmlns:r="http://schemas.openxmlformats.org/officeDocument/2006/relationships" xmlns:p="http://schemas.openxmlformats.org/presentationml/2006/main">
  <p:tag name="TOCSHAPE" val="AA"/>
</p:tagLst>
</file>

<file path=ppt/tags/tag154.xml><?xml version="1.0" encoding="utf-8"?>
<p:tagLst xmlns:a="http://schemas.openxmlformats.org/drawingml/2006/main" xmlns:r="http://schemas.openxmlformats.org/officeDocument/2006/relationships" xmlns:p="http://schemas.openxmlformats.org/presentationml/2006/main">
  <p:tag name="TOCSHAPE" val="926"/>
  <p:tag name="SLIDEINDEX" val="926"/>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SHAPETYPE" val="BREADCRUMB"/>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KPMG Widescreen - UpSlide">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ctr">
          <a:defRPr sz="9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UpSlideTemplate.potx" id="{216A40A4-5F6C-42A4-B8AA-371F59BF70BB}" vid="{BC1C874E-9074-420B-82F7-1291DC8E1491}"/>
    </a:ext>
  </a:extLst>
</a:theme>
</file>

<file path=ppt/theme/theme2.xml><?xml version="1.0" encoding="utf-8"?>
<a:theme xmlns:a="http://schemas.openxmlformats.org/drawingml/2006/main" name="UpSlide Table Of Content Master (do not edit)">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ctr">
          <a:defRPr sz="9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UpSlideTemplate.potx" id="{216A40A4-5F6C-42A4-B8AA-371F59BF70BB}" vid="{BC1C874E-9074-420B-82F7-1291DC8E149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1ef7062-e24b-4b94-8c74-32d8c02242c6">
      <Terms xmlns="http://schemas.microsoft.com/office/infopath/2007/PartnerControls"/>
    </lcf76f155ced4ddcb4097134ff3c332f>
    <TaxCatchAll xmlns="4243d5be-521d-4052-81ca-f0f31ea6f2d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5239D8B7095414B9B08B351C575658E" ma:contentTypeVersion="16" ma:contentTypeDescription="Create a new document." ma:contentTypeScope="" ma:versionID="2c501b3a70d494da015a3f967191da2f">
  <xsd:schema xmlns:xsd="http://www.w3.org/2001/XMLSchema" xmlns:xs="http://www.w3.org/2001/XMLSchema" xmlns:p="http://schemas.microsoft.com/office/2006/metadata/properties" xmlns:ns2="31ef7062-e24b-4b94-8c74-32d8c02242c6" xmlns:ns3="c90db799-1c72-4099-bde0-7c61a9fb54c8" xmlns:ns4="4243d5be-521d-4052-81ca-f0f31ea6f2da" targetNamespace="http://schemas.microsoft.com/office/2006/metadata/properties" ma:root="true" ma:fieldsID="39c1dcd1ddaea17eb506d3958f5182f6" ns2:_="" ns3:_="" ns4:_="">
    <xsd:import namespace="31ef7062-e24b-4b94-8c74-32d8c02242c6"/>
    <xsd:import namespace="c90db799-1c72-4099-bde0-7c61a9fb54c8"/>
    <xsd:import namespace="4243d5be-521d-4052-81ca-f0f31ea6f2d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4:TaxCatchAll" minOccurs="0"/>
                <xsd:element ref="ns2:MediaServiceGenerationTime" minOccurs="0"/>
                <xsd:element ref="ns2:MediaServiceEventHashCode" minOccurs="0"/>
                <xsd:element ref="ns2:MediaServiceDateTaken" minOccurs="0"/>
                <xsd:element ref="ns2:MediaServiceObjectDetectorVersions" minOccurs="0"/>
                <xsd:element ref="ns2:MediaServiceOCR" minOccurs="0"/>
                <xsd:element ref="ns2:MediaServiceLocation" minOccurs="0"/>
                <xsd:element ref="ns2:MediaServiceSearchProperties"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ef7062-e24b-4b94-8c74-32d8c02242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90db799-1c72-4099-bde0-7c61a9fb54c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243d5be-521d-4052-81ca-f0f31ea6f2d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6aa70d4-0f30-4bf1-bb03-4f5e4bac0af4}" ma:internalName="TaxCatchAll" ma:showField="CatchAllData" ma:web="c90db799-1c72-4099-bde0-7c61a9fb54c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0E72566-D19C-46FB-9549-7A2AD2EE2DB9}">
  <ds:schemaRefs>
    <ds:schemaRef ds:uri="http://schemas.openxmlformats.org/package/2006/metadata/core-properties"/>
    <ds:schemaRef ds:uri="c90db799-1c72-4099-bde0-7c61a9fb54c8"/>
    <ds:schemaRef ds:uri="http://purl.org/dc/elements/1.1/"/>
    <ds:schemaRef ds:uri="31ef7062-e24b-4b94-8c74-32d8c02242c6"/>
    <ds:schemaRef ds:uri="http://schemas.microsoft.com/office/2006/documentManagement/types"/>
    <ds:schemaRef ds:uri="http://purl.org/dc/dcmitype/"/>
    <ds:schemaRef ds:uri="http://purl.org/dc/terms/"/>
    <ds:schemaRef ds:uri="http://www.w3.org/XML/1998/namespace"/>
    <ds:schemaRef ds:uri="http://schemas.microsoft.com/office/infopath/2007/PartnerControls"/>
    <ds:schemaRef ds:uri="4243d5be-521d-4052-81ca-f0f31ea6f2da"/>
    <ds:schemaRef ds:uri="http://schemas.microsoft.com/office/2006/metadata/properties"/>
  </ds:schemaRefs>
</ds:datastoreItem>
</file>

<file path=customXml/itemProps2.xml><?xml version="1.0" encoding="utf-8"?>
<ds:datastoreItem xmlns:ds="http://schemas.openxmlformats.org/officeDocument/2006/customXml" ds:itemID="{70F37B8E-AD5C-4989-97BB-97E4A96F2F2D}">
  <ds:schemaRefs>
    <ds:schemaRef ds:uri="http://schemas.microsoft.com/sharepoint/v3/contenttype/forms"/>
  </ds:schemaRefs>
</ds:datastoreItem>
</file>

<file path=customXml/itemProps3.xml><?xml version="1.0" encoding="utf-8"?>
<ds:datastoreItem xmlns:ds="http://schemas.openxmlformats.org/officeDocument/2006/customXml" ds:itemID="{2F23EA96-82B4-42C5-B292-4AFA724E6F98}"/>
</file>

<file path=docProps/app.xml><?xml version="1.0" encoding="utf-8"?>
<Properties xmlns="http://schemas.openxmlformats.org/officeDocument/2006/extended-properties" xmlns:vt="http://schemas.openxmlformats.org/officeDocument/2006/docPropsVTypes">
  <Template>UpSlideTemplate</Template>
  <TotalTime>0</TotalTime>
  <Words>343</Words>
  <Application>Microsoft Office PowerPoint</Application>
  <PresentationFormat>Widescreen</PresentationFormat>
  <Paragraphs>170</Paragraphs>
  <Slides>28</Slides>
  <Notes>0</Notes>
  <HiddenSlides>0</HiddenSlides>
  <MMClips>0</MMClips>
  <ScaleCrop>false</ScaleCrop>
  <HeadingPairs>
    <vt:vector size="8" baseType="variant">
      <vt:variant>
        <vt:lpstr>Fonts Used</vt:lpstr>
      </vt:variant>
      <vt:variant>
        <vt:i4>2</vt:i4>
      </vt:variant>
      <vt:variant>
        <vt:lpstr>Theme</vt:lpstr>
      </vt:variant>
      <vt:variant>
        <vt:i4>2</vt:i4>
      </vt:variant>
      <vt:variant>
        <vt:lpstr>Embedded OLE Servers</vt:lpstr>
      </vt:variant>
      <vt:variant>
        <vt:i4>1</vt:i4>
      </vt:variant>
      <vt:variant>
        <vt:lpstr>Slide Titles</vt:lpstr>
      </vt:variant>
      <vt:variant>
        <vt:i4>28</vt:i4>
      </vt:variant>
    </vt:vector>
  </HeadingPairs>
  <TitlesOfParts>
    <vt:vector size="33" baseType="lpstr">
      <vt:lpstr>Arial</vt:lpstr>
      <vt:lpstr>KPMG Bold</vt:lpstr>
      <vt:lpstr>1_KPMG Widescreen - UpSlide</vt:lpstr>
      <vt:lpstr>UpSlide Table Of Content Master (do not edit)</vt:lpstr>
      <vt:lpstr>think-cell Slide</vt:lpstr>
      <vt:lpstr>Color palette &amp; useful tools/buttons </vt:lpstr>
      <vt:lpstr>Project  DRAFT</vt:lpstr>
      <vt:lpstr>PowerPoint Presentation</vt:lpstr>
      <vt:lpstr>Contents</vt:lpstr>
      <vt:lpstr>PowerPoint Presentation</vt:lpstr>
      <vt:lpstr>PowerPoint Presentation</vt:lpstr>
      <vt:lpstr>Test – Title only </vt:lpstr>
      <vt:lpstr>Test – One column text </vt:lpstr>
      <vt:lpstr>Test – Two columns text</vt:lpstr>
      <vt:lpstr>PowerPoint Presentation</vt:lpstr>
      <vt:lpstr>Test – Analysis_Horizontal</vt:lpstr>
      <vt:lpstr>Test – Analysis_Vertical</vt:lpstr>
      <vt:lpstr>Test – Summary financials_6 blocks</vt:lpstr>
      <vt:lpstr>Test – Summary financials_5 blocks</vt:lpstr>
      <vt:lpstr>PowerPoint Presentation</vt:lpstr>
      <vt:lpstr>PowerPoint Presentation</vt:lpstr>
      <vt:lpstr>PowerPoint Presentation</vt:lpstr>
      <vt:lpstr>Test – Key findings_1 column</vt:lpstr>
      <vt:lpstr>Test – Key findings_1 column half page</vt:lpstr>
      <vt:lpstr>Test – Key findings_2 columns</vt:lpstr>
      <vt:lpstr>Test – Key findings_3 columns</vt:lpstr>
      <vt:lpstr>PowerPoint Presentation</vt:lpstr>
      <vt:lpstr>Test – Key findings_4 blocks</vt:lpstr>
      <vt:lpstr>Test – Key findings_6 blocks</vt:lpstr>
      <vt:lpstr>PowerPoint Presentation</vt:lpstr>
      <vt:lpstr>PowerPoint Presentation</vt:lpstr>
      <vt:lpstr>PowerPoint Presentation</vt:lpstr>
      <vt:lpstr>PowerPoint Presentation</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Formatting Tips</dc:title>
  <dc:creator/>
  <cp:lastModifiedBy/>
  <cp:revision>1</cp:revision>
  <dcterms:created xsi:type="dcterms:W3CDTF">2025-05-20T08:25:21Z</dcterms:created>
  <dcterms:modified xsi:type="dcterms:W3CDTF">2025-11-24T06:47:44Z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0x01010055239D8B7095414B9B08B351C575658E</vt:lpwstr>
  </property>
</Properties>
</file>