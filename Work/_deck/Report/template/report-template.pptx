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0" r:id="rId4"/>
    <p:sldMasterId id="2147483931" r:id="rId5"/>
  </p:sldMasterIdLst>
  <p:notesMasterIdLst>
    <p:notesMasterId r:id="rId34"/>
  </p:notesMasterIdLst>
  <p:handoutMasterIdLst>
    <p:handoutMasterId r:id="rId35"/>
  </p:handoutMasterIdLst>
  <p:sldIdLst>
    <p:sldId id="256" r:id="rId13"/>
    <p:sldId id="257" r:id="rId14"/>
    <p:sldId id="258" r:id="rId15"/>
    <p:sldId id="259" r:id="rId16"/>
    <p:sldId id="260" r:id="rId17"/>
    <p:sldId id="261" r:id="rId18"/>
    <p:sldId id="262" r:id="rId19"/>
    <p:sldId id="263" r:id="rId20"/>
    <p:sldId id="264" r:id="rId21"/>
    <p:sldId id="265" r:id="rId22"/>
    <p:sldId id="266" r:id="rId23"/>
  </p:sld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BF9"/>
    <a:srgbClr val="ACEAFF"/>
    <a:srgbClr val="ED2124"/>
    <a:srgbClr val="96CEE4"/>
    <a:srgbClr val="77A8BE"/>
    <a:srgbClr val="345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76" y="2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tags" Target="tags/tag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[Series A]</c:v>
                </c:pt>
              </c:strCache>
            </c:strRef>
          </c:tx>
          <c:spPr>
            <a:solidFill>
              <a:srgbClr val="0C233C"/>
            </a:solidFill>
            <a:ln>
              <a:noFill/>
            </a:ln>
          </c:spPr>
          <c:cat>
            <c:strRef>
              <c:f>Sheet1!$A$2:$A$5</c:f>
              <c:strCache>
                <c:ptCount val="4"/>
                <c:pt idx="0">
                  <c:v>FY22</c:v>
                </c:pt>
                <c:pt idx="1">
                  <c:v>FY23</c:v>
                </c:pt>
                <c:pt idx="2">
                  <c:v>FY24</c:v>
                </c:pt>
                <c:pt idx="3">
                  <c:v>FY25</c:v>
                </c:pt>
              </c:strCache>
            </c:strRef>
          </c:cat>
          <c:val>
            <c:numRef>
              <c:f>Sheet1!$B$2:$B$5</c:f>
              <c:numCache>
                <c:formatCode>#,##0</c:formatCode>
                <c:ptCount val="4"/>
                <c:pt idx="0">
                  <c:v>100</c:v>
                </c:pt>
                <c:pt idx="1">
                  <c:v>108</c:v>
                </c:pt>
                <c:pt idx="2">
                  <c:v>121</c:v>
                </c:pt>
                <c:pt idx="3">
                  <c:v>138</c:v>
                </c:pt>
              </c:numCache>
            </c:numRef>
          </c:val>
        </c:ser>
        <c:ser>
          <c:idx val="1"/>
          <c:order val="1"/>
          <c:tx>
            <c:strRef>
              <c:f>Sheet1!$C$1</c:f>
              <c:strCache>
                <c:ptCount val="1"/>
                <c:pt idx="0">
                  <c:v>[Series B]</c:v>
                </c:pt>
              </c:strCache>
            </c:strRef>
          </c:tx>
          <c:spPr>
            <a:solidFill>
              <a:srgbClr val="ACEAFF"/>
            </a:solidFill>
            <a:ln>
              <a:noFill/>
            </a:ln>
          </c:spPr>
          <c:cat>
            <c:strRef>
              <c:f>Sheet1!$A$2:$A$5</c:f>
              <c:strCache>
                <c:ptCount val="4"/>
                <c:pt idx="0">
                  <c:v>FY22</c:v>
                </c:pt>
                <c:pt idx="1">
                  <c:v>FY23</c:v>
                </c:pt>
                <c:pt idx="2">
                  <c:v>FY24</c:v>
                </c:pt>
                <c:pt idx="3">
                  <c:v>FY25</c:v>
                </c:pt>
              </c:strCache>
            </c:strRef>
          </c:cat>
          <c:val>
            <c:numRef>
              <c:f>Sheet1!$C$2:$C$5</c:f>
              <c:numCache>
                <c:formatCode>#,##0</c:formatCode>
                <c:ptCount val="4"/>
                <c:pt idx="0">
                  <c:v>100</c:v>
                </c:pt>
                <c:pt idx="1">
                  <c:v>104</c:v>
                </c:pt>
                <c:pt idx="2">
                  <c:v>103</c:v>
                </c:pt>
                <c:pt idx="3">
                  <c:v>111</c:v>
                </c:pt>
              </c:numCache>
            </c:numRef>
          </c:val>
        </c:ser>
        <c:dLbls>
          <c:numFmt formatCode="#,##0" sourceLinked="0"/>
          <c:txPr>
            <a:bodyPr/>
            <a:lstStyle/>
            <a:p>
              <a:pPr>
                <a:defRPr sz="600">
                  <a:solidFill>
                    <a:srgbClr val="333333"/>
                  </a:solidFill>
                  <a:latin typeface="Aria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w="9525">
            <a:solidFill>
              <a:srgbClr val="B2B2B2"/>
            </a:solidFill>
          </a:ln>
        </c:spPr>
        <c:txPr>
          <a:bodyPr/>
          <a:lstStyle/>
          <a:p>
            <a:pPr>
              <a:defRPr sz="800">
                <a:solidFill>
                  <a:srgbClr val="333333"/>
                </a:solidFill>
                <a:latin typeface="Arial"/>
              </a:defRPr>
            </a:pPr>
          </a:p>
        </c:txPr>
        <c:crossAx val="-2113994440"/>
        <c:crosses val="autoZero"/>
        <c:auto val="1"/>
        <c:lblAlgn val="ctr"/>
        <c:lblOffset val="100"/>
        <c:noMultiLvlLbl val="0"/>
      </c:catAx>
      <c:valAx>
        <c:axId val="-2113994440"/>
        <c:scaling>
          <c:min val="0.0"/>
        </c:scaling>
        <c:delete val="0"/>
        <c:axPos val="l"/>
        <c:majorTickMark val="none"/>
        <c:minorTickMark val="none"/>
        <c:tickLblPos val="nextTo"/>
        <c:spPr>
          <a:ln w="9525">
            <a:solidFill>
              <a:srgbClr val="B2B2B2"/>
            </a:solidFill>
          </a:ln>
        </c:spPr>
        <c:txPr>
          <a:bodyPr/>
          <a:lstStyle/>
          <a:p>
            <a:pPr>
              <a:defRPr sz="800">
                <a:solidFill>
                  <a:srgbClr val="333333"/>
                </a:solidFill>
                <a:latin typeface="Arial"/>
              </a:defRPr>
            </a:pPr>
          </a:p>
        </c:txPr>
        <c:crossAx val="-2068027336"/>
        <c:crosses val="autoZero"/>
      </c:valAx>
    </c:plotArea>
    <c:legend>
      <c:legendPos val="b"/>
      <c:overlay val="0"/>
      <c:txPr>
        <a:bodyPr/>
        <a:lstStyle/>
        <a:p>
          <a:pPr>
            <a:defRPr sz="700">
              <a:solidFill>
                <a:srgbClr val="000000"/>
              </a:solidFill>
              <a:latin typeface="Arial"/>
            </a:defRPr>
          </a:pPr>
        </a:p>
      </c:txPr>
    </c:legend>
    <c:dispBlanksAs val="gap"/>
  </c:chart>
  <c:txPr>
    <a:bodyPr/>
    <a:lstStyle/>
    <a:p>
      <a:pPr>
        <a:defRPr sz="800">
          <a:solidFill>
            <a:srgbClr val="333333"/>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24/11/2025</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6" Type="http://schemas.openxmlformats.org/officeDocument/2006/relationships/image" Target="../media/image2.png"/><Relationship Id="rId7"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6.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6.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6.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6.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6.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6.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6.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tags" Target="../tags/tag26.xml"/><Relationship Id="rId3" Type="http://schemas.openxmlformats.org/officeDocument/2006/relationships/slideMaster" Target="../slideMasters/slideMaster1.xml"/><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hyperlink" Target="http://kpmg.com/cn/socialmedia" TargetMode="External"/><Relationship Id="rId7" Type="http://schemas.openxmlformats.org/officeDocument/2006/relationships/image" Target="../media/image7.png"/><Relationship Id="rId8" Type="http://schemas.openxmlformats.org/officeDocument/2006/relationships/image" Target="../media/image8.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tags" Target="../tags/tag28.xml"/><Relationship Id="rId3" Type="http://schemas.openxmlformats.org/officeDocument/2006/relationships/slideMaster" Target="../slideMasters/slideMaster1.xml"/><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hyperlink" Target="http://kpmg.com/cn/socialmedia" TargetMode="External"/><Relationship Id="rId7" Type="http://schemas.openxmlformats.org/officeDocument/2006/relationships/image" Target="../media/image7.png"/><Relationship Id="rId8"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tags" Target="../tags/tag30.xml"/><Relationship Id="rId3" Type="http://schemas.openxmlformats.org/officeDocument/2006/relationships/slideMaster" Target="../slideMasters/slideMaster1.xml"/><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hyperlink" Target="http://kpmg.com/cn/socialmedia" TargetMode="External"/><Relationship Id="rId7" Type="http://schemas.openxmlformats.org/officeDocument/2006/relationships/image" Target="../media/image7.png"/><Relationship Id="rId8"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5" Type="http://schemas.openxmlformats.org/officeDocument/2006/relationships/image" Target="../media/image9.png"/><Relationship Id="rId6"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tags" Target="../tags/tag34.xml"/><Relationship Id="rId4" Type="http://schemas.openxmlformats.org/officeDocument/2006/relationships/tags" Target="../tags/tag35.xml"/><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tags" Target="../tags/tag39.xml"/><Relationship Id="rId9" Type="http://schemas.openxmlformats.org/officeDocument/2006/relationships/tags" Target="../tags/tag40.xml"/><Relationship Id="rId10" Type="http://schemas.openxmlformats.org/officeDocument/2006/relationships/tags" Target="../tags/tag41.xml"/><Relationship Id="rId11" Type="http://schemas.openxmlformats.org/officeDocument/2006/relationships/tags" Target="../tags/tag42.xml"/><Relationship Id="rId12" Type="http://schemas.openxmlformats.org/officeDocument/2006/relationships/tags" Target="../tags/tag43.xml"/><Relationship Id="rId13" Type="http://schemas.openxmlformats.org/officeDocument/2006/relationships/tags" Target="../tags/tag44.xml"/><Relationship Id="rId14" Type="http://schemas.openxmlformats.org/officeDocument/2006/relationships/slideMaster" Target="../slideMasters/slideMaster2.xml"/><Relationship Id="rId15" Type="http://schemas.openxmlformats.org/officeDocument/2006/relationships/oleObject" Target="../embeddings/oleObject21.bin"/><Relationship Id="rId16" Type="http://schemas.openxmlformats.org/officeDocument/2006/relationships/image" Target="../media/image1.emf"/><Relationship Id="rId18" Type="http://schemas.openxmlformats.org/officeDocument/2006/relationships/image" Target="../media/image2.png"/><Relationship Id="rId19"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tags" Target="../tags/tag46.xml"/><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tags" Target="../tags/tag53.xml"/><Relationship Id="rId10" Type="http://schemas.openxmlformats.org/officeDocument/2006/relationships/tags" Target="../tags/tag54.xml"/><Relationship Id="rId1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tags" Target="../tags/tag56.xml"/><Relationship Id="rId3" Type="http://schemas.openxmlformats.org/officeDocument/2006/relationships/tags" Target="../tags/tag57.xml"/><Relationship Id="rId4" Type="http://schemas.openxmlformats.org/officeDocument/2006/relationships/tags" Target="../tags/tag58.xml"/><Relationship Id="rId5" Type="http://schemas.openxmlformats.org/officeDocument/2006/relationships/tags" Target="../tags/tag59.xml"/><Relationship Id="rId6" Type="http://schemas.openxmlformats.org/officeDocument/2006/relationships/tags" Target="../tags/tag60.xml"/><Relationship Id="rId7" Type="http://schemas.openxmlformats.org/officeDocument/2006/relationships/tags" Target="../tags/tag61.xml"/><Relationship Id="rId8" Type="http://schemas.openxmlformats.org/officeDocument/2006/relationships/tags" Target="../tags/tag62.xml"/><Relationship Id="rId9" Type="http://schemas.openxmlformats.org/officeDocument/2006/relationships/tags" Target="../tags/tag63.xml"/><Relationship Id="rId10" Type="http://schemas.openxmlformats.org/officeDocument/2006/relationships/tags" Target="../tags/tag64.xml"/><Relationship Id="rId11" Type="http://schemas.openxmlformats.org/officeDocument/2006/relationships/slideMaster" Target="../slideMasters/slideMaster2.xml"/><Relationship Id="rId13" Type="http://schemas.openxmlformats.org/officeDocument/2006/relationships/image" Target="../media/image2.png"/><Relationship Id="rId1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tags" Target="../tags/tag66.xml"/><Relationship Id="rId3"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2.xml"/><Relationship Id="rId3" Type="http://schemas.openxmlformats.org/officeDocument/2006/relationships/hyperlink" Target="https://support.upslide.net/hc/en-us/articles/360020443419"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Master" Target="../slideMasters/slideMaster2.xml"/><Relationship Id="rId3" Type="http://schemas.openxmlformats.org/officeDocument/2006/relationships/image" Target="../media/image4.png"/><Relationship Id="rId4" Type="http://schemas.openxmlformats.org/officeDocument/2006/relationships/image" Target="../media/image5.svg"/><Relationship Id="rId6" Type="http://schemas.openxmlformats.org/officeDocument/2006/relationships/image" Target="../media/image9.png"/><Relationship Id="rId7"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bg>
      <p:bgPr>
        <a:solidFill>
          <a:srgbClr val="0C233C"/>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849A113-871F-EA11-4C83-0301FBABDB67}"/>
              </a:ext>
            </a:extLst>
          </p:cNvPr>
          <p:cNvGraphicFramePr>
            <a:graphicFrameLocks noChangeAspect="1"/>
          </p:cNvGraphicFramePr>
          <p:nvPr userDrawn="1">
            <p:custDataLst>
              <p:tags r:id="rId1"/>
            </p:custDataLst>
            <p:extLst>
              <p:ext uri="{D42A27DB-BD31-4B8C-83A1-F6EECF244321}">
                <p14:modId xmlns:p14="http://schemas.microsoft.com/office/powerpoint/2010/main" val="2917363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1849A113-871F-EA11-4C83-0301FBABD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982797" y="1342800"/>
            <a:ext cx="4933815" cy="2952000"/>
          </a:xfrm>
          <a:noFill/>
          <a:ln w="3175">
            <a:noFill/>
            <a:prstDash val="lgDash"/>
          </a:ln>
        </p:spPr>
        <p:txBody>
          <a:bodyPr vert="horz" lIns="0" tIns="0" rIns="0" bIns="0" anchor="t" anchorCtr="0">
            <a:noAutofit/>
          </a:bodyPr>
          <a:lstStyle>
            <a:lvl1pPr algn="l">
              <a:defRPr sz="6600" baseline="0">
                <a:solidFill>
                  <a:schemeClr val="bg1">
                    <a:lumMod val="100000"/>
                  </a:schemeClr>
                </a:solidFill>
              </a:defRPr>
            </a:lvl1pPr>
          </a:lstStyle>
          <a:p>
            <a:r>
              <a:rPr lang="en-GB"/>
              <a:t>Title slide text only</a:t>
            </a:r>
            <a:endParaRPr lang="en-US"/>
          </a:p>
        </p:txBody>
      </p:sp>
      <p:sp>
        <p:nvSpPr>
          <p:cNvPr id="6" name="Text Placeholder 3"/>
          <p:cNvSpPr>
            <a:spLocks noGrp="1"/>
          </p:cNvSpPr>
          <p:nvPr>
            <p:ph type="body" sz="quarter" idx="11"/>
          </p:nvPr>
        </p:nvSpPr>
        <p:spPr>
          <a:xfrm>
            <a:off x="982797" y="4857457"/>
            <a:ext cx="4933815" cy="1008000"/>
          </a:xfrm>
          <a:ln w="3175">
            <a:noFill/>
            <a:prstDash val="lgDash"/>
          </a:ln>
        </p:spPr>
        <p:txBody>
          <a:bodyPr wrap="square" anchor="b">
            <a:noAutofit/>
          </a:bodyPr>
          <a:lstStyle>
            <a:lvl1pPr>
              <a:defRPr sz="1400">
                <a:solidFill>
                  <a:schemeClr val="bg1">
                    <a:lumMod val="100000"/>
                  </a:schemeClr>
                </a:solidFill>
              </a:defRPr>
            </a:lvl1pPr>
            <a:lvl2pPr>
              <a:defRPr sz="1400">
                <a:solidFill>
                  <a:schemeClr val="bg1">
                    <a:lumMod val="100000"/>
                  </a:schemeClr>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3" name="Picture Placeholder 12">
            <a:extLst>
              <a:ext uri="{FF2B5EF4-FFF2-40B4-BE49-F238E27FC236}">
                <a16:creationId xmlns:a16="http://schemas.microsoft.com/office/drawing/2014/main" id="{6B563A05-4690-F7F9-4C6B-63DB2CDF54DE}"/>
              </a:ext>
            </a:extLst>
          </p:cNvPr>
          <p:cNvSpPr>
            <a:spLocks noGrp="1" noChangeAspect="1"/>
          </p:cNvSpPr>
          <p:nvPr>
            <p:ph type="pic" sz="quarter" idx="12" hasCustomPrompt="1"/>
          </p:nvPr>
        </p:nvSpPr>
        <p:spPr>
          <a:xfrm>
            <a:off x="6274800" y="1342800"/>
            <a:ext cx="4934538" cy="4536000"/>
          </a:xfrm>
          <a:ln w="12700" cap="flat" cmpd="sng" algn="ctr">
            <a:solidFill>
              <a:schemeClr val="bg1">
                <a:lumMod val="100000"/>
              </a:schemeClr>
            </a:solidFill>
            <a:prstDash val="sysDot"/>
            <a:round/>
            <a:headEnd type="none" w="med" len="med"/>
            <a:tailEnd type="none" w="med" len="med"/>
          </a:ln>
        </p:spPr>
        <p:txBody>
          <a:bodyPr anchor="ctr"/>
          <a:lstStyle>
            <a:lvl1pPr algn="ctr">
              <a:defRPr sz="1800">
                <a:solidFill>
                  <a:schemeClr val="bg1">
                    <a:lumMod val="100000"/>
                  </a:schemeClr>
                </a:solidFill>
              </a:defRPr>
            </a:lvl1pPr>
          </a:lstStyle>
          <a:p>
            <a:r>
              <a:rPr lang="fi-FI"/>
              <a:t>Insert cover picture here</a:t>
            </a:r>
          </a:p>
        </p:txBody>
      </p:sp>
      <p:sp>
        <p:nvSpPr>
          <p:cNvPr id="4" name="Rectangle 3">
            <a:extLst>
              <a:ext uri="{FF2B5EF4-FFF2-40B4-BE49-F238E27FC236}">
                <a16:creationId xmlns:a16="http://schemas.microsoft.com/office/drawing/2014/main" id="{22DFF89F-50B8-89E8-E467-6367AB1F46BA}"/>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5" name="Rectangle 4">
            <a:extLst>
              <a:ext uri="{FF2B5EF4-FFF2-40B4-BE49-F238E27FC236}">
                <a16:creationId xmlns:a16="http://schemas.microsoft.com/office/drawing/2014/main" id="{84E64EE0-4AB8-3166-3C78-3E11F17E81F8}"/>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9" name="Rectangle 8">
            <a:extLst>
              <a:ext uri="{FF2B5EF4-FFF2-40B4-BE49-F238E27FC236}">
                <a16:creationId xmlns:a16="http://schemas.microsoft.com/office/drawing/2014/main" id="{8F13EC82-B298-EF91-E952-08B8DC1098A2}"/>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0" name="Rectangle 9">
            <a:extLst>
              <a:ext uri="{FF2B5EF4-FFF2-40B4-BE49-F238E27FC236}">
                <a16:creationId xmlns:a16="http://schemas.microsoft.com/office/drawing/2014/main" id="{2B28D914-C1B1-1BAD-0F1D-CA7F241A5842}"/>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1" name="Rectangle 10">
            <a:extLst>
              <a:ext uri="{FF2B5EF4-FFF2-40B4-BE49-F238E27FC236}">
                <a16:creationId xmlns:a16="http://schemas.microsoft.com/office/drawing/2014/main" id="{994B7721-06E1-652D-5AA7-2FB001C5F07B}"/>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2" name="Rectangle 11">
            <a:extLst>
              <a:ext uri="{FF2B5EF4-FFF2-40B4-BE49-F238E27FC236}">
                <a16:creationId xmlns:a16="http://schemas.microsoft.com/office/drawing/2014/main" id="{35EB3FB0-118E-A1FF-60A6-B2C1735E4C1D}"/>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5" name="Rectangle 14">
            <a:extLst>
              <a:ext uri="{FF2B5EF4-FFF2-40B4-BE49-F238E27FC236}">
                <a16:creationId xmlns:a16="http://schemas.microsoft.com/office/drawing/2014/main" id="{0AB75D11-DDA9-A3B3-9C79-9F09363B3B5B}"/>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6" name="Group 15">
            <a:extLst>
              <a:ext uri="{FF2B5EF4-FFF2-40B4-BE49-F238E27FC236}">
                <a16:creationId xmlns:a16="http://schemas.microsoft.com/office/drawing/2014/main" id="{D8141B2D-5B6D-21B4-7579-0047A297AAA6}"/>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17" name="Straight Arrow Connector 16">
              <a:extLst>
                <a:ext uri="{FF2B5EF4-FFF2-40B4-BE49-F238E27FC236}">
                  <a16:creationId xmlns:a16="http://schemas.microsoft.com/office/drawing/2014/main" id="{B1F1738F-BCF2-212F-3CB9-C5BB0AE9677E}"/>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FA9EF63-9BD9-768E-569E-81E041D7CC5F}"/>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19" name="Group 18">
            <a:extLst>
              <a:ext uri="{FF2B5EF4-FFF2-40B4-BE49-F238E27FC236}">
                <a16:creationId xmlns:a16="http://schemas.microsoft.com/office/drawing/2014/main" id="{D375DF89-736A-E9DB-85F8-1F5ABC4C3606}"/>
              </a:ext>
            </a:extLst>
          </p:cNvPr>
          <p:cNvGrpSpPr>
            <a:grpSpLocks noGrp="1" noUngrp="1" noRot="1" noMove="1" noResize="1"/>
          </p:cNvGrpSpPr>
          <p:nvPr userDrawn="1"/>
        </p:nvGrpSpPr>
        <p:grpSpPr>
          <a:xfrm>
            <a:off x="0" y="7255521"/>
            <a:ext cx="12192000" cy="230049"/>
            <a:chOff x="0" y="7255521"/>
            <a:chExt cx="12192000" cy="230049"/>
          </a:xfrm>
        </p:grpSpPr>
        <p:cxnSp>
          <p:nvCxnSpPr>
            <p:cNvPr id="20" name="Straight Arrow Connector 19">
              <a:extLst>
                <a:ext uri="{FF2B5EF4-FFF2-40B4-BE49-F238E27FC236}">
                  <a16:creationId xmlns:a16="http://schemas.microsoft.com/office/drawing/2014/main" id="{80D58471-2D39-8B48-CCB3-0D477BDD3B4A}"/>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48F6389-BCCE-7DB3-9085-8C6506652B47}"/>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2" name="Group 21">
            <a:extLst>
              <a:ext uri="{FF2B5EF4-FFF2-40B4-BE49-F238E27FC236}">
                <a16:creationId xmlns:a16="http://schemas.microsoft.com/office/drawing/2014/main" id="{DDBBE341-A9F7-996C-8135-F26DB2318F40}"/>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3" name="Straight Arrow Connector 22">
              <a:extLst>
                <a:ext uri="{FF2B5EF4-FFF2-40B4-BE49-F238E27FC236}">
                  <a16:creationId xmlns:a16="http://schemas.microsoft.com/office/drawing/2014/main" id="{1E894831-7A7C-C862-2A7E-6851BF6EFFF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449BEA6-A5B9-4C28-6A20-F7D72D2F71D7}"/>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5" name="Group 24">
            <a:extLst>
              <a:ext uri="{FF2B5EF4-FFF2-40B4-BE49-F238E27FC236}">
                <a16:creationId xmlns:a16="http://schemas.microsoft.com/office/drawing/2014/main" id="{B088E054-2954-194A-BB73-60C89696E68E}"/>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26" name="Straight Arrow Connector 25">
              <a:extLst>
                <a:ext uri="{FF2B5EF4-FFF2-40B4-BE49-F238E27FC236}">
                  <a16:creationId xmlns:a16="http://schemas.microsoft.com/office/drawing/2014/main" id="{CBC2D101-F6FD-59EE-26A1-20D943A4AB3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24AF3C3C-EB46-32CF-1550-DDCE9BA9FF10}"/>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8" name="Group 27">
            <a:extLst>
              <a:ext uri="{FF2B5EF4-FFF2-40B4-BE49-F238E27FC236}">
                <a16:creationId xmlns:a16="http://schemas.microsoft.com/office/drawing/2014/main" id="{D659EFA4-AD97-ADAD-260E-A4DE10D99715}"/>
              </a:ext>
            </a:extLst>
          </p:cNvPr>
          <p:cNvGrpSpPr>
            <a:grpSpLocks noGrp="1" noUngrp="1" noRot="1" noMove="1" noResize="1"/>
          </p:cNvGrpSpPr>
          <p:nvPr userDrawn="1"/>
        </p:nvGrpSpPr>
        <p:grpSpPr>
          <a:xfrm>
            <a:off x="12750953" y="0"/>
            <a:ext cx="230051" cy="6858000"/>
            <a:chOff x="-1090386" y="0"/>
            <a:chExt cx="230051" cy="6858000"/>
          </a:xfrm>
        </p:grpSpPr>
        <p:cxnSp>
          <p:nvCxnSpPr>
            <p:cNvPr id="29" name="Straight Arrow Connector 28">
              <a:extLst>
                <a:ext uri="{FF2B5EF4-FFF2-40B4-BE49-F238E27FC236}">
                  <a16:creationId xmlns:a16="http://schemas.microsoft.com/office/drawing/2014/main" id="{BC2353BF-3C27-B34A-61A0-057102394356}"/>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7A90213-4EE7-46F8-DD9B-46C01355C085}"/>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
        <p:nvSpPr>
          <p:cNvPr id="37" name="Text Placeholder 3">
            <a:extLst>
              <a:ext uri="{FF2B5EF4-FFF2-40B4-BE49-F238E27FC236}">
                <a16:creationId xmlns:a16="http://schemas.microsoft.com/office/drawing/2014/main" id="{F7EC0937-3972-5E6D-0D75-8F64B6D8D16F}"/>
              </a:ext>
            </a:extLst>
          </p:cNvPr>
          <p:cNvSpPr>
            <a:spLocks noGrp="1"/>
          </p:cNvSpPr>
          <p:nvPr>
            <p:ph type="body" sz="quarter" idx="13" hasCustomPrompt="1"/>
          </p:nvPr>
        </p:nvSpPr>
        <p:spPr>
          <a:xfrm>
            <a:off x="982797" y="5878800"/>
            <a:ext cx="4932000" cy="360000"/>
          </a:xfrm>
          <a:ln w="3175">
            <a:noFill/>
            <a:prstDash val="lgDash"/>
          </a:ln>
        </p:spPr>
        <p:txBody>
          <a:bodyPr wrap="square" tIns="0" rIns="0" bIns="0" anchor="b">
            <a:noAutofit/>
          </a:bodyPr>
          <a:lstStyle>
            <a:lvl1pPr>
              <a:defRPr sz="1400">
                <a:solidFill>
                  <a:schemeClr val="bg1">
                    <a:lumMod val="100000"/>
                  </a:schemeClr>
                </a:solidFill>
              </a:defRPr>
            </a:lvl1pPr>
            <a:lvl2pPr>
              <a:defRPr sz="1400">
                <a:solidFill>
                  <a:schemeClr val="bg1">
                    <a:lumMod val="100000"/>
                  </a:schemeClr>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KPMG. Make the Difference.</a:t>
            </a:r>
          </a:p>
        </p:txBody>
      </p:sp>
    </p:spTree>
    <p:extLst>
      <p:ext uri="{BB962C8B-B14F-4D97-AF65-F5344CB8AC3E}">
        <p14:creationId xmlns:p14="http://schemas.microsoft.com/office/powerpoint/2010/main" val="30548923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rgbClr val="0C233C"/>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849A113-871F-EA11-4C83-0301FBABDB67}"/>
              </a:ext>
            </a:extLst>
          </p:cNvPr>
          <p:cNvGraphicFramePr>
            <a:graphicFrameLocks noChangeAspect="1"/>
          </p:cNvGraphicFramePr>
          <p:nvPr userDrawn="1">
            <p:custDataLst>
              <p:tags r:id="rId1"/>
            </p:custDataLst>
            <p:extLst>
              <p:ext uri="{D42A27DB-BD31-4B8C-83A1-F6EECF244321}">
                <p14:modId xmlns:p14="http://schemas.microsoft.com/office/powerpoint/2010/main" val="1583537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1849A113-871F-EA11-4C83-0301FBABD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1E96C774-8B31-4EC8-BF6C-ACF71C2F0C15}"/>
              </a:ext>
            </a:extLst>
          </p:cNvPr>
          <p:cNvSpPr>
            <a:spLocks noGrp="1" noRot="1" noChangeAspect="1" noMove="1" noResize="1" noEditPoints="1" noAdjustHandles="1" noChangeArrowheads="1" noChangeShapeType="1"/>
          </p:cNvSpPr>
          <p:nvPr userDrawn="1"/>
        </p:nvSpPr>
        <p:spPr>
          <a:xfrm>
            <a:off x="998476" y="1470479"/>
            <a:ext cx="6350010" cy="4410949"/>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noRot="1" noMove="1" noResize="1" noEditPoints="1" noAdjustHandles="1" noChangeArrowheads="1" noChangeShapeType="1"/>
          </p:cNvSpPr>
          <p:nvPr>
            <p:ph type="ctrTitle" hasCustomPrompt="1"/>
          </p:nvPr>
        </p:nvSpPr>
        <p:spPr>
          <a:xfrm>
            <a:off x="1274841" y="1759937"/>
            <a:ext cx="5765982" cy="2903488"/>
          </a:xfrm>
          <a:noFill/>
          <a:ln w="3175">
            <a:noFill/>
            <a:prstDash val="lgDash"/>
          </a:ln>
        </p:spPr>
        <p:txBody>
          <a:bodyPr vert="horz" lIns="0" tIns="0" rIns="0" bIns="0" anchor="t" anchorCtr="0">
            <a:noAutofit/>
          </a:bodyPr>
          <a:lstStyle>
            <a:lvl1pPr algn="l">
              <a:defRPr sz="6600" baseline="0">
                <a:solidFill>
                  <a:schemeClr val="tx1"/>
                </a:solidFill>
              </a:defRPr>
            </a:lvl1pPr>
          </a:lstStyle>
          <a:p>
            <a:r>
              <a:rPr lang="en-GB"/>
              <a:t>Section name [PROPOSAL]</a:t>
            </a:r>
            <a:endParaRPr lang="en-US"/>
          </a:p>
        </p:txBody>
      </p:sp>
      <p:pic>
        <p:nvPicPr>
          <p:cNvPr id="8" name="Graphic 7">
            <a:extLst>
              <a:ext uri="{FF2B5EF4-FFF2-40B4-BE49-F238E27FC236}">
                <a16:creationId xmlns:a16="http://schemas.microsoft.com/office/drawing/2014/main" id="{F680A8EA-2B0E-411E-90AD-02F7AF47674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 name="Rectangle 4">
            <a:extLst>
              <a:ext uri="{FF2B5EF4-FFF2-40B4-BE49-F238E27FC236}">
                <a16:creationId xmlns:a16="http://schemas.microsoft.com/office/drawing/2014/main" id="{4D7E81FF-17C1-3B61-C392-9E30DCE1F3A0}"/>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6" name="Rectangle 5">
            <a:extLst>
              <a:ext uri="{FF2B5EF4-FFF2-40B4-BE49-F238E27FC236}">
                <a16:creationId xmlns:a16="http://schemas.microsoft.com/office/drawing/2014/main" id="{5549C289-4764-0E6E-19C6-67C344DD3BFF}"/>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0" name="Rectangle 9">
            <a:extLst>
              <a:ext uri="{FF2B5EF4-FFF2-40B4-BE49-F238E27FC236}">
                <a16:creationId xmlns:a16="http://schemas.microsoft.com/office/drawing/2014/main" id="{8960A34C-3877-1560-E7E1-2CF6A3B3A34B}"/>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1" name="Rectangle 10">
            <a:extLst>
              <a:ext uri="{FF2B5EF4-FFF2-40B4-BE49-F238E27FC236}">
                <a16:creationId xmlns:a16="http://schemas.microsoft.com/office/drawing/2014/main" id="{2D41B907-A6F2-F0C0-D22F-F5EF3D4CE230}"/>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2" name="Rectangle 11">
            <a:extLst>
              <a:ext uri="{FF2B5EF4-FFF2-40B4-BE49-F238E27FC236}">
                <a16:creationId xmlns:a16="http://schemas.microsoft.com/office/drawing/2014/main" id="{C9C661C9-4A64-23F5-9EBE-887DDEED4AC3}"/>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3" name="Rectangle 12">
            <a:extLst>
              <a:ext uri="{FF2B5EF4-FFF2-40B4-BE49-F238E27FC236}">
                <a16:creationId xmlns:a16="http://schemas.microsoft.com/office/drawing/2014/main" id="{22EAF084-8541-ABF8-83A9-5BF3C666275B}"/>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4" name="Rectangle 13">
            <a:extLst>
              <a:ext uri="{FF2B5EF4-FFF2-40B4-BE49-F238E27FC236}">
                <a16:creationId xmlns:a16="http://schemas.microsoft.com/office/drawing/2014/main" id="{4D3A5594-734D-1A1B-E647-DBA3470C05A7}"/>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5" name="Group 14">
            <a:extLst>
              <a:ext uri="{FF2B5EF4-FFF2-40B4-BE49-F238E27FC236}">
                <a16:creationId xmlns:a16="http://schemas.microsoft.com/office/drawing/2014/main" id="{ACAF3A11-84CF-2F02-0232-4DEC19EE30B8}"/>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16" name="Straight Arrow Connector 15">
              <a:extLst>
                <a:ext uri="{FF2B5EF4-FFF2-40B4-BE49-F238E27FC236}">
                  <a16:creationId xmlns:a16="http://schemas.microsoft.com/office/drawing/2014/main" id="{FF4FD51B-92A4-1602-6B63-537F2E950DE5}"/>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2F08DB9-9776-AF84-E710-654906773C36}"/>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18" name="Group 17">
            <a:extLst>
              <a:ext uri="{FF2B5EF4-FFF2-40B4-BE49-F238E27FC236}">
                <a16:creationId xmlns:a16="http://schemas.microsoft.com/office/drawing/2014/main" id="{FF42FCBE-3134-5F71-C4E8-0E9E257436D1}"/>
              </a:ext>
            </a:extLst>
          </p:cNvPr>
          <p:cNvGrpSpPr>
            <a:grpSpLocks noGrp="1" noUngrp="1" noRot="1" noMove="1" noResize="1"/>
          </p:cNvGrpSpPr>
          <p:nvPr userDrawn="1"/>
        </p:nvGrpSpPr>
        <p:grpSpPr>
          <a:xfrm>
            <a:off x="0" y="7255521"/>
            <a:ext cx="12192000" cy="230049"/>
            <a:chOff x="0" y="7255521"/>
            <a:chExt cx="12192000" cy="230049"/>
          </a:xfrm>
        </p:grpSpPr>
        <p:cxnSp>
          <p:nvCxnSpPr>
            <p:cNvPr id="19" name="Straight Arrow Connector 18">
              <a:extLst>
                <a:ext uri="{FF2B5EF4-FFF2-40B4-BE49-F238E27FC236}">
                  <a16:creationId xmlns:a16="http://schemas.microsoft.com/office/drawing/2014/main" id="{FD79BB34-B4CF-8A69-8803-50214F0A12C9}"/>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00118D-43C0-3898-2DD8-4827A33059E9}"/>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1" name="Group 20">
            <a:extLst>
              <a:ext uri="{FF2B5EF4-FFF2-40B4-BE49-F238E27FC236}">
                <a16:creationId xmlns:a16="http://schemas.microsoft.com/office/drawing/2014/main" id="{32AE915C-CC3C-704A-BC0B-C64A918B3F00}"/>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2" name="Straight Arrow Connector 21">
              <a:extLst>
                <a:ext uri="{FF2B5EF4-FFF2-40B4-BE49-F238E27FC236}">
                  <a16:creationId xmlns:a16="http://schemas.microsoft.com/office/drawing/2014/main" id="{9248FB94-F315-0C70-F8C2-FC2FA3E8E316}"/>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12585DE-4C4B-E784-0F09-CDEB0933E7DD}"/>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4" name="Group 23">
            <a:extLst>
              <a:ext uri="{FF2B5EF4-FFF2-40B4-BE49-F238E27FC236}">
                <a16:creationId xmlns:a16="http://schemas.microsoft.com/office/drawing/2014/main" id="{6294A9D6-46DA-70BF-2029-6971A4995EF5}"/>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25" name="Straight Arrow Connector 24">
              <a:extLst>
                <a:ext uri="{FF2B5EF4-FFF2-40B4-BE49-F238E27FC236}">
                  <a16:creationId xmlns:a16="http://schemas.microsoft.com/office/drawing/2014/main" id="{578186AA-4BB0-F470-1C08-C62EB0F82AE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A29A6DCE-C5D3-C4BE-F575-7855F1E97D7B}"/>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7" name="Group 26">
            <a:extLst>
              <a:ext uri="{FF2B5EF4-FFF2-40B4-BE49-F238E27FC236}">
                <a16:creationId xmlns:a16="http://schemas.microsoft.com/office/drawing/2014/main" id="{7C2B4A05-47B7-9FFD-CFBB-1DB76CED8294}"/>
              </a:ext>
            </a:extLst>
          </p:cNvPr>
          <p:cNvGrpSpPr>
            <a:grpSpLocks noGrp="1" noUngrp="1" noRot="1" noMove="1" noResize="1"/>
          </p:cNvGrpSpPr>
          <p:nvPr userDrawn="1"/>
        </p:nvGrpSpPr>
        <p:grpSpPr>
          <a:xfrm>
            <a:off x="12750953" y="0"/>
            <a:ext cx="230051" cy="6858000"/>
            <a:chOff x="-1090386" y="0"/>
            <a:chExt cx="230051" cy="6858000"/>
          </a:xfrm>
        </p:grpSpPr>
        <p:cxnSp>
          <p:nvCxnSpPr>
            <p:cNvPr id="28" name="Straight Arrow Connector 27">
              <a:extLst>
                <a:ext uri="{FF2B5EF4-FFF2-40B4-BE49-F238E27FC236}">
                  <a16:creationId xmlns:a16="http://schemas.microsoft.com/office/drawing/2014/main" id="{1322143B-F51C-BF32-C6C1-91913C64ABE4}"/>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EB0E88E-6C61-36DB-1ED2-D93EC6EDB386}"/>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957284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rgbClr val="ACEAFF"/>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C76086E-E242-DEC8-59EA-6558844497A4}"/>
              </a:ext>
            </a:extLst>
          </p:cNvPr>
          <p:cNvGraphicFramePr>
            <a:graphicFrameLocks noChangeAspect="1"/>
          </p:cNvGraphicFramePr>
          <p:nvPr userDrawn="1">
            <p:custDataLst>
              <p:tags r:id="rId1"/>
            </p:custDataLst>
            <p:extLst>
              <p:ext uri="{D42A27DB-BD31-4B8C-83A1-F6EECF244321}">
                <p14:modId xmlns:p14="http://schemas.microsoft.com/office/powerpoint/2010/main" val="1949933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3" name="think-cell data - do not delete" hidden="1">
                        <a:extLst>
                          <a:ext uri="{FF2B5EF4-FFF2-40B4-BE49-F238E27FC236}">
                            <a16:creationId xmlns:a16="http://schemas.microsoft.com/office/drawing/2014/main" id="{3C76086E-E242-DEC8-59EA-6558844497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ce réservé du numéro de diapositive 1"/>
          <p:cNvSpPr>
            <a:spLocks noGrp="1" noRot="1" noMove="1" noResize="1" noEditPoints="1" noAdjustHandles="1" noChangeArrowheads="1" noChangeShapeType="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3" name="Isosceles Triangle 2">
            <a:extLst>
              <a:ext uri="{FF2B5EF4-FFF2-40B4-BE49-F238E27FC236}">
                <a16:creationId xmlns:a16="http://schemas.microsoft.com/office/drawing/2014/main" id="{FBF06BAA-B34F-A402-A5E3-D365A4C3C4D9}"/>
              </a:ext>
            </a:extLst>
          </p:cNvPr>
          <p:cNvSpPr>
            <a:spLocks noGrp="1" noRot="1" noMove="1" noResize="1" noEditPoints="1" noAdjustHandles="1" noChangeArrowheads="1" noChangeShapeType="1"/>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a:spLocks noGrp="1" noRot="1" noMove="1" noResize="1" noEditPoints="1" noAdjustHandles="1" noChangeArrowheads="1" noChangeShapeType="1"/>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a:spLocks noGrp="1" noRot="1" noMove="1" noResize="1" noEditPoints="1" noAdjustHandles="1" noChangeArrowheads="1" noChangeShapeType="1"/>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a:spLocks noGrp="1" noRot="1" noMove="1" noResize="1" noEditPoints="1" noAdjustHandles="1" noChangeArrowheads="1" noChangeShapeType="1"/>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extLst>
              <a:ext uri="{FF2B5EF4-FFF2-40B4-BE49-F238E27FC236}">
                <a16:creationId xmlns:a16="http://schemas.microsoft.com/office/drawing/2014/main" id="{94C79EC3-C681-2E4F-2E2C-BF9E374E994E}"/>
              </a:ext>
            </a:extLst>
          </p:cNvPr>
          <p:cNvPicPr>
            <a:picLocks noGrp="1" noRot="1" noChangeAspect="1" noMove="1" noResize="1" noEditPoints="1" noAdjustHandles="1" noChangeArrowheads="1" noChangeShapeType="1" noCrop="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9" name="Title 1">
            <a:extLst>
              <a:ext uri="{FF2B5EF4-FFF2-40B4-BE49-F238E27FC236}">
                <a16:creationId xmlns:a16="http://schemas.microsoft.com/office/drawing/2014/main" id="{A2611908-C7EC-1FF3-8360-F16C9FDB01D1}"/>
              </a:ext>
            </a:extLst>
          </p:cNvPr>
          <p:cNvSpPr>
            <a:spLocks noGrp="1" noRot="1" noMove="1" noResize="1" noEditPoints="1" noAdjustHandles="1" noChangeArrowheads="1" noChangeShapeType="1"/>
          </p:cNvSpPr>
          <p:nvPr>
            <p:ph type="ctrTitle" hasCustomPrompt="1"/>
          </p:nvPr>
        </p:nvSpPr>
        <p:spPr>
          <a:xfrm>
            <a:off x="1274841" y="1759937"/>
            <a:ext cx="5765982" cy="2903488"/>
          </a:xfrm>
          <a:noFill/>
          <a:ln w="3175">
            <a:noFill/>
            <a:prstDash val="lgDash"/>
          </a:ln>
        </p:spPr>
        <p:txBody>
          <a:bodyPr vert="horz" lIns="0" tIns="0" rIns="0" bIns="0" anchor="t" anchorCtr="0">
            <a:noAutofit/>
          </a:bodyPr>
          <a:lstStyle>
            <a:lvl1pPr algn="l">
              <a:defRPr sz="6600" baseline="0">
                <a:solidFill>
                  <a:schemeClr val="tx1"/>
                </a:solidFill>
              </a:defRPr>
            </a:lvl1pPr>
          </a:lstStyle>
          <a:p>
            <a:r>
              <a:rPr lang="en-GB"/>
              <a:t>Subsection name [PROPOSAL]</a:t>
            </a:r>
            <a:endParaRPr lang="en-US"/>
          </a:p>
        </p:txBody>
      </p:sp>
      <p:sp>
        <p:nvSpPr>
          <p:cNvPr id="12" name="Rectangle 11">
            <a:extLst>
              <a:ext uri="{FF2B5EF4-FFF2-40B4-BE49-F238E27FC236}">
                <a16:creationId xmlns:a16="http://schemas.microsoft.com/office/drawing/2014/main" id="{36F5AC82-A7FF-F4DA-B798-3CAAE86C76A1}"/>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4" name="Rectangle 13">
            <a:extLst>
              <a:ext uri="{FF2B5EF4-FFF2-40B4-BE49-F238E27FC236}">
                <a16:creationId xmlns:a16="http://schemas.microsoft.com/office/drawing/2014/main" id="{D5FED2F1-4004-3DCE-2463-46380FC4A0EB}"/>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5" name="Rectangle 14">
            <a:extLst>
              <a:ext uri="{FF2B5EF4-FFF2-40B4-BE49-F238E27FC236}">
                <a16:creationId xmlns:a16="http://schemas.microsoft.com/office/drawing/2014/main" id="{986B400F-4AC3-9122-7BF1-A78CAECF107D}"/>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6" name="Rectangle 15">
            <a:extLst>
              <a:ext uri="{FF2B5EF4-FFF2-40B4-BE49-F238E27FC236}">
                <a16:creationId xmlns:a16="http://schemas.microsoft.com/office/drawing/2014/main" id="{47E52217-BFD8-75D3-35CD-6C590F8362E2}"/>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7" name="Rectangle 16">
            <a:extLst>
              <a:ext uri="{FF2B5EF4-FFF2-40B4-BE49-F238E27FC236}">
                <a16:creationId xmlns:a16="http://schemas.microsoft.com/office/drawing/2014/main" id="{592557C6-90FC-6DFB-6476-9CF8F10D370D}"/>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E98B247B-3570-4A5B-32C2-D3D6B05FB576}"/>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9" name="Rectangle 18">
            <a:extLst>
              <a:ext uri="{FF2B5EF4-FFF2-40B4-BE49-F238E27FC236}">
                <a16:creationId xmlns:a16="http://schemas.microsoft.com/office/drawing/2014/main" id="{A4AE57D1-BFE0-3D89-93D9-FD980624E382}"/>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0" name="Group 19">
            <a:extLst>
              <a:ext uri="{FF2B5EF4-FFF2-40B4-BE49-F238E27FC236}">
                <a16:creationId xmlns:a16="http://schemas.microsoft.com/office/drawing/2014/main" id="{E625F14B-CE93-CDEB-75D0-6DBFBDE11672}"/>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21" name="Straight Arrow Connector 20">
              <a:extLst>
                <a:ext uri="{FF2B5EF4-FFF2-40B4-BE49-F238E27FC236}">
                  <a16:creationId xmlns:a16="http://schemas.microsoft.com/office/drawing/2014/main" id="{F2FC0CD3-3E88-1E6E-2F78-566E06F43839}"/>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3E72F30-8E06-E052-F91D-9110FBD1725E}"/>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3" name="Group 22">
            <a:extLst>
              <a:ext uri="{FF2B5EF4-FFF2-40B4-BE49-F238E27FC236}">
                <a16:creationId xmlns:a16="http://schemas.microsoft.com/office/drawing/2014/main" id="{1B5C950C-CC06-2B49-A04C-1CB603795104}"/>
              </a:ext>
            </a:extLst>
          </p:cNvPr>
          <p:cNvGrpSpPr>
            <a:grpSpLocks noGrp="1" noUngrp="1" noRot="1" noMove="1" noResize="1"/>
          </p:cNvGrpSpPr>
          <p:nvPr userDrawn="1"/>
        </p:nvGrpSpPr>
        <p:grpSpPr>
          <a:xfrm>
            <a:off x="0" y="7255521"/>
            <a:ext cx="12192000" cy="230049"/>
            <a:chOff x="0" y="7255521"/>
            <a:chExt cx="12192000" cy="230049"/>
          </a:xfrm>
        </p:grpSpPr>
        <p:cxnSp>
          <p:nvCxnSpPr>
            <p:cNvPr id="24" name="Straight Arrow Connector 23">
              <a:extLst>
                <a:ext uri="{FF2B5EF4-FFF2-40B4-BE49-F238E27FC236}">
                  <a16:creationId xmlns:a16="http://schemas.microsoft.com/office/drawing/2014/main" id="{1AC253DD-7CDA-2274-F418-53C7B6AD5E07}"/>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086E680-8881-2C14-3361-ACEF5E829BB0}"/>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6" name="Group 25">
            <a:extLst>
              <a:ext uri="{FF2B5EF4-FFF2-40B4-BE49-F238E27FC236}">
                <a16:creationId xmlns:a16="http://schemas.microsoft.com/office/drawing/2014/main" id="{87245B75-F139-7865-2E19-4F1BA650FD9E}"/>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7" name="Straight Arrow Connector 26">
              <a:extLst>
                <a:ext uri="{FF2B5EF4-FFF2-40B4-BE49-F238E27FC236}">
                  <a16:creationId xmlns:a16="http://schemas.microsoft.com/office/drawing/2014/main" id="{462DBBAB-47A7-AA1C-C286-D85C1CE81EE2}"/>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E78664A-81A1-4419-F72E-DF58A45F5D76}"/>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9" name="Group 28">
            <a:extLst>
              <a:ext uri="{FF2B5EF4-FFF2-40B4-BE49-F238E27FC236}">
                <a16:creationId xmlns:a16="http://schemas.microsoft.com/office/drawing/2014/main" id="{07175FEF-6F56-ADA2-C073-B51432060DD8}"/>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30" name="Straight Arrow Connector 29">
              <a:extLst>
                <a:ext uri="{FF2B5EF4-FFF2-40B4-BE49-F238E27FC236}">
                  <a16:creationId xmlns:a16="http://schemas.microsoft.com/office/drawing/2014/main" id="{B51680D2-B186-D586-A8E1-EF5D525F1C4B}"/>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B6B5516-7E99-62B3-7D0D-938D7953913E}"/>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2" name="Group 31">
            <a:extLst>
              <a:ext uri="{FF2B5EF4-FFF2-40B4-BE49-F238E27FC236}">
                <a16:creationId xmlns:a16="http://schemas.microsoft.com/office/drawing/2014/main" id="{72FDD995-2F0E-D4B9-83E3-C91D5D0330AC}"/>
              </a:ext>
            </a:extLst>
          </p:cNvPr>
          <p:cNvGrpSpPr>
            <a:grpSpLocks noGrp="1" noUngrp="1" noRot="1" noMove="1" noResize="1"/>
          </p:cNvGrpSpPr>
          <p:nvPr userDrawn="1"/>
        </p:nvGrpSpPr>
        <p:grpSpPr>
          <a:xfrm>
            <a:off x="12750953" y="0"/>
            <a:ext cx="230051" cy="6858000"/>
            <a:chOff x="-1090386" y="0"/>
            <a:chExt cx="230051" cy="6858000"/>
          </a:xfrm>
        </p:grpSpPr>
        <p:cxnSp>
          <p:nvCxnSpPr>
            <p:cNvPr id="33" name="Straight Arrow Connector 32">
              <a:extLst>
                <a:ext uri="{FF2B5EF4-FFF2-40B4-BE49-F238E27FC236}">
                  <a16:creationId xmlns:a16="http://schemas.microsoft.com/office/drawing/2014/main" id="{6FE96A74-0DE0-A378-1C2C-CEAB3FE0FB62}"/>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2D1C40B-63A0-4757-539F-0D82BB5CEE8F}"/>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2415913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_Blan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5E0739-3792-1DDE-9650-7D9335B5AB2C}"/>
              </a:ext>
            </a:extLst>
          </p:cNvPr>
          <p:cNvGraphicFramePr>
            <a:graphicFrameLocks noChangeAspect="1"/>
          </p:cNvGraphicFramePr>
          <p:nvPr userDrawn="1">
            <p:custDataLst>
              <p:tags r:id="rId1"/>
            </p:custDataLst>
            <p:extLst>
              <p:ext uri="{D42A27DB-BD31-4B8C-83A1-F6EECF244321}">
                <p14:modId xmlns:p14="http://schemas.microsoft.com/office/powerpoint/2010/main" val="659659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465E0739-3792-1DDE-9650-7D9335B5AB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33821-7F6E-47FF-89CD-D057DAFB6B1F}"/>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Tree>
    <p:extLst>
      <p:ext uri="{BB962C8B-B14F-4D97-AF65-F5344CB8AC3E}">
        <p14:creationId xmlns:p14="http://schemas.microsoft.com/office/powerpoint/2010/main" val="2581262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_straplin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EC41D6E-C551-24C3-8EFA-255AF4D93991}"/>
              </a:ext>
            </a:extLst>
          </p:cNvPr>
          <p:cNvGraphicFramePr>
            <a:graphicFrameLocks noChangeAspect="1"/>
          </p:cNvGraphicFramePr>
          <p:nvPr userDrawn="1">
            <p:custDataLst>
              <p:tags r:id="rId1"/>
            </p:custDataLst>
            <p:extLst>
              <p:ext uri="{D42A27DB-BD31-4B8C-83A1-F6EECF244321}">
                <p14:modId xmlns:p14="http://schemas.microsoft.com/office/powerpoint/2010/main" val="3237627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2EC41D6E-C551-24C3-8EFA-255AF4D939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33821-7F6E-47FF-89CD-D057DAFB6B1F}"/>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6" name="Text Placeholder 4">
            <a:extLst>
              <a:ext uri="{FF2B5EF4-FFF2-40B4-BE49-F238E27FC236}">
                <a16:creationId xmlns:a16="http://schemas.microsoft.com/office/drawing/2014/main" id="{CE23740F-F68F-4C07-EB5E-876AEB9D046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8" name="Text Placeholder 7">
            <a:extLst>
              <a:ext uri="{FF2B5EF4-FFF2-40B4-BE49-F238E27FC236}">
                <a16:creationId xmlns:a16="http://schemas.microsoft.com/office/drawing/2014/main" id="{5BDB3A30-6611-4B91-85BF-9B7EDD9C792F}"/>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rgbClr val="00B8F5"/>
                </a:solidFill>
              </a:defRPr>
            </a:lvl1pPr>
          </a:lstStyle>
          <a:p>
            <a:pPr lvl="0"/>
            <a:r>
              <a:rPr lang="en-US"/>
              <a:t>Use this strapline to </a:t>
            </a:r>
            <a:r>
              <a:rPr lang="en-US" err="1"/>
              <a:t>summarise</a:t>
            </a:r>
            <a:r>
              <a:rPr lang="en-US"/>
              <a:t> the key message — Keep it concise and clear, preferably 1-2 sentences only.</a:t>
            </a:r>
          </a:p>
        </p:txBody>
      </p:sp>
    </p:spTree>
    <p:extLst>
      <p:ext uri="{BB962C8B-B14F-4D97-AF65-F5344CB8AC3E}">
        <p14:creationId xmlns:p14="http://schemas.microsoft.com/office/powerpoint/2010/main" val="252138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D2D8990-E025-A763-91D4-DC92D6203501}"/>
              </a:ext>
            </a:extLst>
          </p:cNvPr>
          <p:cNvGraphicFramePr>
            <a:graphicFrameLocks noChangeAspect="1"/>
          </p:cNvGraphicFramePr>
          <p:nvPr userDrawn="1">
            <p:custDataLst>
              <p:tags r:id="rId1"/>
            </p:custDataLst>
            <p:extLst>
              <p:ext uri="{D42A27DB-BD31-4B8C-83A1-F6EECF244321}">
                <p14:modId xmlns:p14="http://schemas.microsoft.com/office/powerpoint/2010/main" val="513615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think-cell data - do not delete" hidden="1">
                        <a:extLst>
                          <a:ext uri="{FF2B5EF4-FFF2-40B4-BE49-F238E27FC236}">
                            <a16:creationId xmlns:a16="http://schemas.microsoft.com/office/drawing/2014/main" id="{5D2D8990-E025-A763-91D4-DC92D62035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Text Placeholder 9">
            <a:extLst>
              <a:ext uri="{FF2B5EF4-FFF2-40B4-BE49-F238E27FC236}">
                <a16:creationId xmlns:a16="http://schemas.microsoft.com/office/drawing/2014/main" id="{BDF9075F-6391-B99D-96E0-118FFF79DC15}"/>
              </a:ext>
            </a:extLst>
          </p:cNvPr>
          <p:cNvSpPr>
            <a:spLocks noGrp="1" noRot="1" noMove="1" noResize="1" noEditPoints="1" noAdjustHandles="1" noChangeArrowheads="1" noChangeShapeType="1"/>
          </p:cNvSpPr>
          <p:nvPr>
            <p:ph type="body" sz="quarter" idx="56"/>
          </p:nvPr>
        </p:nvSpPr>
        <p:spPr>
          <a:xfrm>
            <a:off x="982800" y="1342800"/>
            <a:ext cx="10224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86154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7CBF219-6E16-A8D1-8099-6681842E2E03}"/>
              </a:ext>
            </a:extLst>
          </p:cNvPr>
          <p:cNvGraphicFramePr>
            <a:graphicFrameLocks noChangeAspect="1"/>
          </p:cNvGraphicFramePr>
          <p:nvPr userDrawn="1">
            <p:custDataLst>
              <p:tags r:id="rId1"/>
            </p:custDataLst>
            <p:extLst>
              <p:ext uri="{D42A27DB-BD31-4B8C-83A1-F6EECF244321}">
                <p14:modId xmlns:p14="http://schemas.microsoft.com/office/powerpoint/2010/main" val="707467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think-cell data - do not delete" hidden="1">
                        <a:extLst>
                          <a:ext uri="{FF2B5EF4-FFF2-40B4-BE49-F238E27FC236}">
                            <a16:creationId xmlns:a16="http://schemas.microsoft.com/office/drawing/2014/main" id="{B7CBF219-6E16-A8D1-8099-6681842E2E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F69D30F-5094-425F-A158-0850AE27D366}"/>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6" name="Text Placeholder 4">
            <a:extLst>
              <a:ext uri="{FF2B5EF4-FFF2-40B4-BE49-F238E27FC236}">
                <a16:creationId xmlns:a16="http://schemas.microsoft.com/office/drawing/2014/main" id="{97C09137-22D0-F0B2-1675-81507DE664D9}"/>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7" name="Text Placeholder 7">
            <a:extLst>
              <a:ext uri="{FF2B5EF4-FFF2-40B4-BE49-F238E27FC236}">
                <a16:creationId xmlns:a16="http://schemas.microsoft.com/office/drawing/2014/main" id="{CBB41EA9-4CED-E3EE-C966-73C5D99B2F77}"/>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2" name="Text Placeholder 9">
            <a:extLst>
              <a:ext uri="{FF2B5EF4-FFF2-40B4-BE49-F238E27FC236}">
                <a16:creationId xmlns:a16="http://schemas.microsoft.com/office/drawing/2014/main" id="{F6EB368A-6103-29CF-AE05-7FC5E8CC14B6}"/>
              </a:ext>
            </a:extLst>
          </p:cNvPr>
          <p:cNvSpPr>
            <a:spLocks noGrp="1" noRot="1" noMove="1" noResize="1" noEditPoints="1" noAdjustHandles="1" noChangeArrowheads="1" noChangeShapeType="1"/>
          </p:cNvSpPr>
          <p:nvPr>
            <p:ph type="body" sz="quarter" idx="56"/>
          </p:nvPr>
        </p:nvSpPr>
        <p:spPr>
          <a:xfrm>
            <a:off x="982800" y="1342800"/>
            <a:ext cx="4932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8" name="Text Placeholder 9">
            <a:extLst>
              <a:ext uri="{FF2B5EF4-FFF2-40B4-BE49-F238E27FC236}">
                <a16:creationId xmlns:a16="http://schemas.microsoft.com/office/drawing/2014/main" id="{49739B9D-9D52-1204-3BBA-778940070CB3}"/>
              </a:ext>
            </a:extLst>
          </p:cNvPr>
          <p:cNvSpPr>
            <a:spLocks noGrp="1" noRot="1" noMove="1" noResize="1" noEditPoints="1" noAdjustHandles="1" noChangeArrowheads="1" noChangeShapeType="1"/>
          </p:cNvSpPr>
          <p:nvPr>
            <p:ph type="body" sz="quarter" idx="57"/>
          </p:nvPr>
        </p:nvSpPr>
        <p:spPr>
          <a:xfrm>
            <a:off x="6274798" y="1342800"/>
            <a:ext cx="4932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056582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nalysis_Horizont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3FD2EF9-2480-C0D8-C624-D8B5FB527DA4}"/>
              </a:ext>
            </a:extLst>
          </p:cNvPr>
          <p:cNvGraphicFramePr>
            <a:graphicFrameLocks noChangeAspect="1"/>
          </p:cNvGraphicFramePr>
          <p:nvPr userDrawn="1">
            <p:custDataLst>
              <p:tags r:id="rId1"/>
            </p:custDataLst>
            <p:extLst>
              <p:ext uri="{D42A27DB-BD31-4B8C-83A1-F6EECF244321}">
                <p14:modId xmlns:p14="http://schemas.microsoft.com/office/powerpoint/2010/main" val="2607018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1" name="think-cell data - do not delete" hidden="1">
                        <a:extLst>
                          <a:ext uri="{FF2B5EF4-FFF2-40B4-BE49-F238E27FC236}">
                            <a16:creationId xmlns:a16="http://schemas.microsoft.com/office/drawing/2014/main" id="{F3FD2EF9-2480-C0D8-C624-D8B5FB527D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a:xfrm>
            <a:off x="982800" y="440925"/>
            <a:ext cx="10224000" cy="539750"/>
          </a:xfrm>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6925"/>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0925"/>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Content Placeholder 4">
            <a:extLst>
              <a:ext uri="{FF2B5EF4-FFF2-40B4-BE49-F238E27FC236}">
                <a16:creationId xmlns:a16="http://schemas.microsoft.com/office/drawing/2014/main" id="{C8AFD6AB-6B4D-9F46-D18D-247C30D68365}"/>
              </a:ext>
            </a:extLst>
          </p:cNvPr>
          <p:cNvSpPr>
            <a:spLocks noGrp="1" noRot="1" noMove="1" noResize="1" noEditPoints="1" noAdjustHandles="1" noChangeArrowheads="1" noChangeShapeType="1"/>
          </p:cNvSpPr>
          <p:nvPr>
            <p:ph sz="quarter" idx="54" hasCustomPrompt="1"/>
          </p:nvPr>
        </p:nvSpPr>
        <p:spPr>
          <a:xfrm>
            <a:off x="6274799" y="1342800"/>
            <a:ext cx="4932000" cy="216000"/>
          </a:xfrm>
          <a:solidFill>
            <a:srgbClr val="0C233C"/>
          </a:solidFill>
        </p:spPr>
        <p:txBody>
          <a:bodyPr lIns="36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 for Commentary box</a:t>
            </a:r>
            <a:endParaRPr lang="fi-FI"/>
          </a:p>
        </p:txBody>
      </p:sp>
      <p:sp>
        <p:nvSpPr>
          <p:cNvPr id="7" name="Content Placeholder 4">
            <a:extLst>
              <a:ext uri="{FF2B5EF4-FFF2-40B4-BE49-F238E27FC236}">
                <a16:creationId xmlns:a16="http://schemas.microsoft.com/office/drawing/2014/main" id="{A9C4C5E2-2E68-EF1A-28A7-AFEAF1D0D954}"/>
              </a:ext>
            </a:extLst>
          </p:cNvPr>
          <p:cNvSpPr>
            <a:spLocks noGrp="1" noRot="1" noMove="1" noResize="1" noEditPoints="1" noAdjustHandles="1" noChangeArrowheads="1" noChangeShapeType="1"/>
          </p:cNvSpPr>
          <p:nvPr>
            <p:ph sz="quarter" idx="55" hasCustomPrompt="1"/>
          </p:nvPr>
        </p:nvSpPr>
        <p:spPr>
          <a:xfrm>
            <a:off x="982798" y="1340925"/>
            <a:ext cx="4932000" cy="4536000"/>
          </a:xfrm>
          <a:noFill/>
          <a:ln>
            <a:noFill/>
          </a:ln>
        </p:spPr>
        <p:txBody>
          <a:bodyPr lIns="36000" tIns="36000" rIns="36000" bIns="36000" anchor="ctr"/>
          <a:lstStyle>
            <a:lvl1pPr algn="ctr">
              <a:defRPr sz="1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Chart / Table</a:t>
            </a:r>
            <a:endParaRPr lang="fi-FI"/>
          </a:p>
        </p:txBody>
      </p:sp>
      <p:sp>
        <p:nvSpPr>
          <p:cNvPr id="10" name="Text Placeholder 9">
            <a:extLst>
              <a:ext uri="{FF2B5EF4-FFF2-40B4-BE49-F238E27FC236}">
                <a16:creationId xmlns:a16="http://schemas.microsoft.com/office/drawing/2014/main" id="{80B2A4BA-F8C9-1F86-E7B0-336C9DF39434}"/>
              </a:ext>
            </a:extLst>
          </p:cNvPr>
          <p:cNvSpPr>
            <a:spLocks noGrp="1" noRot="1" noMove="1" noResize="1" noEditPoints="1" noAdjustHandles="1" noChangeArrowheads="1" noChangeShapeType="1"/>
          </p:cNvSpPr>
          <p:nvPr>
            <p:ph type="body" sz="quarter" idx="56"/>
          </p:nvPr>
        </p:nvSpPr>
        <p:spPr>
          <a:xfrm>
            <a:off x="6274800" y="1558800"/>
            <a:ext cx="4932000" cy="432136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1"/>
            <a:r>
              <a:rPr lang="fi-FI"/>
              <a:t>Note: If additional space is required, please reduce Top margin to 0cm</a:t>
            </a:r>
            <a:endParaRPr lang="en-US"/>
          </a:p>
        </p:txBody>
      </p:sp>
    </p:spTree>
    <p:extLst>
      <p:ext uri="{BB962C8B-B14F-4D97-AF65-F5344CB8AC3E}">
        <p14:creationId xmlns:p14="http://schemas.microsoft.com/office/powerpoint/2010/main" val="2325614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nalysis_Vertic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3FD2EF9-2480-C0D8-C624-D8B5FB527DA4}"/>
              </a:ext>
            </a:extLst>
          </p:cNvPr>
          <p:cNvGraphicFramePr>
            <a:graphicFrameLocks noChangeAspect="1"/>
          </p:cNvGraphicFramePr>
          <p:nvPr userDrawn="1">
            <p:custDataLst>
              <p:tags r:id="rId1"/>
            </p:custDataLst>
            <p:extLst>
              <p:ext uri="{D42A27DB-BD31-4B8C-83A1-F6EECF244321}">
                <p14:modId xmlns:p14="http://schemas.microsoft.com/office/powerpoint/2010/main" val="2993873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1" name="think-cell data - do not delete" hidden="1">
                        <a:extLst>
                          <a:ext uri="{FF2B5EF4-FFF2-40B4-BE49-F238E27FC236}">
                            <a16:creationId xmlns:a16="http://schemas.microsoft.com/office/drawing/2014/main" id="{F3FD2EF9-2480-C0D8-C624-D8B5FB527D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a:xfrm>
            <a:off x="982800" y="440925"/>
            <a:ext cx="10224000" cy="539750"/>
          </a:xfrm>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6925"/>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0925"/>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Content Placeholder 4">
            <a:extLst>
              <a:ext uri="{FF2B5EF4-FFF2-40B4-BE49-F238E27FC236}">
                <a16:creationId xmlns:a16="http://schemas.microsoft.com/office/drawing/2014/main" id="{C8AFD6AB-6B4D-9F46-D18D-247C30D68365}"/>
              </a:ext>
            </a:extLst>
          </p:cNvPr>
          <p:cNvSpPr>
            <a:spLocks noGrp="1" noRot="1" noMove="1" noResize="1" noEditPoints="1" noAdjustHandles="1" noChangeArrowheads="1" noChangeShapeType="1"/>
          </p:cNvSpPr>
          <p:nvPr>
            <p:ph sz="quarter" idx="54" hasCustomPrompt="1"/>
          </p:nvPr>
        </p:nvSpPr>
        <p:spPr>
          <a:xfrm>
            <a:off x="982800" y="3646800"/>
            <a:ext cx="10224000" cy="216000"/>
          </a:xfrm>
          <a:solidFill>
            <a:srgbClr val="0C233C"/>
          </a:solidFill>
        </p:spPr>
        <p:txBody>
          <a:bodyPr lIns="36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 for Commentary box</a:t>
            </a:r>
            <a:endParaRPr lang="fi-FI"/>
          </a:p>
        </p:txBody>
      </p:sp>
      <p:sp>
        <p:nvSpPr>
          <p:cNvPr id="7" name="Content Placeholder 4">
            <a:extLst>
              <a:ext uri="{FF2B5EF4-FFF2-40B4-BE49-F238E27FC236}">
                <a16:creationId xmlns:a16="http://schemas.microsoft.com/office/drawing/2014/main" id="{A9C4C5E2-2E68-EF1A-28A7-AFEAF1D0D954}"/>
              </a:ext>
            </a:extLst>
          </p:cNvPr>
          <p:cNvSpPr>
            <a:spLocks noGrp="1" noRot="1" noMove="1" noResize="1" noEditPoints="1" noAdjustHandles="1" noChangeArrowheads="1" noChangeShapeType="1"/>
          </p:cNvSpPr>
          <p:nvPr>
            <p:ph sz="quarter" idx="55" hasCustomPrompt="1"/>
          </p:nvPr>
        </p:nvSpPr>
        <p:spPr>
          <a:xfrm>
            <a:off x="982798" y="1340925"/>
            <a:ext cx="10224000" cy="2232538"/>
          </a:xfrm>
          <a:noFill/>
          <a:ln>
            <a:noFill/>
          </a:ln>
        </p:spPr>
        <p:txBody>
          <a:bodyPr lIns="36000" tIns="36000" rIns="36000" bIns="36000" anchor="ctr"/>
          <a:lstStyle>
            <a:lvl1pPr algn="ctr">
              <a:defRPr sz="1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Chart / Table</a:t>
            </a:r>
            <a:endParaRPr lang="fi-FI"/>
          </a:p>
        </p:txBody>
      </p:sp>
      <p:sp>
        <p:nvSpPr>
          <p:cNvPr id="3" name="Text Placeholder 9">
            <a:extLst>
              <a:ext uri="{FF2B5EF4-FFF2-40B4-BE49-F238E27FC236}">
                <a16:creationId xmlns:a16="http://schemas.microsoft.com/office/drawing/2014/main" id="{44DCFDF5-C4F4-8CA4-4509-48E98EA0FB0F}"/>
              </a:ext>
            </a:extLst>
          </p:cNvPr>
          <p:cNvSpPr>
            <a:spLocks noGrp="1" noRot="1" noMove="1" noResize="1" noEditPoints="1" noAdjustHandles="1" noChangeArrowheads="1" noChangeShapeType="1"/>
          </p:cNvSpPr>
          <p:nvPr>
            <p:ph type="body" sz="quarter" idx="56"/>
          </p:nvPr>
        </p:nvSpPr>
        <p:spPr>
          <a:xfrm>
            <a:off x="982799" y="3862799"/>
            <a:ext cx="10224000" cy="201412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12745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Financials_6 blocks">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8AAB42ED-8B53-1FA8-9804-6C4984B69C61}"/>
              </a:ext>
            </a:extLst>
          </p:cNvPr>
          <p:cNvGraphicFramePr>
            <a:graphicFrameLocks noChangeAspect="1"/>
          </p:cNvGraphicFramePr>
          <p:nvPr userDrawn="1">
            <p:custDataLst>
              <p:tags r:id="rId1"/>
            </p:custDataLst>
            <p:extLst>
              <p:ext uri="{D42A27DB-BD31-4B8C-83A1-F6EECF244321}">
                <p14:modId xmlns:p14="http://schemas.microsoft.com/office/powerpoint/2010/main" val="25692981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6" name="think-cell data - do not delete" hidden="1">
                        <a:extLst>
                          <a:ext uri="{FF2B5EF4-FFF2-40B4-BE49-F238E27FC236}">
                            <a16:creationId xmlns:a16="http://schemas.microsoft.com/office/drawing/2014/main" id="{8AAB42ED-8B53-1FA8-9804-6C4984B69C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BF0D4475-E7FB-4B85-98BC-6710A3F070C9}"/>
              </a:ext>
            </a:extLst>
          </p:cNvPr>
          <p:cNvSpPr>
            <a:spLocks noGrp="1" noRot="1" noMove="1" noResize="1" noEditPoints="1" noAdjustHandles="1" noChangeArrowheads="1" noChangeShapeType="1"/>
          </p:cNvSpPr>
          <p:nvPr userDrawn="1"/>
        </p:nvSpPr>
        <p:spPr>
          <a:xfrm>
            <a:off x="982799"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 name="Title 1">
            <a:extLst>
              <a:ext uri="{FF2B5EF4-FFF2-40B4-BE49-F238E27FC236}">
                <a16:creationId xmlns:a16="http://schemas.microsoft.com/office/drawing/2014/main" id="{BAFA1982-F1A4-4F5C-8E90-123744B31229}"/>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10" name="Text Placeholder 9">
            <a:extLst>
              <a:ext uri="{FF2B5EF4-FFF2-40B4-BE49-F238E27FC236}">
                <a16:creationId xmlns:a16="http://schemas.microsoft.com/office/drawing/2014/main" id="{9BD4A4D5-D742-4354-912B-FA7506C97D7D}"/>
              </a:ext>
            </a:extLst>
          </p:cNvPr>
          <p:cNvSpPr>
            <a:spLocks noGrp="1" noRot="1" noMove="1" noResize="1" noEditPoints="1" noAdjustHandles="1" noChangeArrowheads="1" noChangeShapeType="1"/>
          </p:cNvSpPr>
          <p:nvPr>
            <p:ph type="body" sz="quarter" idx="10" hasCustomPrompt="1"/>
          </p:nvPr>
        </p:nvSpPr>
        <p:spPr>
          <a:xfrm>
            <a:off x="982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7" name="Rectangle 16">
            <a:extLst>
              <a:ext uri="{FF2B5EF4-FFF2-40B4-BE49-F238E27FC236}">
                <a16:creationId xmlns:a16="http://schemas.microsoft.com/office/drawing/2014/main" id="{245F3841-8EC7-A2AC-E145-1E5EB1FB88F6}"/>
              </a:ext>
            </a:extLst>
          </p:cNvPr>
          <p:cNvSpPr>
            <a:spLocks noGrp="1" noRot="1" noMove="1" noResize="1" noEditPoints="1" noAdjustHandles="1" noChangeArrowheads="1" noChangeShapeType="1"/>
          </p:cNvSpPr>
          <p:nvPr userDrawn="1"/>
        </p:nvSpPr>
        <p:spPr>
          <a:xfrm>
            <a:off x="982799"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8" name="Text Placeholder 9">
            <a:extLst>
              <a:ext uri="{FF2B5EF4-FFF2-40B4-BE49-F238E27FC236}">
                <a16:creationId xmlns:a16="http://schemas.microsoft.com/office/drawing/2014/main" id="{49FE35D2-C163-4F88-2F71-D03F79521303}"/>
              </a:ext>
            </a:extLst>
          </p:cNvPr>
          <p:cNvSpPr>
            <a:spLocks noGrp="1" noRot="1" noMove="1" noResize="1" noEditPoints="1" noAdjustHandles="1" noChangeArrowheads="1" noChangeShapeType="1"/>
          </p:cNvSpPr>
          <p:nvPr>
            <p:ph type="body" sz="quarter" idx="11" hasCustomPrompt="1"/>
          </p:nvPr>
        </p:nvSpPr>
        <p:spPr>
          <a:xfrm>
            <a:off x="982799"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9" name="Rectangle 18">
            <a:extLst>
              <a:ext uri="{FF2B5EF4-FFF2-40B4-BE49-F238E27FC236}">
                <a16:creationId xmlns:a16="http://schemas.microsoft.com/office/drawing/2014/main" id="{495A9BEF-7F53-5B3F-56B2-2D515F55C7ED}"/>
              </a:ext>
            </a:extLst>
          </p:cNvPr>
          <p:cNvSpPr>
            <a:spLocks noGrp="1" noRot="1" noMove="1" noResize="1" noEditPoints="1" noAdjustHandles="1" noChangeArrowheads="1" noChangeShapeType="1"/>
          </p:cNvSpPr>
          <p:nvPr userDrawn="1"/>
        </p:nvSpPr>
        <p:spPr>
          <a:xfrm>
            <a:off x="4421629" y="1341438"/>
            <a:ext cx="3348745"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0" name="Text Placeholder 9">
            <a:extLst>
              <a:ext uri="{FF2B5EF4-FFF2-40B4-BE49-F238E27FC236}">
                <a16:creationId xmlns:a16="http://schemas.microsoft.com/office/drawing/2014/main" id="{71C4936A-7CA7-7F0A-4734-5D6FCC36BC88}"/>
              </a:ext>
            </a:extLst>
          </p:cNvPr>
          <p:cNvSpPr>
            <a:spLocks noGrp="1" noRot="1" noMove="1" noResize="1" noEditPoints="1" noAdjustHandles="1" noChangeArrowheads="1" noChangeShapeType="1"/>
          </p:cNvSpPr>
          <p:nvPr>
            <p:ph type="body" sz="quarter" idx="12" hasCustomPrompt="1"/>
          </p:nvPr>
        </p:nvSpPr>
        <p:spPr>
          <a:xfrm>
            <a:off x="4420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1" name="Rectangle 20">
            <a:extLst>
              <a:ext uri="{FF2B5EF4-FFF2-40B4-BE49-F238E27FC236}">
                <a16:creationId xmlns:a16="http://schemas.microsoft.com/office/drawing/2014/main" id="{B62798D6-4D7A-436C-929A-6FDC9FE86E74}"/>
              </a:ext>
            </a:extLst>
          </p:cNvPr>
          <p:cNvSpPr>
            <a:spLocks noGrp="1" noRot="1" noMove="1" noResize="1" noEditPoints="1" noAdjustHandles="1" noChangeArrowheads="1" noChangeShapeType="1"/>
          </p:cNvSpPr>
          <p:nvPr userDrawn="1"/>
        </p:nvSpPr>
        <p:spPr>
          <a:xfrm>
            <a:off x="4422001"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2" name="Text Placeholder 9">
            <a:extLst>
              <a:ext uri="{FF2B5EF4-FFF2-40B4-BE49-F238E27FC236}">
                <a16:creationId xmlns:a16="http://schemas.microsoft.com/office/drawing/2014/main" id="{B4B72759-1AC0-9CBA-8A27-4051D1593ED6}"/>
              </a:ext>
            </a:extLst>
          </p:cNvPr>
          <p:cNvSpPr>
            <a:spLocks noGrp="1" noRot="1" noMove="1" noResize="1" noEditPoints="1" noAdjustHandles="1" noChangeArrowheads="1" noChangeShapeType="1"/>
          </p:cNvSpPr>
          <p:nvPr>
            <p:ph type="body" sz="quarter" idx="13" hasCustomPrompt="1"/>
          </p:nvPr>
        </p:nvSpPr>
        <p:spPr>
          <a:xfrm>
            <a:off x="4422001"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3" name="Rectangle 22">
            <a:extLst>
              <a:ext uri="{FF2B5EF4-FFF2-40B4-BE49-F238E27FC236}">
                <a16:creationId xmlns:a16="http://schemas.microsoft.com/office/drawing/2014/main" id="{3E613037-AFA6-99BA-DBD4-3EC0C99CBF92}"/>
              </a:ext>
            </a:extLst>
          </p:cNvPr>
          <p:cNvSpPr>
            <a:spLocks noGrp="1" noRot="1" noMove="1" noResize="1" noEditPoints="1" noAdjustHandles="1" noChangeArrowheads="1" noChangeShapeType="1"/>
          </p:cNvSpPr>
          <p:nvPr userDrawn="1"/>
        </p:nvSpPr>
        <p:spPr>
          <a:xfrm>
            <a:off x="7858800"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4" name="Text Placeholder 9">
            <a:extLst>
              <a:ext uri="{FF2B5EF4-FFF2-40B4-BE49-F238E27FC236}">
                <a16:creationId xmlns:a16="http://schemas.microsoft.com/office/drawing/2014/main" id="{BF43D964-17C2-D4C5-F666-90CE2D608A18}"/>
              </a:ext>
            </a:extLst>
          </p:cNvPr>
          <p:cNvSpPr>
            <a:spLocks noGrp="1" noRot="1" noMove="1" noResize="1" noEditPoints="1" noAdjustHandles="1" noChangeArrowheads="1" noChangeShapeType="1"/>
          </p:cNvSpPr>
          <p:nvPr>
            <p:ph type="body" sz="quarter" idx="14" hasCustomPrompt="1"/>
          </p:nvPr>
        </p:nvSpPr>
        <p:spPr>
          <a:xfrm>
            <a:off x="7858798"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5" name="Rectangle 24">
            <a:extLst>
              <a:ext uri="{FF2B5EF4-FFF2-40B4-BE49-F238E27FC236}">
                <a16:creationId xmlns:a16="http://schemas.microsoft.com/office/drawing/2014/main" id="{C229C921-C477-F0FD-9C4C-EF61B3C40CB4}"/>
              </a:ext>
            </a:extLst>
          </p:cNvPr>
          <p:cNvSpPr>
            <a:spLocks noGrp="1" noRot="1" noMove="1" noResize="1" noEditPoints="1" noAdjustHandles="1" noChangeArrowheads="1" noChangeShapeType="1"/>
          </p:cNvSpPr>
          <p:nvPr userDrawn="1"/>
        </p:nvSpPr>
        <p:spPr>
          <a:xfrm>
            <a:off x="7858798"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6" name="Text Placeholder 9">
            <a:extLst>
              <a:ext uri="{FF2B5EF4-FFF2-40B4-BE49-F238E27FC236}">
                <a16:creationId xmlns:a16="http://schemas.microsoft.com/office/drawing/2014/main" id="{D94830E5-8FA3-3494-CFA7-A16C6FEC24DD}"/>
              </a:ext>
            </a:extLst>
          </p:cNvPr>
          <p:cNvSpPr>
            <a:spLocks noGrp="1" noRot="1" noMove="1" noResize="1" noEditPoints="1" noAdjustHandles="1" noChangeArrowheads="1" noChangeShapeType="1"/>
          </p:cNvSpPr>
          <p:nvPr>
            <p:ph type="body" sz="quarter" idx="15" hasCustomPrompt="1"/>
          </p:nvPr>
        </p:nvSpPr>
        <p:spPr>
          <a:xfrm>
            <a:off x="7858798"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9" name="Text Placeholder 4">
            <a:extLst>
              <a:ext uri="{FF2B5EF4-FFF2-40B4-BE49-F238E27FC236}">
                <a16:creationId xmlns:a16="http://schemas.microsoft.com/office/drawing/2014/main" id="{FC31B3C1-D254-E212-9A03-BD9E8F073350}"/>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0" name="Text Placeholder 7">
            <a:extLst>
              <a:ext uri="{FF2B5EF4-FFF2-40B4-BE49-F238E27FC236}">
                <a16:creationId xmlns:a16="http://schemas.microsoft.com/office/drawing/2014/main" id="{C4898BAA-C141-C136-301C-1A05C5B89851}"/>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Tree>
    <p:extLst>
      <p:ext uri="{BB962C8B-B14F-4D97-AF65-F5344CB8AC3E}">
        <p14:creationId xmlns:p14="http://schemas.microsoft.com/office/powerpoint/2010/main" val="3859849433"/>
      </p:ext>
    </p:extLst>
  </p:cSld>
  <p:clrMapOvr>
    <a:masterClrMapping/>
  </p:clrMapOvr>
  <p:extLst>
    <p:ext uri="{DCECCB84-F9BA-43D5-87BE-67443E8EF086}">
      <p15:sldGuideLst xmlns:p15="http://schemas.microsoft.com/office/powerpoint/2012/main">
        <p15:guide id="1" pos="2729" userDrawn="1">
          <p15:clr>
            <a:srgbClr val="FBAE40"/>
          </p15:clr>
        </p15:guide>
        <p15:guide id="2" pos="2774" userDrawn="1">
          <p15:clr>
            <a:srgbClr val="FBAE40"/>
          </p15:clr>
        </p15:guide>
        <p15:guide id="3" pos="4896" userDrawn="1">
          <p15:clr>
            <a:srgbClr val="FBAE40"/>
          </p15:clr>
        </p15:guide>
        <p15:guide id="4" pos="49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Financials_5 blocks">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C733A70D-2054-F9EB-C8FC-61213FFFBFE4}"/>
              </a:ext>
            </a:extLst>
          </p:cNvPr>
          <p:cNvGraphicFramePr>
            <a:graphicFrameLocks noChangeAspect="1"/>
          </p:cNvGraphicFramePr>
          <p:nvPr userDrawn="1">
            <p:custDataLst>
              <p:tags r:id="rId1"/>
            </p:custDataLst>
            <p:extLst>
              <p:ext uri="{D42A27DB-BD31-4B8C-83A1-F6EECF244321}">
                <p14:modId xmlns:p14="http://schemas.microsoft.com/office/powerpoint/2010/main" val="2650230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2" name="think-cell data - do not delete" hidden="1">
                        <a:extLst>
                          <a:ext uri="{FF2B5EF4-FFF2-40B4-BE49-F238E27FC236}">
                            <a16:creationId xmlns:a16="http://schemas.microsoft.com/office/drawing/2014/main" id="{C733A70D-2054-F9EB-C8FC-61213FFFBF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AFA1982-F1A4-4F5C-8E90-123744B31229}"/>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a:spLocks noGrp="1" noRot="1" noMove="1" noResize="1" noEditPoints="1" noAdjustHandles="1" noChangeArrowheads="1" noChangeShapeType="1"/>
          </p:cNvSpPr>
          <p:nvPr userDrawn="1"/>
        </p:nvSpPr>
        <p:spPr>
          <a:xfrm>
            <a:off x="982800" y="3646800"/>
            <a:ext cx="506875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a:spLocks noGrp="1" noRot="1" noMove="1" noResize="1" noEditPoints="1" noAdjustHandles="1" noChangeArrowheads="1" noChangeShapeType="1"/>
          </p:cNvSpPr>
          <p:nvPr userDrawn="1"/>
        </p:nvSpPr>
        <p:spPr>
          <a:xfrm>
            <a:off x="6140449" y="3646800"/>
            <a:ext cx="50688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9" name="Text Placeholder 9">
            <a:extLst>
              <a:ext uri="{FF2B5EF4-FFF2-40B4-BE49-F238E27FC236}">
                <a16:creationId xmlns:a16="http://schemas.microsoft.com/office/drawing/2014/main" id="{750C7CC4-E046-4667-67EF-C2881D51C41B}"/>
              </a:ext>
            </a:extLst>
          </p:cNvPr>
          <p:cNvSpPr>
            <a:spLocks noGrp="1" noRot="1" noMove="1" noResize="1" noEditPoints="1" noAdjustHandles="1" noChangeArrowheads="1" noChangeShapeType="1"/>
          </p:cNvSpPr>
          <p:nvPr>
            <p:ph type="body" sz="quarter" idx="15" hasCustomPrompt="1"/>
          </p:nvPr>
        </p:nvSpPr>
        <p:spPr>
          <a:xfrm>
            <a:off x="982800" y="3646800"/>
            <a:ext cx="506875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0" name="Text Placeholder 9">
            <a:extLst>
              <a:ext uri="{FF2B5EF4-FFF2-40B4-BE49-F238E27FC236}">
                <a16:creationId xmlns:a16="http://schemas.microsoft.com/office/drawing/2014/main" id="{2064B754-C639-55EA-ABFE-5DB1C3E34742}"/>
              </a:ext>
            </a:extLst>
          </p:cNvPr>
          <p:cNvSpPr>
            <a:spLocks noGrp="1" noRot="1" noMove="1" noResize="1" noEditPoints="1" noAdjustHandles="1" noChangeArrowheads="1" noChangeShapeType="1"/>
          </p:cNvSpPr>
          <p:nvPr>
            <p:ph type="body" sz="quarter" idx="16" hasCustomPrompt="1"/>
          </p:nvPr>
        </p:nvSpPr>
        <p:spPr>
          <a:xfrm>
            <a:off x="6140449" y="3646800"/>
            <a:ext cx="50688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1" name="Text Placeholder 4">
            <a:extLst>
              <a:ext uri="{FF2B5EF4-FFF2-40B4-BE49-F238E27FC236}">
                <a16:creationId xmlns:a16="http://schemas.microsoft.com/office/drawing/2014/main" id="{E8722A8D-0736-4C81-6342-73B1BCC86E19}"/>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23" name="Text Placeholder 7">
            <a:extLst>
              <a:ext uri="{FF2B5EF4-FFF2-40B4-BE49-F238E27FC236}">
                <a16:creationId xmlns:a16="http://schemas.microsoft.com/office/drawing/2014/main" id="{E1B3FEAD-78CC-DFDD-92F1-7FE2C2635A73}"/>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5" name="Rectangle 4">
            <a:extLst>
              <a:ext uri="{FF2B5EF4-FFF2-40B4-BE49-F238E27FC236}">
                <a16:creationId xmlns:a16="http://schemas.microsoft.com/office/drawing/2014/main" id="{7D9D7A9D-2195-F487-8108-C021EFF42ED9}"/>
              </a:ext>
            </a:extLst>
          </p:cNvPr>
          <p:cNvSpPr>
            <a:spLocks noGrp="1" noRot="1" noMove="1" noResize="1" noEditPoints="1" noAdjustHandles="1" noChangeArrowheads="1" noChangeShapeType="1"/>
          </p:cNvSpPr>
          <p:nvPr userDrawn="1"/>
        </p:nvSpPr>
        <p:spPr>
          <a:xfrm>
            <a:off x="982799"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Text Placeholder 9">
            <a:extLst>
              <a:ext uri="{FF2B5EF4-FFF2-40B4-BE49-F238E27FC236}">
                <a16:creationId xmlns:a16="http://schemas.microsoft.com/office/drawing/2014/main" id="{ED8A6C5C-A85D-CE8D-70E5-8D96B7C78D1E}"/>
              </a:ext>
            </a:extLst>
          </p:cNvPr>
          <p:cNvSpPr>
            <a:spLocks noGrp="1" noRot="1" noMove="1" noResize="1" noEditPoints="1" noAdjustHandles="1" noChangeArrowheads="1" noChangeShapeType="1"/>
          </p:cNvSpPr>
          <p:nvPr>
            <p:ph type="body" sz="quarter" idx="10" hasCustomPrompt="1"/>
          </p:nvPr>
        </p:nvSpPr>
        <p:spPr>
          <a:xfrm>
            <a:off x="982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7" name="Rectangle 6">
            <a:extLst>
              <a:ext uri="{FF2B5EF4-FFF2-40B4-BE49-F238E27FC236}">
                <a16:creationId xmlns:a16="http://schemas.microsoft.com/office/drawing/2014/main" id="{FD780DEB-781A-BE97-5A20-88094265A0CB}"/>
              </a:ext>
            </a:extLst>
          </p:cNvPr>
          <p:cNvSpPr>
            <a:spLocks noGrp="1" noRot="1" noMove="1" noResize="1" noEditPoints="1" noAdjustHandles="1" noChangeArrowheads="1" noChangeShapeType="1"/>
          </p:cNvSpPr>
          <p:nvPr userDrawn="1"/>
        </p:nvSpPr>
        <p:spPr>
          <a:xfrm>
            <a:off x="4421629" y="1341438"/>
            <a:ext cx="3348745"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Text Placeholder 9">
            <a:extLst>
              <a:ext uri="{FF2B5EF4-FFF2-40B4-BE49-F238E27FC236}">
                <a16:creationId xmlns:a16="http://schemas.microsoft.com/office/drawing/2014/main" id="{2470E787-9953-8598-65B0-8B443788645F}"/>
              </a:ext>
            </a:extLst>
          </p:cNvPr>
          <p:cNvSpPr>
            <a:spLocks noGrp="1" noRot="1" noMove="1" noResize="1" noEditPoints="1" noAdjustHandles="1" noChangeArrowheads="1" noChangeShapeType="1"/>
          </p:cNvSpPr>
          <p:nvPr>
            <p:ph type="body" sz="quarter" idx="12" hasCustomPrompt="1"/>
          </p:nvPr>
        </p:nvSpPr>
        <p:spPr>
          <a:xfrm>
            <a:off x="4420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3" name="Rectangle 12">
            <a:extLst>
              <a:ext uri="{FF2B5EF4-FFF2-40B4-BE49-F238E27FC236}">
                <a16:creationId xmlns:a16="http://schemas.microsoft.com/office/drawing/2014/main" id="{9F711AD7-0A45-9DAD-5339-3050F0A8C0FB}"/>
              </a:ext>
            </a:extLst>
          </p:cNvPr>
          <p:cNvSpPr>
            <a:spLocks noGrp="1" noRot="1" noMove="1" noResize="1" noEditPoints="1" noAdjustHandles="1" noChangeArrowheads="1" noChangeShapeType="1"/>
          </p:cNvSpPr>
          <p:nvPr userDrawn="1"/>
        </p:nvSpPr>
        <p:spPr>
          <a:xfrm>
            <a:off x="7858800"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4" name="Text Placeholder 9">
            <a:extLst>
              <a:ext uri="{FF2B5EF4-FFF2-40B4-BE49-F238E27FC236}">
                <a16:creationId xmlns:a16="http://schemas.microsoft.com/office/drawing/2014/main" id="{B1994A01-1704-E4FC-FFB9-A17479BBF784}"/>
              </a:ext>
            </a:extLst>
          </p:cNvPr>
          <p:cNvSpPr>
            <a:spLocks noGrp="1" noRot="1" noMove="1" noResize="1" noEditPoints="1" noAdjustHandles="1" noChangeArrowheads="1" noChangeShapeType="1"/>
          </p:cNvSpPr>
          <p:nvPr>
            <p:ph type="body" sz="quarter" idx="14" hasCustomPrompt="1"/>
          </p:nvPr>
        </p:nvSpPr>
        <p:spPr>
          <a:xfrm>
            <a:off x="7858798"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Tree>
    <p:extLst>
      <p:ext uri="{BB962C8B-B14F-4D97-AF65-F5344CB8AC3E}">
        <p14:creationId xmlns:p14="http://schemas.microsoft.com/office/powerpoint/2010/main" val="2717160010"/>
      </p:ext>
    </p:extLst>
  </p:cSld>
  <p:clrMapOvr>
    <a:masterClrMapping/>
  </p:clrMapOvr>
  <p:extLst>
    <p:ext uri="{DCECCB84-F9BA-43D5-87BE-67443E8EF086}">
      <p15:sldGuideLst xmlns:p15="http://schemas.microsoft.com/office/powerpoint/2012/main">
        <p15:guide id="1" pos="3812" userDrawn="1">
          <p15:clr>
            <a:srgbClr val="FBAE40"/>
          </p15:clr>
        </p15:guide>
        <p15:guide id="2" pos="386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R REFERENCE_Key Findings Overview">
    <p:spTree>
      <p:nvGrpSpPr>
        <p:cNvPr id="1" name=""/>
        <p:cNvGrpSpPr/>
        <p:nvPr/>
      </p:nvGrpSpPr>
      <p:grpSpPr>
        <a:xfrm>
          <a:off x="0" y="0"/>
          <a:ext cx="0" cy="0"/>
          <a:chOff x="0" y="0"/>
          <a:chExt cx="0" cy="0"/>
        </a:xfrm>
      </p:grpSpPr>
      <p:graphicFrame>
        <p:nvGraphicFramePr>
          <p:cNvPr id="51" name="think-cell data - do not delete" hidden="1">
            <a:extLst>
              <a:ext uri="{FF2B5EF4-FFF2-40B4-BE49-F238E27FC236}">
                <a16:creationId xmlns:a16="http://schemas.microsoft.com/office/drawing/2014/main" id="{3411D427-8E07-FF1D-63DE-917C192ED633}"/>
              </a:ext>
            </a:extLst>
          </p:cNvPr>
          <p:cNvGraphicFramePr>
            <a:graphicFrameLocks noChangeAspect="1"/>
          </p:cNvGraphicFramePr>
          <p:nvPr userDrawn="1">
            <p:custDataLst>
              <p:tags r:id="rId1"/>
            </p:custDataLst>
            <p:extLst>
              <p:ext uri="{D42A27DB-BD31-4B8C-83A1-F6EECF244321}">
                <p14:modId xmlns:p14="http://schemas.microsoft.com/office/powerpoint/2010/main" val="805045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1" name="think-cell data - do not delete" hidden="1">
                        <a:extLst>
                          <a:ext uri="{FF2B5EF4-FFF2-40B4-BE49-F238E27FC236}">
                            <a16:creationId xmlns:a16="http://schemas.microsoft.com/office/drawing/2014/main" id="{3411D427-8E07-FF1D-63DE-917C192ED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D89E85F-1BC8-2991-F406-4811F1F49E75}"/>
              </a:ext>
            </a:extLst>
          </p:cNvPr>
          <p:cNvSpPr>
            <a:spLocks noGrp="1"/>
          </p:cNvSpPr>
          <p:nvPr>
            <p:ph type="title"/>
          </p:nvPr>
        </p:nvSpPr>
        <p:spPr>
          <a:xfrm>
            <a:off x="982801" y="442800"/>
            <a:ext cx="10224000" cy="539750"/>
          </a:xfrm>
        </p:spPr>
        <p:txBody>
          <a:bodyPr vert="horz" lIns="0" tIns="0" rIns="0" bIns="0" anchor="ctr"/>
          <a:lstStyle/>
          <a:p>
            <a:r>
              <a:rPr lang="en-US"/>
              <a:t>Click to edit Master title style</a:t>
            </a:r>
            <a:endParaRPr lang="fi-FI"/>
          </a:p>
        </p:txBody>
      </p:sp>
      <p:graphicFrame>
        <p:nvGraphicFramePr>
          <p:cNvPr id="8" name="Table 5">
            <a:extLst>
              <a:ext uri="{FF2B5EF4-FFF2-40B4-BE49-F238E27FC236}">
                <a16:creationId xmlns:a16="http://schemas.microsoft.com/office/drawing/2014/main" id="{67D2B96B-3F85-28A9-B3C1-E70794402796}"/>
              </a:ext>
            </a:extLst>
          </p:cNvPr>
          <p:cNvGraphicFramePr>
            <a:graphicFrameLocks noGrp="1"/>
          </p:cNvGraphicFramePr>
          <p:nvPr userDrawn="1">
            <p:extLst>
              <p:ext uri="{D42A27DB-BD31-4B8C-83A1-F6EECF244321}">
                <p14:modId xmlns:p14="http://schemas.microsoft.com/office/powerpoint/2010/main" val="585310321"/>
              </p:ext>
            </p:extLst>
          </p:nvPr>
        </p:nvGraphicFramePr>
        <p:xfrm>
          <a:off x="1010917" y="1328737"/>
          <a:ext cx="10198421" cy="4565302"/>
        </p:xfrm>
        <a:graphic>
          <a:graphicData uri="http://schemas.openxmlformats.org/drawingml/2006/table">
            <a:tbl>
              <a:tblPr firstRow="1" bandRow="1">
                <a:tableStyleId>{72833802-FEF1-4C79-8D5D-14CF1EAF98D9}</a:tableStyleId>
              </a:tblPr>
              <a:tblGrid>
                <a:gridCol w="437334">
                  <a:extLst>
                    <a:ext uri="{9D8B030D-6E8A-4147-A177-3AD203B41FA5}">
                      <a16:colId xmlns:a16="http://schemas.microsoft.com/office/drawing/2014/main" val="2327283339"/>
                    </a:ext>
                  </a:extLst>
                </a:gridCol>
                <a:gridCol w="153690">
                  <a:extLst>
                    <a:ext uri="{9D8B030D-6E8A-4147-A177-3AD203B41FA5}">
                      <a16:colId xmlns:a16="http://schemas.microsoft.com/office/drawing/2014/main" val="678578720"/>
                    </a:ext>
                  </a:extLst>
                </a:gridCol>
                <a:gridCol w="225573">
                  <a:extLst>
                    <a:ext uri="{9D8B030D-6E8A-4147-A177-3AD203B41FA5}">
                      <a16:colId xmlns:a16="http://schemas.microsoft.com/office/drawing/2014/main" val="3115575427"/>
                    </a:ext>
                  </a:extLst>
                </a:gridCol>
                <a:gridCol w="1575410">
                  <a:extLst>
                    <a:ext uri="{9D8B030D-6E8A-4147-A177-3AD203B41FA5}">
                      <a16:colId xmlns:a16="http://schemas.microsoft.com/office/drawing/2014/main" val="404920407"/>
                    </a:ext>
                  </a:extLst>
                </a:gridCol>
                <a:gridCol w="1301069">
                  <a:extLst>
                    <a:ext uri="{9D8B030D-6E8A-4147-A177-3AD203B41FA5}">
                      <a16:colId xmlns:a16="http://schemas.microsoft.com/office/drawing/2014/main" val="4178528254"/>
                    </a:ext>
                  </a:extLst>
                </a:gridCol>
                <a:gridCol w="1301069">
                  <a:extLst>
                    <a:ext uri="{9D8B030D-6E8A-4147-A177-3AD203B41FA5}">
                      <a16:colId xmlns:a16="http://schemas.microsoft.com/office/drawing/2014/main" val="2741807410"/>
                    </a:ext>
                  </a:extLst>
                </a:gridCol>
                <a:gridCol w="1301069">
                  <a:extLst>
                    <a:ext uri="{9D8B030D-6E8A-4147-A177-3AD203B41FA5}">
                      <a16:colId xmlns:a16="http://schemas.microsoft.com/office/drawing/2014/main" val="3567258771"/>
                    </a:ext>
                  </a:extLst>
                </a:gridCol>
                <a:gridCol w="1301069">
                  <a:extLst>
                    <a:ext uri="{9D8B030D-6E8A-4147-A177-3AD203B41FA5}">
                      <a16:colId xmlns:a16="http://schemas.microsoft.com/office/drawing/2014/main" val="1373353783"/>
                    </a:ext>
                  </a:extLst>
                </a:gridCol>
                <a:gridCol w="1301069">
                  <a:extLst>
                    <a:ext uri="{9D8B030D-6E8A-4147-A177-3AD203B41FA5}">
                      <a16:colId xmlns:a16="http://schemas.microsoft.com/office/drawing/2014/main" val="3918861011"/>
                    </a:ext>
                  </a:extLst>
                </a:gridCol>
                <a:gridCol w="1301069">
                  <a:extLst>
                    <a:ext uri="{9D8B030D-6E8A-4147-A177-3AD203B41FA5}">
                      <a16:colId xmlns:a16="http://schemas.microsoft.com/office/drawing/2014/main" val="5814798"/>
                    </a:ext>
                  </a:extLst>
                </a:gridCol>
              </a:tblGrid>
              <a:tr h="457315">
                <a:tc gridSpan="4">
                  <a:txBody>
                    <a:bodyPr/>
                    <a:lstStyle/>
                    <a:p>
                      <a:pPr algn="l" rtl="0">
                        <a:lnSpc>
                          <a:spcPct val="75000"/>
                        </a:lnSpc>
                      </a:pPr>
                      <a:r>
                        <a:rPr lang="en-US" sz="2000" u="none">
                          <a:solidFill>
                            <a:schemeClr val="accent3"/>
                          </a:solidFill>
                          <a:latin typeface="+mj-lt"/>
                        </a:rPr>
                        <a:t>Value lever</a:t>
                      </a:r>
                    </a:p>
                  </a:txBody>
                  <a:tcPr marL="27432" marR="27432" marT="27432" marB="27432" anchor="b">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l" rtl="0"/>
                      <a:endParaRPr lang="en-US" sz="10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l" rtl="0"/>
                      <a:r>
                        <a:rPr lang="en-US" sz="1000">
                          <a:solidFill>
                            <a:schemeClr val="tx2"/>
                          </a:solidFill>
                        </a:rPr>
                        <a:t>Value lever</a:t>
                      </a:r>
                    </a:p>
                  </a:txBody>
                  <a:tcPr marL="74295" marR="74295" marT="37148" marB="37148" anchor="b">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l" rtl="0"/>
                      <a:r>
                        <a:rPr lang="en-US" sz="1000">
                          <a:solidFill>
                            <a:schemeClr val="tx2"/>
                          </a:solidFill>
                        </a:rPr>
                        <a:t>Value lever</a:t>
                      </a:r>
                    </a:p>
                  </a:txBody>
                  <a:tcPr marL="74295" marR="74295" marT="37148" marB="37148" anchor="b">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#1</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#2</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#3</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#4</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#5</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#6</a:t>
                      </a:r>
                    </a:p>
                  </a:txBody>
                  <a:tcPr marL="27432" marR="27432" marT="27432" marB="27432" anchor="b">
                    <a:lnL w="381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237082755"/>
                  </a:ext>
                </a:extLst>
              </a:tr>
              <a:tr h="456443">
                <a:tc>
                  <a:txBody>
                    <a:bodyPr/>
                    <a:lstStyle/>
                    <a:p>
                      <a:pPr algn="ctr" rtl="0">
                        <a:lnSpc>
                          <a:spcPct val="80000"/>
                        </a:lnSpc>
                      </a:pPr>
                      <a:endParaRPr lang="en-US" sz="1600" b="1">
                        <a:solidFill>
                          <a:schemeClr val="tx2"/>
                        </a:solidFill>
                        <a:latin typeface="+mj-lt"/>
                      </a:endParaRPr>
                    </a:p>
                  </a:txBody>
                  <a:tcPr marL="27432" marR="27432" marT="27432" marB="27432"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1</a:t>
                      </a:r>
                    </a:p>
                  </a:txBody>
                  <a:tcPr marL="27432" marR="27432" marT="27432" marB="2743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rtl="0"/>
                      <a:r>
                        <a:rPr lang="en-US" sz="900" u="none"/>
                        <a:t>Financial outcomes</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98106069"/>
                  </a:ext>
                </a:extLst>
              </a:tr>
              <a:tr h="456443">
                <a:tc rowSpan="3">
                  <a:txBody>
                    <a:bodyPr/>
                    <a:lstStyle/>
                    <a:p>
                      <a:pPr algn="ctr" rtl="0">
                        <a:lnSpc>
                          <a:spcPct val="80000"/>
                        </a:lnSpc>
                      </a:pPr>
                      <a:r>
                        <a:rPr lang="en-US" sz="1600" b="1" u="none">
                          <a:solidFill>
                            <a:schemeClr val="tx2"/>
                          </a:solidFill>
                          <a:latin typeface="+mj-lt"/>
                        </a:rPr>
                        <a:t>Business Model</a:t>
                      </a: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2</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pPr rtl="0"/>
                      <a:r>
                        <a:rPr lang="en-US" sz="900" u="none"/>
                        <a:t>Markets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7021779"/>
                  </a:ext>
                </a:extLst>
              </a:tr>
              <a:tr h="456443">
                <a:tc vMerge="1">
                  <a:txBody>
                    <a:bodyPr/>
                    <a:lstStyle/>
                    <a:p>
                      <a:endParaRP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en-US" sz="1800" b="1" u="none">
                          <a:solidFill>
                            <a:schemeClr val="bg1"/>
                          </a:solidFill>
                          <a:latin typeface="+mj-lt"/>
                        </a:rPr>
                        <a:t>3</a:t>
                      </a:r>
                      <a:endParaRPr lang="en-US" u="none"/>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r>
                        <a:rPr lang="en-US" sz="900" u="none"/>
                        <a:t>Products &amp; pricing</a:t>
                      </a:r>
                      <a:endParaRPr lang="en-US" u="none"/>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04616058"/>
                  </a:ext>
                </a:extLst>
              </a:tr>
              <a:tr h="456443">
                <a:tc vMerge="1">
                  <a:txBody>
                    <a:bodyPr/>
                    <a:lstStyle/>
                    <a:p>
                      <a:pPr algn="ctr" rtl="0"/>
                      <a:endParaRPr lang="en-US" sz="900" b="1">
                        <a:solidFill>
                          <a:schemeClr val="bg1"/>
                        </a:solidFill>
                      </a:endParaRPr>
                    </a:p>
                  </a:txBody>
                  <a:tcPr marL="74295" marR="74295" marT="37148" marB="37148"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4</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pPr rtl="0"/>
                      <a:r>
                        <a:rPr lang="en-US" sz="900" u="none"/>
                        <a:t>Customers &amp; channels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18723728"/>
                  </a:ext>
                </a:extLst>
              </a:tr>
              <a:tr h="456443">
                <a:tc rowSpan="4">
                  <a:txBody>
                    <a:bodyPr/>
                    <a:lstStyle/>
                    <a:p>
                      <a:pPr algn="ctr" rtl="0">
                        <a:lnSpc>
                          <a:spcPct val="80000"/>
                        </a:lnSpc>
                      </a:pPr>
                      <a:r>
                        <a:rPr lang="en-US" sz="1600" b="1" u="none" kern="1200">
                          <a:solidFill>
                            <a:schemeClr val="accent4"/>
                          </a:solidFill>
                          <a:latin typeface="+mj-lt"/>
                          <a:ea typeface="+mn-ea"/>
                          <a:cs typeface="+mn-cs"/>
                        </a:rPr>
                        <a:t>Operating Model</a:t>
                      </a: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5</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rtl="0"/>
                      <a:r>
                        <a:rPr lang="en-US" sz="900" u="none"/>
                        <a:t>Core business processes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38317421"/>
                  </a:ext>
                </a:extLst>
              </a:tr>
              <a:tr h="456443">
                <a:tc vMerge="1">
                  <a:txBody>
                    <a:bodyPr/>
                    <a:lstStyle/>
                    <a:p>
                      <a:pPr algn="ctr" rtl="0"/>
                      <a:endParaRPr lang="en-US" sz="900" b="1">
                        <a:solidFill>
                          <a:schemeClr val="bg1"/>
                        </a:solidFill>
                      </a:endParaRPr>
                    </a:p>
                  </a:txBody>
                  <a:tcPr marL="74295" marR="74295" marT="37148" marB="37148"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6</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rtl="0"/>
                      <a:r>
                        <a:rPr lang="en-US" sz="900" u="none"/>
                        <a:t>Technology &amp; operational infrastructure</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47832344"/>
                  </a:ext>
                </a:extLst>
              </a:tr>
              <a:tr h="456443">
                <a:tc vMerge="1">
                  <a:txBody>
                    <a:bodyPr/>
                    <a:lstStyle/>
                    <a:p>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7</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8F5"/>
                    </a:solidFill>
                  </a:tcPr>
                </a:tc>
                <a:tc>
                  <a:txBody>
                    <a:bodyPr/>
                    <a:lstStyle/>
                    <a:p>
                      <a:pPr rtl="0"/>
                      <a:r>
                        <a:rPr lang="en-US" sz="900" u="none" noProof="0"/>
                        <a:t>Governance &amp; risk</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3203424"/>
                  </a:ext>
                </a:extLst>
              </a:tr>
              <a:tr h="456443">
                <a:tc vMerge="1">
                  <a:txBody>
                    <a:bodyPr/>
                    <a:lstStyle/>
                    <a:p>
                      <a:pPr algn="ctr" rtl="0">
                        <a:lnSpc>
                          <a:spcPct val="80000"/>
                        </a:lnSpc>
                      </a:pPr>
                      <a:endParaRPr lang="en-US" sz="1600" b="1" kern="1200">
                        <a:solidFill>
                          <a:srgbClr val="00B8F5"/>
                        </a:solidFill>
                        <a:latin typeface="+mj-lt"/>
                        <a:ea typeface="+mn-ea"/>
                        <a:cs typeface="+mn-cs"/>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8</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8F5"/>
                    </a:solidFill>
                  </a:tcPr>
                </a:tc>
                <a:tc>
                  <a:txBody>
                    <a:bodyPr/>
                    <a:lstStyle/>
                    <a:p>
                      <a:pPr rtl="0"/>
                      <a:r>
                        <a:rPr lang="en-US" sz="900" u="none" noProof="0"/>
                        <a:t>People &amp; culture</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3239591"/>
                  </a:ext>
                </a:extLst>
              </a:tr>
              <a:tr h="456443">
                <a:tc>
                  <a:txBody>
                    <a:bodyPr/>
                    <a:lstStyle/>
                    <a:p>
                      <a:pPr algn="ctr" rtl="0">
                        <a:lnSpc>
                          <a:spcPct val="80000"/>
                        </a:lnSpc>
                      </a:pPr>
                      <a:endParaRPr lang="en-US" sz="1600" b="1" kern="1200">
                        <a:solidFill>
                          <a:srgbClr val="00B8F5"/>
                        </a:solidFill>
                        <a:latin typeface="+mj-lt"/>
                        <a:ea typeface="+mn-ea"/>
                        <a:cs typeface="+mn-cs"/>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9</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rtl="0"/>
                      <a:r>
                        <a:rPr lang="en-US" sz="900" u="none" noProof="0"/>
                        <a:t>Others</a:t>
                      </a:r>
                      <a:endParaRPr lang="en-US" sz="900" u="none" baseline="30000" noProof="0"/>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87717634"/>
                  </a:ext>
                </a:extLst>
              </a:tr>
            </a:tbl>
          </a:graphicData>
        </a:graphic>
      </p:graphicFrame>
      <p:graphicFrame>
        <p:nvGraphicFramePr>
          <p:cNvPr id="9" name="Table 8">
            <a:extLst>
              <a:ext uri="{FF2B5EF4-FFF2-40B4-BE49-F238E27FC236}">
                <a16:creationId xmlns:a16="http://schemas.microsoft.com/office/drawing/2014/main" id="{CD0C33B7-3C26-98E7-5B87-D5D54621C704}"/>
              </a:ext>
            </a:extLst>
          </p:cNvPr>
          <p:cNvGraphicFramePr>
            <a:graphicFrameLocks noGrp="1"/>
          </p:cNvGraphicFramePr>
          <p:nvPr userDrawn="1">
            <p:extLst>
              <p:ext uri="{D42A27DB-BD31-4B8C-83A1-F6EECF244321}">
                <p14:modId xmlns:p14="http://schemas.microsoft.com/office/powerpoint/2010/main" val="3612453331"/>
              </p:ext>
            </p:extLst>
          </p:nvPr>
        </p:nvGraphicFramePr>
        <p:xfrm>
          <a:off x="3386924" y="5914392"/>
          <a:ext cx="6536900" cy="214591"/>
        </p:xfrm>
        <a:graphic>
          <a:graphicData uri="http://schemas.openxmlformats.org/drawingml/2006/table">
            <a:tbl>
              <a:tblPr firstRow="1" bandRow="1">
                <a:tableStyleId>{5C22544A-7EE6-4342-B048-85BDC9FD1C3A}</a:tableStyleId>
              </a:tblPr>
              <a:tblGrid>
                <a:gridCol w="215907">
                  <a:extLst>
                    <a:ext uri="{9D8B030D-6E8A-4147-A177-3AD203B41FA5}">
                      <a16:colId xmlns:a16="http://schemas.microsoft.com/office/drawing/2014/main" val="3233999697"/>
                    </a:ext>
                  </a:extLst>
                </a:gridCol>
                <a:gridCol w="1091473">
                  <a:extLst>
                    <a:ext uri="{9D8B030D-6E8A-4147-A177-3AD203B41FA5}">
                      <a16:colId xmlns:a16="http://schemas.microsoft.com/office/drawing/2014/main" val="2143016076"/>
                    </a:ext>
                  </a:extLst>
                </a:gridCol>
                <a:gridCol w="194402">
                  <a:extLst>
                    <a:ext uri="{9D8B030D-6E8A-4147-A177-3AD203B41FA5}">
                      <a16:colId xmlns:a16="http://schemas.microsoft.com/office/drawing/2014/main" val="2114792195"/>
                    </a:ext>
                  </a:extLst>
                </a:gridCol>
                <a:gridCol w="1112978">
                  <a:extLst>
                    <a:ext uri="{9D8B030D-6E8A-4147-A177-3AD203B41FA5}">
                      <a16:colId xmlns:a16="http://schemas.microsoft.com/office/drawing/2014/main" val="3886028746"/>
                    </a:ext>
                  </a:extLst>
                </a:gridCol>
                <a:gridCol w="199091">
                  <a:extLst>
                    <a:ext uri="{9D8B030D-6E8A-4147-A177-3AD203B41FA5}">
                      <a16:colId xmlns:a16="http://schemas.microsoft.com/office/drawing/2014/main" val="705077766"/>
                    </a:ext>
                  </a:extLst>
                </a:gridCol>
                <a:gridCol w="1108289">
                  <a:extLst>
                    <a:ext uri="{9D8B030D-6E8A-4147-A177-3AD203B41FA5}">
                      <a16:colId xmlns:a16="http://schemas.microsoft.com/office/drawing/2014/main" val="984653105"/>
                    </a:ext>
                  </a:extLst>
                </a:gridCol>
                <a:gridCol w="184730">
                  <a:extLst>
                    <a:ext uri="{9D8B030D-6E8A-4147-A177-3AD203B41FA5}">
                      <a16:colId xmlns:a16="http://schemas.microsoft.com/office/drawing/2014/main" val="3648984132"/>
                    </a:ext>
                  </a:extLst>
                </a:gridCol>
                <a:gridCol w="1122650">
                  <a:extLst>
                    <a:ext uri="{9D8B030D-6E8A-4147-A177-3AD203B41FA5}">
                      <a16:colId xmlns:a16="http://schemas.microsoft.com/office/drawing/2014/main" val="1014865050"/>
                    </a:ext>
                  </a:extLst>
                </a:gridCol>
                <a:gridCol w="167987">
                  <a:extLst>
                    <a:ext uri="{9D8B030D-6E8A-4147-A177-3AD203B41FA5}">
                      <a16:colId xmlns:a16="http://schemas.microsoft.com/office/drawing/2014/main" val="1430583334"/>
                    </a:ext>
                  </a:extLst>
                </a:gridCol>
                <a:gridCol w="1139393">
                  <a:extLst>
                    <a:ext uri="{9D8B030D-6E8A-4147-A177-3AD203B41FA5}">
                      <a16:colId xmlns:a16="http://schemas.microsoft.com/office/drawing/2014/main" val="3065513466"/>
                    </a:ext>
                  </a:extLst>
                </a:gridCol>
              </a:tblGrid>
              <a:tr h="214591">
                <a:tc>
                  <a:txBody>
                    <a:bodyPr/>
                    <a:lstStyle/>
                    <a:p>
                      <a:endParaRPr lang="fi-FI" sz="70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Major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More significant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Some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700" b="0" u="none">
                          <a:solidFill>
                            <a:srgbClr val="0C233C"/>
                          </a:solidFill>
                        </a:rPr>
                        <a:t>Minor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No concern / opportunity</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448848"/>
                  </a:ext>
                </a:extLst>
              </a:tr>
            </a:tbl>
          </a:graphicData>
        </a:graphic>
      </p:graphicFrame>
      <p:grpSp>
        <p:nvGrpSpPr>
          <p:cNvPr id="10" name="Group 9">
            <a:extLst>
              <a:ext uri="{FF2B5EF4-FFF2-40B4-BE49-F238E27FC236}">
                <a16:creationId xmlns:a16="http://schemas.microsoft.com/office/drawing/2014/main" id="{9E42B3A8-3602-48C4-9296-5C0DDAC1BE2E}"/>
              </a:ext>
            </a:extLst>
          </p:cNvPr>
          <p:cNvGrpSpPr/>
          <p:nvPr userDrawn="1"/>
        </p:nvGrpSpPr>
        <p:grpSpPr>
          <a:xfrm>
            <a:off x="10181082" y="5876923"/>
            <a:ext cx="1028256" cy="252059"/>
            <a:chOff x="9822624" y="5876923"/>
            <a:chExt cx="1028256" cy="252059"/>
          </a:xfrm>
          <a:solidFill>
            <a:schemeClr val="accent4"/>
          </a:solidFill>
        </p:grpSpPr>
        <p:sp>
          <p:nvSpPr>
            <p:cNvPr id="11" name="Freeform 11">
              <a:extLst>
                <a:ext uri="{FF2B5EF4-FFF2-40B4-BE49-F238E27FC236}">
                  <a16:creationId xmlns:a16="http://schemas.microsoft.com/office/drawing/2014/main" id="{6FEDE22B-0806-B719-FBAF-A5379154F202}"/>
                </a:ext>
              </a:extLst>
            </p:cNvPr>
            <p:cNvSpPr>
              <a:spLocks/>
            </p:cNvSpPr>
            <p:nvPr/>
          </p:nvSpPr>
          <p:spPr bwMode="auto">
            <a:xfrm rot="10800000">
              <a:off x="9822624" y="5876923"/>
              <a:ext cx="1028256" cy="252059"/>
            </a:xfrm>
            <a:custGeom>
              <a:avLst/>
              <a:gdLst>
                <a:gd name="T0" fmla="*/ 83 w 85"/>
                <a:gd name="T1" fmla="*/ 8 h 15"/>
                <a:gd name="T2" fmla="*/ 75 w 85"/>
                <a:gd name="T3" fmla="*/ 0 h 15"/>
                <a:gd name="T4" fmla="*/ 42 w 85"/>
                <a:gd name="T5" fmla="*/ 0 h 15"/>
                <a:gd name="T6" fmla="*/ 42 w 85"/>
                <a:gd name="T7" fmla="*/ 0 h 15"/>
                <a:gd name="T8" fmla="*/ 9 w 85"/>
                <a:gd name="T9" fmla="*/ 0 h 15"/>
                <a:gd name="T10" fmla="*/ 2 w 85"/>
                <a:gd name="T11" fmla="*/ 8 h 15"/>
                <a:gd name="T12" fmla="*/ 0 w 85"/>
                <a:gd name="T13" fmla="*/ 15 h 15"/>
                <a:gd name="T14" fmla="*/ 42 w 85"/>
                <a:gd name="T15" fmla="*/ 15 h 15"/>
                <a:gd name="T16" fmla="*/ 42 w 85"/>
                <a:gd name="T17" fmla="*/ 15 h 15"/>
                <a:gd name="T18" fmla="*/ 85 w 85"/>
                <a:gd name="T19" fmla="*/ 15 h 15"/>
                <a:gd name="T20" fmla="*/ 83 w 85"/>
                <a:gd name="T21"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
                  <a:moveTo>
                    <a:pt x="83" y="8"/>
                  </a:moveTo>
                  <a:cubicBezTo>
                    <a:pt x="82" y="2"/>
                    <a:pt x="79" y="0"/>
                    <a:pt x="75" y="0"/>
                  </a:cubicBezTo>
                  <a:cubicBezTo>
                    <a:pt x="42" y="0"/>
                    <a:pt x="42" y="0"/>
                    <a:pt x="42" y="0"/>
                  </a:cubicBezTo>
                  <a:cubicBezTo>
                    <a:pt x="42" y="0"/>
                    <a:pt x="42" y="0"/>
                    <a:pt x="42" y="0"/>
                  </a:cubicBezTo>
                  <a:cubicBezTo>
                    <a:pt x="9" y="0"/>
                    <a:pt x="9" y="0"/>
                    <a:pt x="9" y="0"/>
                  </a:cubicBezTo>
                  <a:cubicBezTo>
                    <a:pt x="6" y="0"/>
                    <a:pt x="3" y="2"/>
                    <a:pt x="2" y="8"/>
                  </a:cubicBezTo>
                  <a:cubicBezTo>
                    <a:pt x="0" y="15"/>
                    <a:pt x="0" y="15"/>
                    <a:pt x="0" y="15"/>
                  </a:cubicBezTo>
                  <a:cubicBezTo>
                    <a:pt x="42" y="15"/>
                    <a:pt x="42" y="15"/>
                    <a:pt x="42" y="15"/>
                  </a:cubicBezTo>
                  <a:cubicBezTo>
                    <a:pt x="42" y="15"/>
                    <a:pt x="42" y="15"/>
                    <a:pt x="42" y="15"/>
                  </a:cubicBezTo>
                  <a:cubicBezTo>
                    <a:pt x="85" y="15"/>
                    <a:pt x="85" y="15"/>
                    <a:pt x="85" y="15"/>
                  </a:cubicBezTo>
                  <a:lnTo>
                    <a:pt x="83" y="8"/>
                  </a:lnTo>
                  <a:close/>
                </a:path>
              </a:pathLst>
            </a:custGeom>
            <a:solidFill>
              <a:schemeClr val="accent3"/>
            </a:solidFill>
            <a:ln>
              <a:noFill/>
            </a:ln>
            <a:effectLst/>
          </p:spPr>
          <p:txBody>
            <a:bodyPr vert="horz" wrap="square" lIns="121920" tIns="60960" rIns="121920" bIns="60960" numCol="1" anchor="t" anchorCtr="0" compatLnSpc="1">
              <a:prstTxWarp prst="textNoShape">
                <a:avLst/>
              </a:prstTxWarp>
            </a:bodyPr>
            <a:lstStyle/>
            <a:p>
              <a:endParaRPr lang="en-US" sz="2400"/>
            </a:p>
          </p:txBody>
        </p:sp>
        <p:sp>
          <p:nvSpPr>
            <p:cNvPr id="12" name="Rectangle 5">
              <a:extLst>
                <a:ext uri="{FF2B5EF4-FFF2-40B4-BE49-F238E27FC236}">
                  <a16:creationId xmlns:a16="http://schemas.microsoft.com/office/drawing/2014/main" id="{CE0F1DA0-3815-0EF8-FADB-C24684E16A78}"/>
                </a:ext>
              </a:extLst>
            </p:cNvPr>
            <p:cNvSpPr/>
            <p:nvPr/>
          </p:nvSpPr>
          <p:spPr>
            <a:xfrm>
              <a:off x="10078720" y="5903053"/>
              <a:ext cx="622300" cy="1998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lnSpc>
                  <a:spcPct val="80000"/>
                </a:lnSpc>
              </a:pPr>
              <a:r>
                <a:rPr lang="en-US" sz="700">
                  <a:solidFill>
                    <a:schemeClr val="bg1"/>
                  </a:solidFill>
                </a:rPr>
                <a:t>Discussion on following pages</a:t>
              </a:r>
            </a:p>
          </p:txBody>
        </p:sp>
        <p:grpSp>
          <p:nvGrpSpPr>
            <p:cNvPr id="13" name="Group 12">
              <a:extLst>
                <a:ext uri="{FF2B5EF4-FFF2-40B4-BE49-F238E27FC236}">
                  <a16:creationId xmlns:a16="http://schemas.microsoft.com/office/drawing/2014/main" id="{BC0D7484-FDB5-D2AB-FCE8-1F33A986ED4D}"/>
                </a:ext>
              </a:extLst>
            </p:cNvPr>
            <p:cNvGrpSpPr>
              <a:grpSpLocks noChangeAspect="1"/>
            </p:cNvGrpSpPr>
            <p:nvPr/>
          </p:nvGrpSpPr>
          <p:grpSpPr>
            <a:xfrm rot="20405095">
              <a:off x="9954197" y="5917043"/>
              <a:ext cx="77589" cy="157032"/>
              <a:chOff x="8548722" y="6379037"/>
              <a:chExt cx="128899" cy="260878"/>
            </a:xfrm>
            <a:grpFill/>
          </p:grpSpPr>
          <p:sp>
            <p:nvSpPr>
              <p:cNvPr id="14" name="Freeform 28">
                <a:extLst>
                  <a:ext uri="{FF2B5EF4-FFF2-40B4-BE49-F238E27FC236}">
                    <a16:creationId xmlns:a16="http://schemas.microsoft.com/office/drawing/2014/main" id="{6F03A761-0606-6D6E-64E9-320EDC4F57A2}"/>
                  </a:ext>
                </a:extLst>
              </p:cNvPr>
              <p:cNvSpPr>
                <a:spLocks/>
              </p:cNvSpPr>
              <p:nvPr/>
            </p:nvSpPr>
            <p:spPr bwMode="auto">
              <a:xfrm rot="1242224">
                <a:off x="8548722" y="6460344"/>
                <a:ext cx="94566" cy="179571"/>
              </a:xfrm>
              <a:custGeom>
                <a:avLst/>
                <a:gdLst>
                  <a:gd name="T0" fmla="*/ 151 w 192"/>
                  <a:gd name="T1" fmla="*/ 309 h 369"/>
                  <a:gd name="T2" fmla="*/ 151 w 192"/>
                  <a:gd name="T3" fmla="*/ 62 h 369"/>
                  <a:gd name="T4" fmla="*/ 151 w 192"/>
                  <a:gd name="T5" fmla="*/ 0 h 369"/>
                  <a:gd name="T6" fmla="*/ 0 w 192"/>
                  <a:gd name="T7" fmla="*/ 0 h 369"/>
                  <a:gd name="T8" fmla="*/ 0 w 192"/>
                  <a:gd name="T9" fmla="*/ 62 h 369"/>
                  <a:gd name="T10" fmla="*/ 40 w 192"/>
                  <a:gd name="T11" fmla="*/ 62 h 369"/>
                  <a:gd name="T12" fmla="*/ 40 w 192"/>
                  <a:gd name="T13" fmla="*/ 309 h 369"/>
                  <a:gd name="T14" fmla="*/ 0 w 192"/>
                  <a:gd name="T15" fmla="*/ 309 h 369"/>
                  <a:gd name="T16" fmla="*/ 0 w 192"/>
                  <a:gd name="T17" fmla="*/ 369 h 369"/>
                  <a:gd name="T18" fmla="*/ 192 w 192"/>
                  <a:gd name="T19" fmla="*/ 369 h 369"/>
                  <a:gd name="T20" fmla="*/ 192 w 192"/>
                  <a:gd name="T21" fmla="*/ 309 h 369"/>
                  <a:gd name="T22" fmla="*/ 151 w 192"/>
                  <a:gd name="T23" fmla="*/ 309 h 369"/>
                  <a:gd name="T24" fmla="*/ 151 w 192"/>
                  <a:gd name="T25" fmla="*/ 309 h 369"/>
                  <a:gd name="T26" fmla="*/ 151 w 192"/>
                  <a:gd name="T27" fmla="*/ 309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69">
                    <a:moveTo>
                      <a:pt x="151" y="309"/>
                    </a:moveTo>
                    <a:lnTo>
                      <a:pt x="151" y="62"/>
                    </a:lnTo>
                    <a:lnTo>
                      <a:pt x="151" y="0"/>
                    </a:lnTo>
                    <a:lnTo>
                      <a:pt x="0" y="0"/>
                    </a:lnTo>
                    <a:lnTo>
                      <a:pt x="0" y="62"/>
                    </a:lnTo>
                    <a:lnTo>
                      <a:pt x="40" y="62"/>
                    </a:lnTo>
                    <a:lnTo>
                      <a:pt x="40" y="309"/>
                    </a:lnTo>
                    <a:lnTo>
                      <a:pt x="0" y="309"/>
                    </a:lnTo>
                    <a:lnTo>
                      <a:pt x="0" y="369"/>
                    </a:lnTo>
                    <a:lnTo>
                      <a:pt x="192" y="369"/>
                    </a:lnTo>
                    <a:lnTo>
                      <a:pt x="192" y="309"/>
                    </a:lnTo>
                    <a:lnTo>
                      <a:pt x="151" y="309"/>
                    </a:lnTo>
                    <a:lnTo>
                      <a:pt x="151" y="309"/>
                    </a:lnTo>
                    <a:lnTo>
                      <a:pt x="151" y="309"/>
                    </a:lnTo>
                    <a:close/>
                  </a:path>
                </a:pathLst>
              </a:custGeom>
              <a:solidFill>
                <a:schemeClr val="accent3"/>
              </a:solidFill>
              <a:ln w="952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 name="Oval 29">
                <a:extLst>
                  <a:ext uri="{FF2B5EF4-FFF2-40B4-BE49-F238E27FC236}">
                    <a16:creationId xmlns:a16="http://schemas.microsoft.com/office/drawing/2014/main" id="{2BD23FE1-214B-F478-BBE6-7791EDF91078}"/>
                  </a:ext>
                </a:extLst>
              </p:cNvPr>
              <p:cNvSpPr>
                <a:spLocks noChangeArrowheads="1"/>
              </p:cNvSpPr>
              <p:nvPr/>
            </p:nvSpPr>
            <p:spPr bwMode="auto">
              <a:xfrm rot="1242224">
                <a:off x="8604726" y="6379037"/>
                <a:ext cx="72895" cy="72510"/>
              </a:xfrm>
              <a:prstGeom prst="ellipse">
                <a:avLst/>
              </a:prstGeom>
              <a:solidFill>
                <a:schemeClr val="accent3"/>
              </a:solidFill>
              <a:ln w="952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16" name="Rectangle 15">
            <a:extLst>
              <a:ext uri="{FF2B5EF4-FFF2-40B4-BE49-F238E27FC236}">
                <a16:creationId xmlns:a16="http://schemas.microsoft.com/office/drawing/2014/main" id="{B9A0BA73-B957-A67F-1E28-EFBD3BDC19EF}"/>
              </a:ext>
            </a:extLst>
          </p:cNvPr>
          <p:cNvSpPr/>
          <p:nvPr userDrawn="1"/>
        </p:nvSpPr>
        <p:spPr>
          <a:xfrm>
            <a:off x="3429786" y="5959457"/>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7" name="Rectangle 16">
            <a:extLst>
              <a:ext uri="{FF2B5EF4-FFF2-40B4-BE49-F238E27FC236}">
                <a16:creationId xmlns:a16="http://schemas.microsoft.com/office/drawing/2014/main" id="{6FBAA7B5-083F-05DC-1B75-05DD3B2D099C}"/>
              </a:ext>
            </a:extLst>
          </p:cNvPr>
          <p:cNvSpPr/>
          <p:nvPr userDrawn="1"/>
        </p:nvSpPr>
        <p:spPr>
          <a:xfrm>
            <a:off x="6042000" y="5959457"/>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8" name="Rectangle 17">
            <a:extLst>
              <a:ext uri="{FF2B5EF4-FFF2-40B4-BE49-F238E27FC236}">
                <a16:creationId xmlns:a16="http://schemas.microsoft.com/office/drawing/2014/main" id="{4564A647-52C4-C773-2993-CDB8A359A2C5}"/>
              </a:ext>
            </a:extLst>
          </p:cNvPr>
          <p:cNvSpPr/>
          <p:nvPr userDrawn="1"/>
        </p:nvSpPr>
        <p:spPr>
          <a:xfrm>
            <a:off x="8651835" y="5959457"/>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9" name="Rectangle 18">
            <a:extLst>
              <a:ext uri="{FF2B5EF4-FFF2-40B4-BE49-F238E27FC236}">
                <a16:creationId xmlns:a16="http://schemas.microsoft.com/office/drawing/2014/main" id="{2F58ACA2-67CF-52F9-039D-4FF4730F5509}"/>
              </a:ext>
            </a:extLst>
          </p:cNvPr>
          <p:cNvSpPr/>
          <p:nvPr userDrawn="1"/>
        </p:nvSpPr>
        <p:spPr>
          <a:xfrm>
            <a:off x="4734703" y="5959457"/>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0" name="Rectangle 19">
            <a:extLst>
              <a:ext uri="{FF2B5EF4-FFF2-40B4-BE49-F238E27FC236}">
                <a16:creationId xmlns:a16="http://schemas.microsoft.com/office/drawing/2014/main" id="{F2287799-9B09-0884-C536-8BEC260E6910}"/>
              </a:ext>
            </a:extLst>
          </p:cNvPr>
          <p:cNvSpPr/>
          <p:nvPr userDrawn="1"/>
        </p:nvSpPr>
        <p:spPr>
          <a:xfrm>
            <a:off x="7344538" y="5959457"/>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2" name="Rectangle 21">
            <a:extLst>
              <a:ext uri="{FF2B5EF4-FFF2-40B4-BE49-F238E27FC236}">
                <a16:creationId xmlns:a16="http://schemas.microsoft.com/office/drawing/2014/main" id="{A9E3F067-2119-D9C2-3017-0A5B95CE92CD}"/>
              </a:ext>
            </a:extLst>
          </p:cNvPr>
          <p:cNvSpPr>
            <a:spLocks/>
          </p:cNvSpPr>
          <p:nvPr userDrawn="1"/>
        </p:nvSpPr>
        <p:spPr>
          <a:xfrm>
            <a:off x="4581925" y="1794252"/>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3" name="Rectangle 22">
            <a:extLst>
              <a:ext uri="{FF2B5EF4-FFF2-40B4-BE49-F238E27FC236}">
                <a16:creationId xmlns:a16="http://schemas.microsoft.com/office/drawing/2014/main" id="{6C7D0E2B-B0B0-EA28-3B72-68021A10E9FA}"/>
              </a:ext>
            </a:extLst>
          </p:cNvPr>
          <p:cNvSpPr>
            <a:spLocks/>
          </p:cNvSpPr>
          <p:nvPr userDrawn="1"/>
        </p:nvSpPr>
        <p:spPr>
          <a:xfrm>
            <a:off x="5893589" y="179425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4" name="Rectangle 23">
            <a:extLst>
              <a:ext uri="{FF2B5EF4-FFF2-40B4-BE49-F238E27FC236}">
                <a16:creationId xmlns:a16="http://schemas.microsoft.com/office/drawing/2014/main" id="{6F2F1F24-6E0B-B182-4308-D8EB7ACFAF44}"/>
              </a:ext>
            </a:extLst>
          </p:cNvPr>
          <p:cNvSpPr>
            <a:spLocks/>
          </p:cNvSpPr>
          <p:nvPr userDrawn="1"/>
        </p:nvSpPr>
        <p:spPr>
          <a:xfrm>
            <a:off x="8497463" y="1794252"/>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5" name="Rectangle 24">
            <a:extLst>
              <a:ext uri="{FF2B5EF4-FFF2-40B4-BE49-F238E27FC236}">
                <a16:creationId xmlns:a16="http://schemas.microsoft.com/office/drawing/2014/main" id="{DBB7FBC6-9C70-8021-20B7-23A272822869}"/>
              </a:ext>
            </a:extLst>
          </p:cNvPr>
          <p:cNvSpPr>
            <a:spLocks/>
          </p:cNvSpPr>
          <p:nvPr userDrawn="1"/>
        </p:nvSpPr>
        <p:spPr>
          <a:xfrm>
            <a:off x="11101338" y="179425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6" name="Rectangle 25">
            <a:extLst>
              <a:ext uri="{FF2B5EF4-FFF2-40B4-BE49-F238E27FC236}">
                <a16:creationId xmlns:a16="http://schemas.microsoft.com/office/drawing/2014/main" id="{AE3E43BA-2786-A893-82A3-C4B0B8284C1A}"/>
              </a:ext>
            </a:extLst>
          </p:cNvPr>
          <p:cNvSpPr>
            <a:spLocks/>
          </p:cNvSpPr>
          <p:nvPr userDrawn="1"/>
        </p:nvSpPr>
        <p:spPr>
          <a:xfrm>
            <a:off x="4581925" y="2706333"/>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7" name="Rectangle 26">
            <a:extLst>
              <a:ext uri="{FF2B5EF4-FFF2-40B4-BE49-F238E27FC236}">
                <a16:creationId xmlns:a16="http://schemas.microsoft.com/office/drawing/2014/main" id="{CE8F6991-75A1-F61B-6309-17CC536D27E6}"/>
              </a:ext>
            </a:extLst>
          </p:cNvPr>
          <p:cNvSpPr>
            <a:spLocks/>
          </p:cNvSpPr>
          <p:nvPr userDrawn="1"/>
        </p:nvSpPr>
        <p:spPr>
          <a:xfrm>
            <a:off x="5893589" y="2706333"/>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8" name="Rectangle 27">
            <a:extLst>
              <a:ext uri="{FF2B5EF4-FFF2-40B4-BE49-F238E27FC236}">
                <a16:creationId xmlns:a16="http://schemas.microsoft.com/office/drawing/2014/main" id="{8C6F38B4-4D43-DD90-0473-27811D275E5F}"/>
              </a:ext>
            </a:extLst>
          </p:cNvPr>
          <p:cNvSpPr>
            <a:spLocks/>
          </p:cNvSpPr>
          <p:nvPr userDrawn="1"/>
        </p:nvSpPr>
        <p:spPr>
          <a:xfrm>
            <a:off x="4581925" y="2275414"/>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9" name="Rectangle 28">
            <a:extLst>
              <a:ext uri="{FF2B5EF4-FFF2-40B4-BE49-F238E27FC236}">
                <a16:creationId xmlns:a16="http://schemas.microsoft.com/office/drawing/2014/main" id="{CD950C1B-0C58-EE1F-4278-F71770FB5B2D}"/>
              </a:ext>
            </a:extLst>
          </p:cNvPr>
          <p:cNvSpPr>
            <a:spLocks/>
          </p:cNvSpPr>
          <p:nvPr userDrawn="1"/>
        </p:nvSpPr>
        <p:spPr>
          <a:xfrm>
            <a:off x="5893589" y="2275414"/>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0" name="Rectangle 29">
            <a:extLst>
              <a:ext uri="{FF2B5EF4-FFF2-40B4-BE49-F238E27FC236}">
                <a16:creationId xmlns:a16="http://schemas.microsoft.com/office/drawing/2014/main" id="{CDBF26E6-D40E-B81C-F5BE-552ED58F0E27}"/>
              </a:ext>
            </a:extLst>
          </p:cNvPr>
          <p:cNvSpPr>
            <a:spLocks/>
          </p:cNvSpPr>
          <p:nvPr userDrawn="1"/>
        </p:nvSpPr>
        <p:spPr>
          <a:xfrm>
            <a:off x="9796225" y="179425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1" name="Rectangle 30">
            <a:extLst>
              <a:ext uri="{FF2B5EF4-FFF2-40B4-BE49-F238E27FC236}">
                <a16:creationId xmlns:a16="http://schemas.microsoft.com/office/drawing/2014/main" id="{362D6FB7-5BEB-6287-E39C-61EF509F9B16}"/>
              </a:ext>
            </a:extLst>
          </p:cNvPr>
          <p:cNvSpPr>
            <a:spLocks/>
          </p:cNvSpPr>
          <p:nvPr userDrawn="1"/>
        </p:nvSpPr>
        <p:spPr>
          <a:xfrm>
            <a:off x="7192350" y="179425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2" name="Rectangle 31">
            <a:extLst>
              <a:ext uri="{FF2B5EF4-FFF2-40B4-BE49-F238E27FC236}">
                <a16:creationId xmlns:a16="http://schemas.microsoft.com/office/drawing/2014/main" id="{02E215A0-8D5A-DF88-9945-12F90BECC47C}"/>
              </a:ext>
            </a:extLst>
          </p:cNvPr>
          <p:cNvSpPr>
            <a:spLocks/>
          </p:cNvSpPr>
          <p:nvPr userDrawn="1"/>
        </p:nvSpPr>
        <p:spPr>
          <a:xfrm>
            <a:off x="4581925" y="3167331"/>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3" name="Rectangle 32">
            <a:extLst>
              <a:ext uri="{FF2B5EF4-FFF2-40B4-BE49-F238E27FC236}">
                <a16:creationId xmlns:a16="http://schemas.microsoft.com/office/drawing/2014/main" id="{23FFE1C9-D0BA-4019-EF4B-E6D349BE2C1B}"/>
              </a:ext>
            </a:extLst>
          </p:cNvPr>
          <p:cNvSpPr>
            <a:spLocks/>
          </p:cNvSpPr>
          <p:nvPr userDrawn="1"/>
        </p:nvSpPr>
        <p:spPr>
          <a:xfrm>
            <a:off x="5893589" y="3157806"/>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4" name="Rectangle 33">
            <a:extLst>
              <a:ext uri="{FF2B5EF4-FFF2-40B4-BE49-F238E27FC236}">
                <a16:creationId xmlns:a16="http://schemas.microsoft.com/office/drawing/2014/main" id="{61C84467-4B34-FC41-35DE-D18D8F302A3E}"/>
              </a:ext>
            </a:extLst>
          </p:cNvPr>
          <p:cNvSpPr>
            <a:spLocks/>
          </p:cNvSpPr>
          <p:nvPr userDrawn="1"/>
        </p:nvSpPr>
        <p:spPr>
          <a:xfrm>
            <a:off x="7192350" y="3157806"/>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5" name="Rectangle 34">
            <a:extLst>
              <a:ext uri="{FF2B5EF4-FFF2-40B4-BE49-F238E27FC236}">
                <a16:creationId xmlns:a16="http://schemas.microsoft.com/office/drawing/2014/main" id="{B3A48799-786D-928A-2913-BE83FAC797FA}"/>
              </a:ext>
            </a:extLst>
          </p:cNvPr>
          <p:cNvSpPr>
            <a:spLocks/>
          </p:cNvSpPr>
          <p:nvPr userDrawn="1"/>
        </p:nvSpPr>
        <p:spPr>
          <a:xfrm>
            <a:off x="9796225" y="3157806"/>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6" name="Rectangle 35">
            <a:extLst>
              <a:ext uri="{FF2B5EF4-FFF2-40B4-BE49-F238E27FC236}">
                <a16:creationId xmlns:a16="http://schemas.microsoft.com/office/drawing/2014/main" id="{46910B17-F019-2B3A-46B1-17A406872ADC}"/>
              </a:ext>
            </a:extLst>
          </p:cNvPr>
          <p:cNvSpPr>
            <a:spLocks/>
          </p:cNvSpPr>
          <p:nvPr userDrawn="1"/>
        </p:nvSpPr>
        <p:spPr>
          <a:xfrm>
            <a:off x="8497463" y="3172807"/>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7" name="Rectangle 36">
            <a:extLst>
              <a:ext uri="{FF2B5EF4-FFF2-40B4-BE49-F238E27FC236}">
                <a16:creationId xmlns:a16="http://schemas.microsoft.com/office/drawing/2014/main" id="{67CDE0C4-0A1B-F95D-052B-4AA97742FC5B}"/>
              </a:ext>
            </a:extLst>
          </p:cNvPr>
          <p:cNvSpPr>
            <a:spLocks/>
          </p:cNvSpPr>
          <p:nvPr userDrawn="1"/>
        </p:nvSpPr>
        <p:spPr>
          <a:xfrm>
            <a:off x="4581925" y="3628329"/>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8" name="Rectangle 37">
            <a:extLst>
              <a:ext uri="{FF2B5EF4-FFF2-40B4-BE49-F238E27FC236}">
                <a16:creationId xmlns:a16="http://schemas.microsoft.com/office/drawing/2014/main" id="{F0F47358-4C2D-A7A9-801D-70C1AEB8A55E}"/>
              </a:ext>
            </a:extLst>
          </p:cNvPr>
          <p:cNvSpPr>
            <a:spLocks/>
          </p:cNvSpPr>
          <p:nvPr userDrawn="1"/>
        </p:nvSpPr>
        <p:spPr>
          <a:xfrm>
            <a:off x="5893589" y="3628329"/>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9" name="Rectangle 38">
            <a:extLst>
              <a:ext uri="{FF2B5EF4-FFF2-40B4-BE49-F238E27FC236}">
                <a16:creationId xmlns:a16="http://schemas.microsoft.com/office/drawing/2014/main" id="{BDA06CF9-ECDA-AC21-AC02-C8A8922AE360}"/>
              </a:ext>
            </a:extLst>
          </p:cNvPr>
          <p:cNvSpPr>
            <a:spLocks/>
          </p:cNvSpPr>
          <p:nvPr userDrawn="1"/>
        </p:nvSpPr>
        <p:spPr>
          <a:xfrm>
            <a:off x="4581925" y="4079802"/>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0" name="Rectangle 39">
            <a:extLst>
              <a:ext uri="{FF2B5EF4-FFF2-40B4-BE49-F238E27FC236}">
                <a16:creationId xmlns:a16="http://schemas.microsoft.com/office/drawing/2014/main" id="{1BFD23BF-0E9B-4EAF-37F0-94183DAD3358}"/>
              </a:ext>
            </a:extLst>
          </p:cNvPr>
          <p:cNvSpPr>
            <a:spLocks/>
          </p:cNvSpPr>
          <p:nvPr userDrawn="1"/>
        </p:nvSpPr>
        <p:spPr>
          <a:xfrm>
            <a:off x="5893589" y="453700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1" name="Rectangle 40">
            <a:extLst>
              <a:ext uri="{FF2B5EF4-FFF2-40B4-BE49-F238E27FC236}">
                <a16:creationId xmlns:a16="http://schemas.microsoft.com/office/drawing/2014/main" id="{1C62B4D9-D86F-B60D-3602-179FDCEA5E91}"/>
              </a:ext>
            </a:extLst>
          </p:cNvPr>
          <p:cNvSpPr>
            <a:spLocks/>
          </p:cNvSpPr>
          <p:nvPr userDrawn="1"/>
        </p:nvSpPr>
        <p:spPr>
          <a:xfrm>
            <a:off x="7192350" y="453700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2" name="Rectangle 41">
            <a:extLst>
              <a:ext uri="{FF2B5EF4-FFF2-40B4-BE49-F238E27FC236}">
                <a16:creationId xmlns:a16="http://schemas.microsoft.com/office/drawing/2014/main" id="{31A69FBF-9F26-591E-73C8-FAACC463B569}"/>
              </a:ext>
            </a:extLst>
          </p:cNvPr>
          <p:cNvSpPr>
            <a:spLocks/>
          </p:cNvSpPr>
          <p:nvPr userDrawn="1"/>
        </p:nvSpPr>
        <p:spPr>
          <a:xfrm>
            <a:off x="4581925" y="4986920"/>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3" name="Rectangle 42">
            <a:extLst>
              <a:ext uri="{FF2B5EF4-FFF2-40B4-BE49-F238E27FC236}">
                <a16:creationId xmlns:a16="http://schemas.microsoft.com/office/drawing/2014/main" id="{AE216E23-0A0A-C28F-65F9-67E28837A394}"/>
              </a:ext>
            </a:extLst>
          </p:cNvPr>
          <p:cNvSpPr>
            <a:spLocks/>
          </p:cNvSpPr>
          <p:nvPr userDrawn="1"/>
        </p:nvSpPr>
        <p:spPr>
          <a:xfrm>
            <a:off x="4581925" y="453700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4" name="Rectangle 43">
            <a:extLst>
              <a:ext uri="{FF2B5EF4-FFF2-40B4-BE49-F238E27FC236}">
                <a16:creationId xmlns:a16="http://schemas.microsoft.com/office/drawing/2014/main" id="{1DECDC15-3B4A-B7D5-4964-3A60C145EC49}"/>
              </a:ext>
            </a:extLst>
          </p:cNvPr>
          <p:cNvSpPr>
            <a:spLocks/>
          </p:cNvSpPr>
          <p:nvPr userDrawn="1"/>
        </p:nvSpPr>
        <p:spPr>
          <a:xfrm>
            <a:off x="4581925" y="5454905"/>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5" name="Rectangle 44">
            <a:extLst>
              <a:ext uri="{FF2B5EF4-FFF2-40B4-BE49-F238E27FC236}">
                <a16:creationId xmlns:a16="http://schemas.microsoft.com/office/drawing/2014/main" id="{0259F011-5ED3-C7A4-A385-C27C927B65FA}"/>
              </a:ext>
            </a:extLst>
          </p:cNvPr>
          <p:cNvSpPr>
            <a:spLocks/>
          </p:cNvSpPr>
          <p:nvPr userDrawn="1"/>
        </p:nvSpPr>
        <p:spPr>
          <a:xfrm>
            <a:off x="5893589" y="5454905"/>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6" name="Rectangle 45">
            <a:extLst>
              <a:ext uri="{FF2B5EF4-FFF2-40B4-BE49-F238E27FC236}">
                <a16:creationId xmlns:a16="http://schemas.microsoft.com/office/drawing/2014/main" id="{8F80C750-B986-AB68-49D0-2562C494A931}"/>
              </a:ext>
            </a:extLst>
          </p:cNvPr>
          <p:cNvSpPr>
            <a:spLocks/>
          </p:cNvSpPr>
          <p:nvPr userDrawn="1"/>
        </p:nvSpPr>
        <p:spPr>
          <a:xfrm>
            <a:off x="7192350" y="5454905"/>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7" name="Rectangle 46">
            <a:extLst>
              <a:ext uri="{FF2B5EF4-FFF2-40B4-BE49-F238E27FC236}">
                <a16:creationId xmlns:a16="http://schemas.microsoft.com/office/drawing/2014/main" id="{1D067FFD-D307-8047-5D96-8D10090A5929}"/>
              </a:ext>
            </a:extLst>
          </p:cNvPr>
          <p:cNvSpPr>
            <a:spLocks/>
          </p:cNvSpPr>
          <p:nvPr userDrawn="1"/>
        </p:nvSpPr>
        <p:spPr>
          <a:xfrm>
            <a:off x="8497463" y="5454905"/>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8" name="Rectangle 47">
            <a:extLst>
              <a:ext uri="{FF2B5EF4-FFF2-40B4-BE49-F238E27FC236}">
                <a16:creationId xmlns:a16="http://schemas.microsoft.com/office/drawing/2014/main" id="{F0664EDE-38C9-7540-1C02-2EECE7D02133}"/>
              </a:ext>
            </a:extLst>
          </p:cNvPr>
          <p:cNvSpPr>
            <a:spLocks/>
          </p:cNvSpPr>
          <p:nvPr userDrawn="1"/>
        </p:nvSpPr>
        <p:spPr>
          <a:xfrm>
            <a:off x="9796225" y="5454905"/>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9" name="Rectangle 48">
            <a:extLst>
              <a:ext uri="{FF2B5EF4-FFF2-40B4-BE49-F238E27FC236}">
                <a16:creationId xmlns:a16="http://schemas.microsoft.com/office/drawing/2014/main" id="{1B25F0A1-564F-A677-88DE-EEAA4CA870C8}"/>
              </a:ext>
            </a:extLst>
          </p:cNvPr>
          <p:cNvSpPr>
            <a:spLocks/>
          </p:cNvSpPr>
          <p:nvPr userDrawn="1"/>
        </p:nvSpPr>
        <p:spPr>
          <a:xfrm>
            <a:off x="11101338" y="5454905"/>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 name="Rectangle 2">
            <a:extLst>
              <a:ext uri="{FF2B5EF4-FFF2-40B4-BE49-F238E27FC236}">
                <a16:creationId xmlns:a16="http://schemas.microsoft.com/office/drawing/2014/main" id="{B4D80A39-D00B-9049-451F-CF2B794A4527}"/>
              </a:ext>
            </a:extLst>
          </p:cNvPr>
          <p:cNvSpPr>
            <a:spLocks/>
          </p:cNvSpPr>
          <p:nvPr userDrawn="1"/>
        </p:nvSpPr>
        <p:spPr>
          <a:xfrm>
            <a:off x="982799" y="0"/>
            <a:ext cx="10224000" cy="1341438"/>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fi-FI" sz="4000">
                <a:solidFill>
                  <a:schemeClr val="bg1"/>
                </a:solidFill>
                <a:latin typeface="+mj-lt"/>
              </a:rPr>
              <a:t>Example key finding overview slide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 NOT use this layout on any of the slides, this is for formatting and design reference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You may go into the slide master, copy the embedded table to your slide and tailor your key finding summary page</a:t>
            </a:r>
          </a:p>
        </p:txBody>
      </p:sp>
    </p:spTree>
    <p:extLst>
      <p:ext uri="{BB962C8B-B14F-4D97-AF65-F5344CB8AC3E}">
        <p14:creationId xmlns:p14="http://schemas.microsoft.com/office/powerpoint/2010/main" val="3291418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Key findings_1 colum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E2CAE510-00AB-5414-0D6A-975B6C60A81C}"/>
              </a:ext>
            </a:extLst>
          </p:cNvPr>
          <p:cNvGraphicFramePr>
            <a:graphicFrameLocks noChangeAspect="1"/>
          </p:cNvGraphicFramePr>
          <p:nvPr userDrawn="1">
            <p:custDataLst>
              <p:tags r:id="rId1"/>
            </p:custDataLst>
            <p:extLst>
              <p:ext uri="{D42A27DB-BD31-4B8C-83A1-F6EECF244321}">
                <p14:modId xmlns:p14="http://schemas.microsoft.com/office/powerpoint/2010/main" val="527064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1" name="think-cell data - do not delete" hidden="1">
                        <a:extLst>
                          <a:ext uri="{FF2B5EF4-FFF2-40B4-BE49-F238E27FC236}">
                            <a16:creationId xmlns:a16="http://schemas.microsoft.com/office/drawing/2014/main" id="{E2CAE510-00AB-5414-0D6A-975B6C60A8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10774799"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10224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9" y="5194800"/>
            <a:ext cx="9792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9">
            <a:extLst>
              <a:ext uri="{FF2B5EF4-FFF2-40B4-BE49-F238E27FC236}">
                <a16:creationId xmlns:a16="http://schemas.microsoft.com/office/drawing/2014/main" id="{366256AB-F7A0-9DF1-5591-74DC2291B301}"/>
              </a:ext>
            </a:extLst>
          </p:cNvPr>
          <p:cNvSpPr>
            <a:spLocks noGrp="1" noRot="1" noMove="1" noResize="1" noEditPoints="1" noAdjustHandles="1" noChangeArrowheads="1" noChangeShapeType="1"/>
          </p:cNvSpPr>
          <p:nvPr>
            <p:ph type="body" sz="quarter" idx="56"/>
          </p:nvPr>
        </p:nvSpPr>
        <p:spPr>
          <a:xfrm>
            <a:off x="982799" y="1557438"/>
            <a:ext cx="10224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Text Placeholder 27">
            <a:extLst>
              <a:ext uri="{FF2B5EF4-FFF2-40B4-BE49-F238E27FC236}">
                <a16:creationId xmlns:a16="http://schemas.microsoft.com/office/drawing/2014/main" id="{DC7AEDC2-3D1C-65A2-6E69-0D63959C04AE}"/>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4" name="Rectangle: Rounded Corners 3">
            <a:extLst>
              <a:ext uri="{FF2B5EF4-FFF2-40B4-BE49-F238E27FC236}">
                <a16:creationId xmlns:a16="http://schemas.microsoft.com/office/drawing/2014/main" id="{E215CC71-C291-2E86-F076-DDBE85808F25}"/>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648988861"/>
      </p:ext>
    </p:extLst>
  </p:cSld>
  <p:clrMapOvr>
    <a:masterClrMapping/>
  </p:clrMapOvr>
  <p:extLst>
    <p:ext uri="{DCECCB84-F9BA-43D5-87BE-67443E8EF086}">
      <p15:sldGuideLst xmlns:p15="http://schemas.microsoft.com/office/powerpoint/2012/main">
        <p15:guide id="2" pos="756" userDrawn="1">
          <p15:clr>
            <a:srgbClr val="FBAE40"/>
          </p15:clr>
        </p15:guide>
        <p15:guide id="3" pos="68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findings_1 column half pag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42C8D9F-48E9-8698-5855-EEDCF215A75E}"/>
              </a:ext>
            </a:extLst>
          </p:cNvPr>
          <p:cNvGraphicFramePr>
            <a:graphicFrameLocks noChangeAspect="1"/>
          </p:cNvGraphicFramePr>
          <p:nvPr userDrawn="1">
            <p:custDataLst>
              <p:tags r:id="rId1"/>
            </p:custDataLst>
            <p:extLst>
              <p:ext uri="{D42A27DB-BD31-4B8C-83A1-F6EECF244321}">
                <p14:modId xmlns:p14="http://schemas.microsoft.com/office/powerpoint/2010/main" val="3284052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0" name="think-cell data - do not delete" hidden="1">
                        <a:extLst>
                          <a:ext uri="{FF2B5EF4-FFF2-40B4-BE49-F238E27FC236}">
                            <a16:creationId xmlns:a16="http://schemas.microsoft.com/office/drawing/2014/main" id="{842C8D9F-48E9-8698-5855-EEDCF215A7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5482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662"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9">
            <a:extLst>
              <a:ext uri="{FF2B5EF4-FFF2-40B4-BE49-F238E27FC236}">
                <a16:creationId xmlns:a16="http://schemas.microsoft.com/office/drawing/2014/main" id="{3A9F96E5-2832-D2D0-7022-DFD8D90C20C7}"/>
              </a:ext>
            </a:extLst>
          </p:cNvPr>
          <p:cNvSpPr>
            <a:spLocks noGrp="1" noRot="1" noMove="1" noResize="1" noEditPoints="1" noAdjustHandles="1" noChangeArrowheads="1" noChangeShapeType="1"/>
          </p:cNvSpPr>
          <p:nvPr>
            <p:ph type="body" sz="quarter" idx="56"/>
          </p:nvPr>
        </p:nvSpPr>
        <p:spPr>
          <a:xfrm>
            <a:off x="98279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Text Placeholder 27">
            <a:extLst>
              <a:ext uri="{FF2B5EF4-FFF2-40B4-BE49-F238E27FC236}">
                <a16:creationId xmlns:a16="http://schemas.microsoft.com/office/drawing/2014/main" id="{6F1B0365-14E5-3C3E-92D7-89A6FAD8D5E3}"/>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4" name="Rectangle: Rounded Corners 3">
            <a:extLst>
              <a:ext uri="{FF2B5EF4-FFF2-40B4-BE49-F238E27FC236}">
                <a16:creationId xmlns:a16="http://schemas.microsoft.com/office/drawing/2014/main" id="{3A4CC353-10F5-A382-70BD-7BD51117CD83}"/>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1528741826"/>
      </p:ext>
    </p:extLst>
  </p:cSld>
  <p:clrMapOvr>
    <a:masterClrMapping/>
  </p:clrMapOvr>
  <p:extLst>
    <p:ext uri="{DCECCB84-F9BA-43D5-87BE-67443E8EF086}">
      <p15:sldGuideLst xmlns:p15="http://schemas.microsoft.com/office/powerpoint/2012/main">
        <p15:guide id="1" pos="756" userDrawn="1">
          <p15:clr>
            <a:srgbClr val="FBAE40"/>
          </p15:clr>
        </p15:guide>
        <p15:guide id="2" pos="68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findings_2 columns">
    <p:spTree>
      <p:nvGrpSpPr>
        <p:cNvPr id="1" name=""/>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12B5F3DC-27A1-0025-EAD0-EB1C99CFFEA6}"/>
              </a:ext>
            </a:extLst>
          </p:cNvPr>
          <p:cNvGraphicFramePr>
            <a:graphicFrameLocks noChangeAspect="1"/>
          </p:cNvGraphicFramePr>
          <p:nvPr userDrawn="1">
            <p:custDataLst>
              <p:tags r:id="rId1"/>
            </p:custDataLst>
            <p:extLst>
              <p:ext uri="{D42A27DB-BD31-4B8C-83A1-F6EECF244321}">
                <p14:modId xmlns:p14="http://schemas.microsoft.com/office/powerpoint/2010/main" val="1380385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6" name="think-cell data - do not delete" hidden="1">
                        <a:extLst>
                          <a:ext uri="{FF2B5EF4-FFF2-40B4-BE49-F238E27FC236}">
                            <a16:creationId xmlns:a16="http://schemas.microsoft.com/office/drawing/2014/main" id="{12B5F3DC-27A1-0025-EAD0-EB1C99CFFE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9" name="Text Placeholder 11">
            <a:extLst>
              <a:ext uri="{FF2B5EF4-FFF2-40B4-BE49-F238E27FC236}">
                <a16:creationId xmlns:a16="http://schemas.microsoft.com/office/drawing/2014/main" id="{CF08799E-21F0-C703-24D9-4C8BF90FC66A}"/>
              </a:ext>
            </a:extLst>
          </p:cNvPr>
          <p:cNvSpPr>
            <a:spLocks noGrp="1" noRot="1" noMove="1" noResize="1" noEditPoints="1" noAdjustHandles="1" noChangeArrowheads="1" noChangeShapeType="1"/>
          </p:cNvSpPr>
          <p:nvPr>
            <p:ph type="body" sz="quarter" idx="52" hasCustomPrompt="1"/>
          </p:nvPr>
        </p:nvSpPr>
        <p:spPr>
          <a:xfrm>
            <a:off x="5482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4" name="Content Placeholder 4">
            <a:extLst>
              <a:ext uri="{FF2B5EF4-FFF2-40B4-BE49-F238E27FC236}">
                <a16:creationId xmlns:a16="http://schemas.microsoft.com/office/drawing/2014/main" id="{E7B3B2CE-DBE9-DDFA-1AE5-572615BE3F3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BE831028-1E39-2229-FB6F-1C4BA322E60E}"/>
              </a:ext>
            </a:extLst>
          </p:cNvPr>
          <p:cNvSpPr>
            <a:spLocks noGrp="1" noRot="1" noMove="1" noResize="1" noEditPoints="1" noAdjustHandles="1" noChangeArrowheads="1" noChangeShapeType="1"/>
          </p:cNvSpPr>
          <p:nvPr>
            <p:ph sz="quarter" idx="55" hasCustomPrompt="1"/>
          </p:nvPr>
        </p:nvSpPr>
        <p:spPr>
          <a:xfrm>
            <a:off x="982662"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8" name="Text Placeholder 9">
            <a:extLst>
              <a:ext uri="{FF2B5EF4-FFF2-40B4-BE49-F238E27FC236}">
                <a16:creationId xmlns:a16="http://schemas.microsoft.com/office/drawing/2014/main" id="{3E8F4685-4DFE-E9B8-144E-474AB3612667}"/>
              </a:ext>
            </a:extLst>
          </p:cNvPr>
          <p:cNvSpPr>
            <a:spLocks noGrp="1" noRot="1" noMove="1" noResize="1" noEditPoints="1" noAdjustHandles="1" noChangeArrowheads="1" noChangeShapeType="1"/>
          </p:cNvSpPr>
          <p:nvPr>
            <p:ph type="body" sz="quarter" idx="56"/>
          </p:nvPr>
        </p:nvSpPr>
        <p:spPr>
          <a:xfrm>
            <a:off x="98279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9" name="Text Placeholder 27">
            <a:extLst>
              <a:ext uri="{FF2B5EF4-FFF2-40B4-BE49-F238E27FC236}">
                <a16:creationId xmlns:a16="http://schemas.microsoft.com/office/drawing/2014/main" id="{CAB7E7BD-3424-7A07-7AA4-9B097C295DB5}"/>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0" name="Text Placeholder 11">
            <a:extLst>
              <a:ext uri="{FF2B5EF4-FFF2-40B4-BE49-F238E27FC236}">
                <a16:creationId xmlns:a16="http://schemas.microsoft.com/office/drawing/2014/main" id="{57E87493-E54A-7B4B-A9B4-69D6006E89FB}"/>
              </a:ext>
            </a:extLst>
          </p:cNvPr>
          <p:cNvSpPr>
            <a:spLocks noGrp="1" noRot="1" noMove="1" noResize="1" noEditPoints="1" noAdjustHandles="1" noChangeArrowheads="1" noChangeShapeType="1"/>
          </p:cNvSpPr>
          <p:nvPr>
            <p:ph type="body" sz="quarter" idx="73"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1" name="Content Placeholder 4">
            <a:extLst>
              <a:ext uri="{FF2B5EF4-FFF2-40B4-BE49-F238E27FC236}">
                <a16:creationId xmlns:a16="http://schemas.microsoft.com/office/drawing/2014/main" id="{972B3526-AA02-E996-73E5-0A759A11481E}"/>
              </a:ext>
            </a:extLst>
          </p:cNvPr>
          <p:cNvSpPr>
            <a:spLocks noGrp="1" noRot="1" noMove="1" noResize="1" noEditPoints="1" noAdjustHandles="1" noChangeArrowheads="1" noChangeShapeType="1"/>
          </p:cNvSpPr>
          <p:nvPr>
            <p:ph sz="quarter" idx="74" hasCustomPrompt="1"/>
          </p:nvPr>
        </p:nvSpPr>
        <p:spPr>
          <a:xfrm>
            <a:off x="6274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062A6F1-C3E2-24FD-E623-3D4DD74C429C}"/>
              </a:ext>
            </a:extLst>
          </p:cNvPr>
          <p:cNvSpPr>
            <a:spLocks noGrp="1" noRot="1" noMove="1" noResize="1" noEditPoints="1" noAdjustHandles="1" noChangeArrowheads="1" noChangeShapeType="1"/>
          </p:cNvSpPr>
          <p:nvPr>
            <p:ph sz="quarter" idx="75" hasCustomPrompt="1"/>
          </p:nvPr>
        </p:nvSpPr>
        <p:spPr>
          <a:xfrm>
            <a:off x="6274800"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9">
            <a:extLst>
              <a:ext uri="{FF2B5EF4-FFF2-40B4-BE49-F238E27FC236}">
                <a16:creationId xmlns:a16="http://schemas.microsoft.com/office/drawing/2014/main" id="{85D08B05-CD14-ABD3-13EF-01905E426036}"/>
              </a:ext>
            </a:extLst>
          </p:cNvPr>
          <p:cNvSpPr>
            <a:spLocks noGrp="1" noRot="1" noMove="1" noResize="1" noEditPoints="1" noAdjustHandles="1" noChangeArrowheads="1" noChangeShapeType="1"/>
          </p:cNvSpPr>
          <p:nvPr>
            <p:ph type="body" sz="quarter" idx="76"/>
          </p:nvPr>
        </p:nvSpPr>
        <p:spPr>
          <a:xfrm>
            <a:off x="627733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4" name="Text Placeholder 27">
            <a:extLst>
              <a:ext uri="{FF2B5EF4-FFF2-40B4-BE49-F238E27FC236}">
                <a16:creationId xmlns:a16="http://schemas.microsoft.com/office/drawing/2014/main" id="{A753AF11-D368-F3A3-3119-73D60544E465}"/>
              </a:ext>
            </a:extLst>
          </p:cNvPr>
          <p:cNvSpPr>
            <a:spLocks noGrp="1" noRot="1" noMove="1" noResize="1" noEditPoints="1" noAdjustHandles="1" noChangeArrowheads="1" noChangeShapeType="1"/>
          </p:cNvSpPr>
          <p:nvPr>
            <p:ph type="body" sz="quarter" idx="77" hasCustomPrompt="1"/>
          </p:nvPr>
        </p:nvSpPr>
        <p:spPr>
          <a:xfrm>
            <a:off x="6310800" y="1377438"/>
            <a:ext cx="144000" cy="144000"/>
          </a:xfrm>
          <a:solidFill>
            <a:srgbClr val="ED2124"/>
          </a:solidFill>
        </p:spPr>
        <p:txBody>
          <a:bodyPr/>
          <a:lstStyle>
            <a:lvl1pPr>
              <a:defRPr/>
            </a:lvl1pPr>
          </a:lstStyle>
          <a:p>
            <a:pPr lvl="0"/>
            <a:r>
              <a:rPr lang="fi-FI"/>
              <a:t> </a:t>
            </a:r>
          </a:p>
        </p:txBody>
      </p:sp>
      <p:sp>
        <p:nvSpPr>
          <p:cNvPr id="3" name="Rectangle: Rounded Corners 2">
            <a:extLst>
              <a:ext uri="{FF2B5EF4-FFF2-40B4-BE49-F238E27FC236}">
                <a16:creationId xmlns:a16="http://schemas.microsoft.com/office/drawing/2014/main" id="{70D032F0-2290-09E6-1449-EAE9B37AB32D}"/>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 name="Rectangle: Rounded Corners 3">
            <a:extLst>
              <a:ext uri="{FF2B5EF4-FFF2-40B4-BE49-F238E27FC236}">
                <a16:creationId xmlns:a16="http://schemas.microsoft.com/office/drawing/2014/main" id="{30EE4DC6-6540-C35D-3E93-4952C8187777}"/>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1519978234"/>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Key findings_3 columns">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CEA2B5EE-3447-AE6A-6093-79728CA61A6E}"/>
              </a:ext>
            </a:extLst>
          </p:cNvPr>
          <p:cNvGraphicFramePr>
            <a:graphicFrameLocks noChangeAspect="1"/>
          </p:cNvGraphicFramePr>
          <p:nvPr userDrawn="1">
            <p:custDataLst>
              <p:tags r:id="rId1"/>
            </p:custDataLst>
            <p:extLst>
              <p:ext uri="{D42A27DB-BD31-4B8C-83A1-F6EECF244321}">
                <p14:modId xmlns:p14="http://schemas.microsoft.com/office/powerpoint/2010/main" val="2559273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4" name="think-cell data - do not delete" hidden="1">
                        <a:extLst>
                          <a:ext uri="{FF2B5EF4-FFF2-40B4-BE49-F238E27FC236}">
                            <a16:creationId xmlns:a16="http://schemas.microsoft.com/office/drawing/2014/main" id="{CEA2B5EE-3447-AE6A-6093-79728CA61A6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9"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36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4420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799"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69579D1F-F482-C4A1-F1BC-B9D829AEF685}"/>
              </a:ext>
            </a:extLst>
          </p:cNvPr>
          <p:cNvSpPr>
            <a:spLocks noGrp="1" noRot="1" noMove="1" noResize="1" noEditPoints="1" noAdjustHandles="1" noChangeArrowheads="1" noChangeShapeType="1"/>
          </p:cNvSpPr>
          <p:nvPr>
            <p:ph type="body" sz="quarter" idx="64"/>
          </p:nvPr>
        </p:nvSpPr>
        <p:spPr>
          <a:xfrm>
            <a:off x="982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8" name="Text Placeholder 9">
            <a:extLst>
              <a:ext uri="{FF2B5EF4-FFF2-40B4-BE49-F238E27FC236}">
                <a16:creationId xmlns:a16="http://schemas.microsoft.com/office/drawing/2014/main" id="{E9CDAC85-5149-996A-232E-CC74C319B7A9}"/>
              </a:ext>
            </a:extLst>
          </p:cNvPr>
          <p:cNvSpPr>
            <a:spLocks noGrp="1" noRot="1" noMove="1" noResize="1" noEditPoints="1" noAdjustHandles="1" noChangeArrowheads="1" noChangeShapeType="1"/>
          </p:cNvSpPr>
          <p:nvPr>
            <p:ph type="body" sz="quarter" idx="65"/>
          </p:nvPr>
        </p:nvSpPr>
        <p:spPr>
          <a:xfrm>
            <a:off x="4420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9" name="Text Placeholder 9">
            <a:extLst>
              <a:ext uri="{FF2B5EF4-FFF2-40B4-BE49-F238E27FC236}">
                <a16:creationId xmlns:a16="http://schemas.microsoft.com/office/drawing/2014/main" id="{69E78225-9420-5475-0CEE-C547C8D3E180}"/>
              </a:ext>
            </a:extLst>
          </p:cNvPr>
          <p:cNvSpPr>
            <a:spLocks noGrp="1" noRot="1" noMove="1" noResize="1" noEditPoints="1" noAdjustHandles="1" noChangeArrowheads="1" noChangeShapeType="1"/>
          </p:cNvSpPr>
          <p:nvPr>
            <p:ph type="body" sz="quarter" idx="66"/>
          </p:nvPr>
        </p:nvSpPr>
        <p:spPr>
          <a:xfrm>
            <a:off x="7858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0" name="Text Placeholder 27">
            <a:extLst>
              <a:ext uri="{FF2B5EF4-FFF2-40B4-BE49-F238E27FC236}">
                <a16:creationId xmlns:a16="http://schemas.microsoft.com/office/drawing/2014/main" id="{A3C3BB78-9B03-08D0-D93E-C664F9D4E30C}"/>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1" name="Text Placeholder 27">
            <a:extLst>
              <a:ext uri="{FF2B5EF4-FFF2-40B4-BE49-F238E27FC236}">
                <a16:creationId xmlns:a16="http://schemas.microsoft.com/office/drawing/2014/main" id="{BE0ACF30-C22E-1585-6B9B-912D6A326BED}"/>
              </a:ext>
            </a:extLst>
          </p:cNvPr>
          <p:cNvSpPr>
            <a:spLocks noGrp="1" noRot="1" noMove="1" noResize="1" noEditPoints="1" noAdjustHandles="1" noChangeArrowheads="1" noChangeShapeType="1"/>
          </p:cNvSpPr>
          <p:nvPr>
            <p:ph type="body" sz="quarter" idx="7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22" name="Text Placeholder 27">
            <a:extLst>
              <a:ext uri="{FF2B5EF4-FFF2-40B4-BE49-F238E27FC236}">
                <a16:creationId xmlns:a16="http://schemas.microsoft.com/office/drawing/2014/main" id="{7031DA32-6FFF-00FE-A4E3-E51F60E8AC7B}"/>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7" name="Rectangle: Rounded Corners 6">
            <a:extLst>
              <a:ext uri="{FF2B5EF4-FFF2-40B4-BE49-F238E27FC236}">
                <a16:creationId xmlns:a16="http://schemas.microsoft.com/office/drawing/2014/main" id="{79965A91-B92E-54A4-C27D-6A13DA6E8B85}"/>
              </a:ext>
            </a:extLst>
          </p:cNvPr>
          <p:cNvSpPr>
            <a:spLocks noGrp="1" noRot="1" noMove="1" noResize="1" noEditPoints="1" noAdjustHandles="1" noChangeArrowheads="1" noChangeShapeType="1"/>
          </p:cNvSpPr>
          <p:nvPr userDrawn="1"/>
        </p:nvSpPr>
        <p:spPr>
          <a:xfrm>
            <a:off x="3664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9" name="Rectangle: Rounded Corners 8">
            <a:extLst>
              <a:ext uri="{FF2B5EF4-FFF2-40B4-BE49-F238E27FC236}">
                <a16:creationId xmlns:a16="http://schemas.microsoft.com/office/drawing/2014/main" id="{797A8A38-F958-593F-7340-B0BDE7A0C08A}"/>
              </a:ext>
            </a:extLst>
          </p:cNvPr>
          <p:cNvSpPr>
            <a:spLocks noGrp="1" noRot="1" noMove="1" noResize="1" noEditPoints="1" noAdjustHandles="1" noChangeArrowheads="1" noChangeShapeType="1"/>
          </p:cNvSpPr>
          <p:nvPr userDrawn="1"/>
        </p:nvSpPr>
        <p:spPr>
          <a:xfrm>
            <a:off x="7102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4" name="Rectangle: Rounded Corners 13">
            <a:extLst>
              <a:ext uri="{FF2B5EF4-FFF2-40B4-BE49-F238E27FC236}">
                <a16:creationId xmlns:a16="http://schemas.microsoft.com/office/drawing/2014/main" id="{BE01C4DF-BEB3-D7EA-2AB8-F9C963223E54}"/>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981254674"/>
      </p:ext>
    </p:extLst>
  </p:cSld>
  <p:clrMapOvr>
    <a:masterClrMapping/>
  </p:clrMapOvr>
  <p:extLst>
    <p:ext uri="{DCECCB84-F9BA-43D5-87BE-67443E8EF086}">
      <p15:sldGuideLst xmlns:p15="http://schemas.microsoft.com/office/powerpoint/2012/main">
        <p15:guide id="1" pos="756" userDrawn="1">
          <p15:clr>
            <a:srgbClr val="FBAE40"/>
          </p15:clr>
        </p15:guide>
        <p15:guide id="2" pos="2933" userDrawn="1">
          <p15:clr>
            <a:srgbClr val="FBAE40"/>
          </p15:clr>
        </p15:guide>
        <p15:guide id="3" pos="508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findings_4 blocks">
    <p:spTree>
      <p:nvGrpSpPr>
        <p:cNvPr id="1" name=""/>
        <p:cNvGrpSpPr/>
        <p:nvPr/>
      </p:nvGrpSpPr>
      <p:grpSpPr>
        <a:xfrm>
          <a:off x="0" y="0"/>
          <a:ext cx="0" cy="0"/>
          <a:chOff x="0" y="0"/>
          <a:chExt cx="0" cy="0"/>
        </a:xfrm>
      </p:grpSpPr>
      <p:graphicFrame>
        <p:nvGraphicFramePr>
          <p:cNvPr id="43" name="think-cell data - do not delete" hidden="1">
            <a:extLst>
              <a:ext uri="{FF2B5EF4-FFF2-40B4-BE49-F238E27FC236}">
                <a16:creationId xmlns:a16="http://schemas.microsoft.com/office/drawing/2014/main" id="{3045556F-4FBB-436E-B375-6C25C0341280}"/>
              </a:ext>
            </a:extLst>
          </p:cNvPr>
          <p:cNvGraphicFramePr>
            <a:graphicFrameLocks noChangeAspect="1"/>
          </p:cNvGraphicFramePr>
          <p:nvPr userDrawn="1">
            <p:custDataLst>
              <p:tags r:id="rId1"/>
            </p:custDataLst>
            <p:extLst>
              <p:ext uri="{D42A27DB-BD31-4B8C-83A1-F6EECF244321}">
                <p14:modId xmlns:p14="http://schemas.microsoft.com/office/powerpoint/2010/main" val="2801579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3" name="think-cell data - do not delete" hidden="1">
                        <a:extLst>
                          <a:ext uri="{FF2B5EF4-FFF2-40B4-BE49-F238E27FC236}">
                            <a16:creationId xmlns:a16="http://schemas.microsoft.com/office/drawing/2014/main" id="{3045556F-4FBB-436E-B375-6C25C03412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5482799"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10774800" y="288947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6274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6274798" y="288947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C8E2CB1A-0B4C-AAEB-41A5-26171B3C9BE4}"/>
              </a:ext>
            </a:extLst>
          </p:cNvPr>
          <p:cNvSpPr>
            <a:spLocks noGrp="1" noRot="1" noMove="1" noResize="1" noEditPoints="1" noAdjustHandles="1" noChangeArrowheads="1" noChangeShapeType="1"/>
          </p:cNvSpPr>
          <p:nvPr>
            <p:ph type="body" sz="quarter" idx="68"/>
          </p:nvPr>
        </p:nvSpPr>
        <p:spPr>
          <a:xfrm>
            <a:off x="982799" y="1557439"/>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2" name="Text Placeholder 9">
            <a:extLst>
              <a:ext uri="{FF2B5EF4-FFF2-40B4-BE49-F238E27FC236}">
                <a16:creationId xmlns:a16="http://schemas.microsoft.com/office/drawing/2014/main" id="{DC298D24-5B7B-AA59-3FC0-A5AEC6060E4C}"/>
              </a:ext>
            </a:extLst>
          </p:cNvPr>
          <p:cNvSpPr>
            <a:spLocks noGrp="1" noRot="1" noMove="1" noResize="1" noEditPoints="1" noAdjustHandles="1" noChangeArrowheads="1" noChangeShapeType="1"/>
          </p:cNvSpPr>
          <p:nvPr>
            <p:ph type="body" sz="quarter" idx="69"/>
          </p:nvPr>
        </p:nvSpPr>
        <p:spPr>
          <a:xfrm>
            <a:off x="6274799" y="1557438"/>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8" name="Text Placeholder 27">
            <a:extLst>
              <a:ext uri="{FF2B5EF4-FFF2-40B4-BE49-F238E27FC236}">
                <a16:creationId xmlns:a16="http://schemas.microsoft.com/office/drawing/2014/main" id="{988FE33B-9E96-4FCD-8C72-C8AAF5769444}"/>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9" name="Text Placeholder 27">
            <a:extLst>
              <a:ext uri="{FF2B5EF4-FFF2-40B4-BE49-F238E27FC236}">
                <a16:creationId xmlns:a16="http://schemas.microsoft.com/office/drawing/2014/main" id="{841D0B44-F933-69E5-DB42-AED6EF612AED}"/>
              </a:ext>
            </a:extLst>
          </p:cNvPr>
          <p:cNvSpPr>
            <a:spLocks noGrp="1" noRot="1" noMove="1" noResize="1" noEditPoints="1" noAdjustHandles="1" noChangeArrowheads="1" noChangeShapeType="1"/>
          </p:cNvSpPr>
          <p:nvPr>
            <p:ph type="body" sz="quarter" idx="73" hasCustomPrompt="1"/>
          </p:nvPr>
        </p:nvSpPr>
        <p:spPr>
          <a:xfrm>
            <a:off x="6310800" y="1377438"/>
            <a:ext cx="144000" cy="144000"/>
          </a:xfrm>
          <a:solidFill>
            <a:srgbClr val="ED2124"/>
          </a:solidFill>
        </p:spPr>
        <p:txBody>
          <a:bodyPr/>
          <a:lstStyle>
            <a:lvl1pPr>
              <a:defRPr/>
            </a:lvl1pPr>
          </a:lstStyle>
          <a:p>
            <a:pPr lvl="0"/>
            <a:r>
              <a:rPr lang="fi-FI"/>
              <a:t> </a:t>
            </a:r>
          </a:p>
        </p:txBody>
      </p:sp>
      <p:sp>
        <p:nvSpPr>
          <p:cNvPr id="32" name="Text Placeholder 11">
            <a:extLst>
              <a:ext uri="{FF2B5EF4-FFF2-40B4-BE49-F238E27FC236}">
                <a16:creationId xmlns:a16="http://schemas.microsoft.com/office/drawing/2014/main" id="{28164553-9A6F-6BD5-5680-EA35169AF4E4}"/>
              </a:ext>
            </a:extLst>
          </p:cNvPr>
          <p:cNvSpPr>
            <a:spLocks noGrp="1" noRot="1" noMove="1" noResize="1" noEditPoints="1" noAdjustHandles="1" noChangeArrowheads="1" noChangeShapeType="1"/>
          </p:cNvSpPr>
          <p:nvPr>
            <p:ph type="body" sz="quarter" idx="74" hasCustomPrompt="1"/>
          </p:nvPr>
        </p:nvSpPr>
        <p:spPr>
          <a:xfrm>
            <a:off x="5482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33" name="Content Placeholder 4">
            <a:extLst>
              <a:ext uri="{FF2B5EF4-FFF2-40B4-BE49-F238E27FC236}">
                <a16:creationId xmlns:a16="http://schemas.microsoft.com/office/drawing/2014/main" id="{F94728CA-646F-70B3-55BC-CFA6ACF84FB8}"/>
              </a:ext>
            </a:extLst>
          </p:cNvPr>
          <p:cNvSpPr>
            <a:spLocks noGrp="1" noRot="1" noMove="1" noResize="1" noEditPoints="1" noAdjustHandles="1" noChangeArrowheads="1" noChangeShapeType="1"/>
          </p:cNvSpPr>
          <p:nvPr>
            <p:ph sz="quarter" idx="75" hasCustomPrompt="1"/>
          </p:nvPr>
        </p:nvSpPr>
        <p:spPr>
          <a:xfrm>
            <a:off x="982800" y="364676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4" name="Content Placeholder 4">
            <a:extLst>
              <a:ext uri="{FF2B5EF4-FFF2-40B4-BE49-F238E27FC236}">
                <a16:creationId xmlns:a16="http://schemas.microsoft.com/office/drawing/2014/main" id="{5CC5C7AE-1B92-24BA-428B-84BA3D1ECF37}"/>
              </a:ext>
            </a:extLst>
          </p:cNvPr>
          <p:cNvSpPr>
            <a:spLocks noGrp="1" noRot="1" noMove="1" noResize="1" noEditPoints="1" noAdjustHandles="1" noChangeArrowheads="1" noChangeShapeType="1"/>
          </p:cNvSpPr>
          <p:nvPr>
            <p:ph sz="quarter" idx="76" hasCustomPrompt="1"/>
          </p:nvPr>
        </p:nvSpPr>
        <p:spPr>
          <a:xfrm>
            <a:off x="982798"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5" name="Text Placeholder 11">
            <a:extLst>
              <a:ext uri="{FF2B5EF4-FFF2-40B4-BE49-F238E27FC236}">
                <a16:creationId xmlns:a16="http://schemas.microsoft.com/office/drawing/2014/main" id="{25579114-3520-6509-C52C-79F929A23463}"/>
              </a:ext>
            </a:extLst>
          </p:cNvPr>
          <p:cNvSpPr>
            <a:spLocks noGrp="1" noRot="1" noMove="1" noResize="1" noEditPoints="1" noAdjustHandles="1" noChangeArrowheads="1" noChangeShapeType="1"/>
          </p:cNvSpPr>
          <p:nvPr>
            <p:ph type="body" sz="quarter" idx="77"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36" name="Content Placeholder 4">
            <a:extLst>
              <a:ext uri="{FF2B5EF4-FFF2-40B4-BE49-F238E27FC236}">
                <a16:creationId xmlns:a16="http://schemas.microsoft.com/office/drawing/2014/main" id="{95E028B9-CC25-DFEA-23C9-C3D45C2FA3DE}"/>
              </a:ext>
            </a:extLst>
          </p:cNvPr>
          <p:cNvSpPr>
            <a:spLocks noGrp="1" noRot="1" noMove="1" noResize="1" noEditPoints="1" noAdjustHandles="1" noChangeArrowheads="1" noChangeShapeType="1"/>
          </p:cNvSpPr>
          <p:nvPr>
            <p:ph sz="quarter" idx="78" hasCustomPrompt="1"/>
          </p:nvPr>
        </p:nvSpPr>
        <p:spPr>
          <a:xfrm>
            <a:off x="6274800" y="364676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7" name="Content Placeholder 4">
            <a:extLst>
              <a:ext uri="{FF2B5EF4-FFF2-40B4-BE49-F238E27FC236}">
                <a16:creationId xmlns:a16="http://schemas.microsoft.com/office/drawing/2014/main" id="{8930995D-1E15-BDD1-755A-912FB02EA38D}"/>
              </a:ext>
            </a:extLst>
          </p:cNvPr>
          <p:cNvSpPr>
            <a:spLocks noGrp="1" noRot="1" noMove="1" noResize="1" noEditPoints="1" noAdjustHandles="1" noChangeArrowheads="1" noChangeShapeType="1"/>
          </p:cNvSpPr>
          <p:nvPr>
            <p:ph sz="quarter" idx="79" hasCustomPrompt="1"/>
          </p:nvPr>
        </p:nvSpPr>
        <p:spPr>
          <a:xfrm>
            <a:off x="6274798"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8" name="Text Placeholder 9">
            <a:extLst>
              <a:ext uri="{FF2B5EF4-FFF2-40B4-BE49-F238E27FC236}">
                <a16:creationId xmlns:a16="http://schemas.microsoft.com/office/drawing/2014/main" id="{7436910C-2791-4A72-D463-C999CC6D2BD7}"/>
              </a:ext>
            </a:extLst>
          </p:cNvPr>
          <p:cNvSpPr>
            <a:spLocks noGrp="1" noRot="1" noMove="1" noResize="1" noEditPoints="1" noAdjustHandles="1" noChangeArrowheads="1" noChangeShapeType="1"/>
          </p:cNvSpPr>
          <p:nvPr>
            <p:ph type="body" sz="quarter" idx="80"/>
          </p:nvPr>
        </p:nvSpPr>
        <p:spPr>
          <a:xfrm>
            <a:off x="982799" y="3862769"/>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9" name="Text Placeholder 9">
            <a:extLst>
              <a:ext uri="{FF2B5EF4-FFF2-40B4-BE49-F238E27FC236}">
                <a16:creationId xmlns:a16="http://schemas.microsoft.com/office/drawing/2014/main" id="{86A3A4C1-D34A-721E-4852-55C411C93357}"/>
              </a:ext>
            </a:extLst>
          </p:cNvPr>
          <p:cNvSpPr>
            <a:spLocks noGrp="1" noRot="1" noMove="1" noResize="1" noEditPoints="1" noAdjustHandles="1" noChangeArrowheads="1" noChangeShapeType="1"/>
          </p:cNvSpPr>
          <p:nvPr>
            <p:ph type="body" sz="quarter" idx="81"/>
          </p:nvPr>
        </p:nvSpPr>
        <p:spPr>
          <a:xfrm>
            <a:off x="6274799" y="3862768"/>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0" name="Text Placeholder 27">
            <a:extLst>
              <a:ext uri="{FF2B5EF4-FFF2-40B4-BE49-F238E27FC236}">
                <a16:creationId xmlns:a16="http://schemas.microsoft.com/office/drawing/2014/main" id="{1D81A833-0097-3218-4FC1-CD6020FF1621}"/>
              </a:ext>
            </a:extLst>
          </p:cNvPr>
          <p:cNvSpPr>
            <a:spLocks noGrp="1" noRot="1" noMove="1" noResize="1" noEditPoints="1" noAdjustHandles="1" noChangeArrowheads="1" noChangeShapeType="1"/>
          </p:cNvSpPr>
          <p:nvPr>
            <p:ph type="body" sz="quarter" idx="82" hasCustomPrompt="1"/>
          </p:nvPr>
        </p:nvSpPr>
        <p:spPr>
          <a:xfrm>
            <a:off x="1020200" y="3682768"/>
            <a:ext cx="144000" cy="144000"/>
          </a:xfrm>
          <a:solidFill>
            <a:srgbClr val="ED2124"/>
          </a:solidFill>
        </p:spPr>
        <p:txBody>
          <a:bodyPr/>
          <a:lstStyle>
            <a:lvl1pPr>
              <a:defRPr/>
            </a:lvl1pPr>
          </a:lstStyle>
          <a:p>
            <a:pPr lvl="0"/>
            <a:r>
              <a:rPr lang="fi-FI"/>
              <a:t> </a:t>
            </a:r>
          </a:p>
        </p:txBody>
      </p:sp>
      <p:sp>
        <p:nvSpPr>
          <p:cNvPr id="41" name="Text Placeholder 27">
            <a:extLst>
              <a:ext uri="{FF2B5EF4-FFF2-40B4-BE49-F238E27FC236}">
                <a16:creationId xmlns:a16="http://schemas.microsoft.com/office/drawing/2014/main" id="{B306F70E-FCDF-83B9-C725-DE54EC161B8B}"/>
              </a:ext>
            </a:extLst>
          </p:cNvPr>
          <p:cNvSpPr>
            <a:spLocks noGrp="1" noRot="1" noMove="1" noResize="1" noEditPoints="1" noAdjustHandles="1" noChangeArrowheads="1" noChangeShapeType="1"/>
          </p:cNvSpPr>
          <p:nvPr>
            <p:ph type="body" sz="quarter" idx="83" hasCustomPrompt="1"/>
          </p:nvPr>
        </p:nvSpPr>
        <p:spPr>
          <a:xfrm>
            <a:off x="6310800" y="3682768"/>
            <a:ext cx="144000" cy="144000"/>
          </a:xfrm>
          <a:solidFill>
            <a:srgbClr val="ED2124"/>
          </a:solidFill>
        </p:spPr>
        <p:txBody>
          <a:bodyPr/>
          <a:lstStyle>
            <a:lvl1pPr>
              <a:defRPr/>
            </a:lvl1pPr>
          </a:lstStyle>
          <a:p>
            <a:pPr lvl="0"/>
            <a:r>
              <a:rPr lang="fi-FI"/>
              <a:t> </a:t>
            </a:r>
          </a:p>
        </p:txBody>
      </p:sp>
      <p:sp>
        <p:nvSpPr>
          <p:cNvPr id="7" name="Rectangle: Rounded Corners 6">
            <a:extLst>
              <a:ext uri="{FF2B5EF4-FFF2-40B4-BE49-F238E27FC236}">
                <a16:creationId xmlns:a16="http://schemas.microsoft.com/office/drawing/2014/main" id="{DEA1888F-A69A-40DA-3CFF-0CDAECDE4051}"/>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9" name="Rectangle: Rounded Corners 8">
            <a:extLst>
              <a:ext uri="{FF2B5EF4-FFF2-40B4-BE49-F238E27FC236}">
                <a16:creationId xmlns:a16="http://schemas.microsoft.com/office/drawing/2014/main" id="{A908D395-D013-ADB7-30BB-227F5B9AD52F}"/>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4" name="Rectangle: Rounded Corners 13">
            <a:extLst>
              <a:ext uri="{FF2B5EF4-FFF2-40B4-BE49-F238E27FC236}">
                <a16:creationId xmlns:a16="http://schemas.microsoft.com/office/drawing/2014/main" id="{48687038-1BC7-B7E2-2104-39CFEEA79746}"/>
              </a:ext>
            </a:extLst>
          </p:cNvPr>
          <p:cNvSpPr>
            <a:spLocks noGrp="1" noRot="1" noMove="1" noResize="1" noEditPoints="1" noAdjustHandles="1" noChangeArrowheads="1" noChangeShapeType="1"/>
          </p:cNvSpPr>
          <p:nvPr userDrawn="1"/>
        </p:nvSpPr>
        <p:spPr>
          <a:xfrm>
            <a:off x="5248800" y="366476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5" name="Rectangle: Rounded Corners 14">
            <a:extLst>
              <a:ext uri="{FF2B5EF4-FFF2-40B4-BE49-F238E27FC236}">
                <a16:creationId xmlns:a16="http://schemas.microsoft.com/office/drawing/2014/main" id="{82488BA5-4DCB-9F21-596B-724FEEA8FF21}"/>
              </a:ext>
            </a:extLst>
          </p:cNvPr>
          <p:cNvSpPr>
            <a:spLocks noGrp="1" noRot="1" noMove="1" noResize="1" noEditPoints="1" noAdjustHandles="1" noChangeArrowheads="1" noChangeShapeType="1"/>
          </p:cNvSpPr>
          <p:nvPr userDrawn="1"/>
        </p:nvSpPr>
        <p:spPr>
          <a:xfrm>
            <a:off x="10540800" y="366476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5877663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findings_6 blocks">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D9DA3F00-EA4F-66F2-085F-2D8FCC1BB0BF}"/>
              </a:ext>
            </a:extLst>
          </p:cNvPr>
          <p:cNvGraphicFramePr>
            <a:graphicFrameLocks noChangeAspect="1"/>
          </p:cNvGraphicFramePr>
          <p:nvPr userDrawn="1">
            <p:custDataLst>
              <p:tags r:id="rId1"/>
            </p:custDataLst>
            <p:extLst>
              <p:ext uri="{D42A27DB-BD31-4B8C-83A1-F6EECF244321}">
                <p14:modId xmlns:p14="http://schemas.microsoft.com/office/powerpoint/2010/main" val="2120055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2" name="think-cell data - do not delete" hidden="1">
                        <a:extLst>
                          <a:ext uri="{FF2B5EF4-FFF2-40B4-BE49-F238E27FC236}">
                            <a16:creationId xmlns:a16="http://schemas.microsoft.com/office/drawing/2014/main" id="{D9DA3F00-EA4F-66F2-085F-2D8FCC1BB0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62417AB-5339-B153-8B7F-333179B1F4B9}"/>
              </a:ext>
            </a:extLst>
          </p:cNvPr>
          <p:cNvSpPr>
            <a:spLocks noGrp="1"/>
          </p:cNvSpPr>
          <p:nvPr>
            <p:ph sz="quarter" idx="54" hasCustomPrompt="1"/>
          </p:nvPr>
        </p:nvSpPr>
        <p:spPr>
          <a:xfrm>
            <a:off x="982800" y="1342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41107"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4420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9" name="Text Placeholder 11">
            <a:extLst>
              <a:ext uri="{FF2B5EF4-FFF2-40B4-BE49-F238E27FC236}">
                <a16:creationId xmlns:a16="http://schemas.microsoft.com/office/drawing/2014/main" id="{37B28971-34BF-8E52-0DDC-B30D66021705}"/>
              </a:ext>
            </a:extLst>
          </p:cNvPr>
          <p:cNvSpPr>
            <a:spLocks noGrp="1" noRot="1" noMove="1" noResize="1" noEditPoints="1" noAdjustHandles="1" noChangeArrowheads="1" noChangeShapeType="1"/>
          </p:cNvSpPr>
          <p:nvPr>
            <p:ph type="body" sz="quarter" idx="64" hasCustomPrompt="1"/>
          </p:nvPr>
        </p:nvSpPr>
        <p:spPr>
          <a:xfrm>
            <a:off x="3898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0" name="Content Placeholder 4">
            <a:extLst>
              <a:ext uri="{FF2B5EF4-FFF2-40B4-BE49-F238E27FC236}">
                <a16:creationId xmlns:a16="http://schemas.microsoft.com/office/drawing/2014/main" id="{C7571025-A520-C289-F83F-FB02B5D6D8F6}"/>
              </a:ext>
            </a:extLst>
          </p:cNvPr>
          <p:cNvSpPr>
            <a:spLocks noGrp="1" noRot="1" noMove="1" noResize="1" noEditPoints="1" noAdjustHandles="1" noChangeArrowheads="1" noChangeShapeType="1"/>
          </p:cNvSpPr>
          <p:nvPr>
            <p:ph sz="quarter" idx="65" hasCustomPrompt="1"/>
          </p:nvPr>
        </p:nvSpPr>
        <p:spPr>
          <a:xfrm>
            <a:off x="982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157ED54-3573-9342-0A13-9F65DB3FAFEA}"/>
              </a:ext>
            </a:extLst>
          </p:cNvPr>
          <p:cNvSpPr>
            <a:spLocks noGrp="1" noRot="1" noMove="1" noResize="1" noEditPoints="1" noAdjustHandles="1" noChangeArrowheads="1" noChangeShapeType="1"/>
          </p:cNvSpPr>
          <p:nvPr>
            <p:ph sz="quarter" idx="67" hasCustomPrompt="1"/>
          </p:nvPr>
        </p:nvSpPr>
        <p:spPr>
          <a:xfrm>
            <a:off x="982798"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11">
            <a:extLst>
              <a:ext uri="{FF2B5EF4-FFF2-40B4-BE49-F238E27FC236}">
                <a16:creationId xmlns:a16="http://schemas.microsoft.com/office/drawing/2014/main" id="{7670816F-6362-F5A5-CA82-F313E2E2DF36}"/>
              </a:ext>
            </a:extLst>
          </p:cNvPr>
          <p:cNvSpPr>
            <a:spLocks noGrp="1" noRot="1" noMove="1" noResize="1" noEditPoints="1" noAdjustHandles="1" noChangeArrowheads="1" noChangeShapeType="1"/>
          </p:cNvSpPr>
          <p:nvPr>
            <p:ph type="body" sz="quarter" idx="68" hasCustomPrompt="1"/>
          </p:nvPr>
        </p:nvSpPr>
        <p:spPr>
          <a:xfrm>
            <a:off x="7341107"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4" name="Content Placeholder 4">
            <a:extLst>
              <a:ext uri="{FF2B5EF4-FFF2-40B4-BE49-F238E27FC236}">
                <a16:creationId xmlns:a16="http://schemas.microsoft.com/office/drawing/2014/main" id="{DFB54A36-20D2-8667-C643-8030A169FA2F}"/>
              </a:ext>
            </a:extLst>
          </p:cNvPr>
          <p:cNvSpPr>
            <a:spLocks noGrp="1" noRot="1" noMove="1" noResize="1" noEditPoints="1" noAdjustHandles="1" noChangeArrowheads="1" noChangeShapeType="1"/>
          </p:cNvSpPr>
          <p:nvPr>
            <p:ph sz="quarter" idx="69" hasCustomPrompt="1"/>
          </p:nvPr>
        </p:nvSpPr>
        <p:spPr>
          <a:xfrm>
            <a:off x="4420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6" name="Content Placeholder 4">
            <a:extLst>
              <a:ext uri="{FF2B5EF4-FFF2-40B4-BE49-F238E27FC236}">
                <a16:creationId xmlns:a16="http://schemas.microsoft.com/office/drawing/2014/main" id="{5D404C6F-695C-37B1-DB5B-83FF8F4E0C29}"/>
              </a:ext>
            </a:extLst>
          </p:cNvPr>
          <p:cNvSpPr>
            <a:spLocks noGrp="1" noRot="1" noMove="1" noResize="1" noEditPoints="1" noAdjustHandles="1" noChangeArrowheads="1" noChangeShapeType="1"/>
          </p:cNvSpPr>
          <p:nvPr>
            <p:ph sz="quarter" idx="71" hasCustomPrompt="1"/>
          </p:nvPr>
        </p:nvSpPr>
        <p:spPr>
          <a:xfrm>
            <a:off x="4420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7" name="Text Placeholder 11">
            <a:extLst>
              <a:ext uri="{FF2B5EF4-FFF2-40B4-BE49-F238E27FC236}">
                <a16:creationId xmlns:a16="http://schemas.microsoft.com/office/drawing/2014/main" id="{D676FCBC-5E14-313B-1A65-E4491BF7719F}"/>
              </a:ext>
            </a:extLst>
          </p:cNvPr>
          <p:cNvSpPr>
            <a:spLocks noGrp="1" noRot="1" noMove="1" noResize="1" noEditPoints="1" noAdjustHandles="1" noChangeArrowheads="1" noChangeShapeType="1"/>
          </p:cNvSpPr>
          <p:nvPr>
            <p:ph type="body" sz="quarter" idx="72" hasCustomPrompt="1"/>
          </p:nvPr>
        </p:nvSpPr>
        <p:spPr>
          <a:xfrm>
            <a:off x="10774800"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8" name="Content Placeholder 4">
            <a:extLst>
              <a:ext uri="{FF2B5EF4-FFF2-40B4-BE49-F238E27FC236}">
                <a16:creationId xmlns:a16="http://schemas.microsoft.com/office/drawing/2014/main" id="{76EE19D6-8B45-1FD3-3321-B0DB835213F1}"/>
              </a:ext>
            </a:extLst>
          </p:cNvPr>
          <p:cNvSpPr>
            <a:spLocks noGrp="1" noRot="1" noMove="1" noResize="1" noEditPoints="1" noAdjustHandles="1" noChangeArrowheads="1" noChangeShapeType="1"/>
          </p:cNvSpPr>
          <p:nvPr>
            <p:ph sz="quarter" idx="73" hasCustomPrompt="1"/>
          </p:nvPr>
        </p:nvSpPr>
        <p:spPr>
          <a:xfrm>
            <a:off x="7858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0" name="Content Placeholder 4">
            <a:extLst>
              <a:ext uri="{FF2B5EF4-FFF2-40B4-BE49-F238E27FC236}">
                <a16:creationId xmlns:a16="http://schemas.microsoft.com/office/drawing/2014/main" id="{84E8CBCE-70E4-ACC3-B32B-6E51F13748D8}"/>
              </a:ext>
            </a:extLst>
          </p:cNvPr>
          <p:cNvSpPr>
            <a:spLocks noGrp="1" noRot="1" noMove="1" noResize="1" noEditPoints="1" noAdjustHandles="1" noChangeArrowheads="1" noChangeShapeType="1"/>
          </p:cNvSpPr>
          <p:nvPr>
            <p:ph sz="quarter" idx="75" hasCustomPrompt="1"/>
          </p:nvPr>
        </p:nvSpPr>
        <p:spPr>
          <a:xfrm>
            <a:off x="7858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490718DA-3279-ED11-1319-5E8DAE02F840}"/>
              </a:ext>
            </a:extLst>
          </p:cNvPr>
          <p:cNvSpPr>
            <a:spLocks noGrp="1" noRot="1" noMove="1" noResize="1" noEditPoints="1" noAdjustHandles="1" noChangeArrowheads="1" noChangeShapeType="1"/>
          </p:cNvSpPr>
          <p:nvPr>
            <p:ph type="body" sz="quarter" idx="76"/>
          </p:nvPr>
        </p:nvSpPr>
        <p:spPr>
          <a:xfrm>
            <a:off x="982800" y="1557439"/>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8" name="Text Placeholder 9">
            <a:extLst>
              <a:ext uri="{FF2B5EF4-FFF2-40B4-BE49-F238E27FC236}">
                <a16:creationId xmlns:a16="http://schemas.microsoft.com/office/drawing/2014/main" id="{1871FD84-E2F2-89FA-9A85-A0D2A352212A}"/>
              </a:ext>
            </a:extLst>
          </p:cNvPr>
          <p:cNvSpPr>
            <a:spLocks noGrp="1" noRot="1" noMove="1" noResize="1" noEditPoints="1" noAdjustHandles="1" noChangeArrowheads="1" noChangeShapeType="1"/>
          </p:cNvSpPr>
          <p:nvPr>
            <p:ph type="body" sz="quarter" idx="77"/>
          </p:nvPr>
        </p:nvSpPr>
        <p:spPr>
          <a:xfrm>
            <a:off x="4420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1" name="Text Placeholder 9">
            <a:extLst>
              <a:ext uri="{FF2B5EF4-FFF2-40B4-BE49-F238E27FC236}">
                <a16:creationId xmlns:a16="http://schemas.microsoft.com/office/drawing/2014/main" id="{1DB3A212-8F0C-80D2-D1B0-9FA48BA8890C}"/>
              </a:ext>
            </a:extLst>
          </p:cNvPr>
          <p:cNvSpPr>
            <a:spLocks noGrp="1" noRot="1" noMove="1" noResize="1" noEditPoints="1" noAdjustHandles="1" noChangeArrowheads="1" noChangeShapeType="1"/>
          </p:cNvSpPr>
          <p:nvPr>
            <p:ph type="body" sz="quarter" idx="78"/>
          </p:nvPr>
        </p:nvSpPr>
        <p:spPr>
          <a:xfrm>
            <a:off x="7858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2" name="Text Placeholder 9">
            <a:extLst>
              <a:ext uri="{FF2B5EF4-FFF2-40B4-BE49-F238E27FC236}">
                <a16:creationId xmlns:a16="http://schemas.microsoft.com/office/drawing/2014/main" id="{8ACACC7A-EF95-E512-BD39-44B0BC7B4C68}"/>
              </a:ext>
            </a:extLst>
          </p:cNvPr>
          <p:cNvSpPr>
            <a:spLocks noGrp="1" noRot="1" noMove="1" noResize="1" noEditPoints="1" noAdjustHandles="1" noChangeArrowheads="1" noChangeShapeType="1"/>
          </p:cNvSpPr>
          <p:nvPr>
            <p:ph type="body" sz="quarter" idx="79"/>
          </p:nvPr>
        </p:nvSpPr>
        <p:spPr>
          <a:xfrm>
            <a:off x="982799"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3" name="Text Placeholder 9">
            <a:extLst>
              <a:ext uri="{FF2B5EF4-FFF2-40B4-BE49-F238E27FC236}">
                <a16:creationId xmlns:a16="http://schemas.microsoft.com/office/drawing/2014/main" id="{05D8A156-372B-E629-4B4F-B8ECC10007D1}"/>
              </a:ext>
            </a:extLst>
          </p:cNvPr>
          <p:cNvSpPr>
            <a:spLocks noGrp="1" noRot="1" noMove="1" noResize="1" noEditPoints="1" noAdjustHandles="1" noChangeArrowheads="1" noChangeShapeType="1"/>
          </p:cNvSpPr>
          <p:nvPr>
            <p:ph type="body" sz="quarter" idx="80"/>
          </p:nvPr>
        </p:nvSpPr>
        <p:spPr>
          <a:xfrm>
            <a:off x="4420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4" name="Text Placeholder 9">
            <a:extLst>
              <a:ext uri="{FF2B5EF4-FFF2-40B4-BE49-F238E27FC236}">
                <a16:creationId xmlns:a16="http://schemas.microsoft.com/office/drawing/2014/main" id="{DABFBCCB-427D-3C26-07DD-E4F4D53E8598}"/>
              </a:ext>
            </a:extLst>
          </p:cNvPr>
          <p:cNvSpPr>
            <a:spLocks noGrp="1" noRot="1" noMove="1" noResize="1" noEditPoints="1" noAdjustHandles="1" noChangeArrowheads="1" noChangeShapeType="1"/>
          </p:cNvSpPr>
          <p:nvPr>
            <p:ph type="body" sz="quarter" idx="81"/>
          </p:nvPr>
        </p:nvSpPr>
        <p:spPr>
          <a:xfrm>
            <a:off x="7858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5" name="Text Placeholder 27">
            <a:extLst>
              <a:ext uri="{FF2B5EF4-FFF2-40B4-BE49-F238E27FC236}">
                <a16:creationId xmlns:a16="http://schemas.microsoft.com/office/drawing/2014/main" id="{1E5BF77F-9E3A-B877-B792-70419C90F238}"/>
              </a:ext>
            </a:extLst>
          </p:cNvPr>
          <p:cNvSpPr>
            <a:spLocks noGrp="1" noRot="1" noMove="1" noResize="1" noEditPoints="1" noAdjustHandles="1" noChangeArrowheads="1" noChangeShapeType="1"/>
          </p:cNvSpPr>
          <p:nvPr>
            <p:ph type="body" sz="quarter" idx="8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36" name="Text Placeholder 27">
            <a:extLst>
              <a:ext uri="{FF2B5EF4-FFF2-40B4-BE49-F238E27FC236}">
                <a16:creationId xmlns:a16="http://schemas.microsoft.com/office/drawing/2014/main" id="{6C1A47EA-D9E4-B927-7940-65EF15953B67}"/>
              </a:ext>
            </a:extLst>
          </p:cNvPr>
          <p:cNvSpPr>
            <a:spLocks noGrp="1" noRot="1" noMove="1" noResize="1" noEditPoints="1" noAdjustHandles="1" noChangeArrowheads="1" noChangeShapeType="1"/>
          </p:cNvSpPr>
          <p:nvPr>
            <p:ph type="body" sz="quarter" idx="8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37" name="Text Placeholder 27">
            <a:extLst>
              <a:ext uri="{FF2B5EF4-FFF2-40B4-BE49-F238E27FC236}">
                <a16:creationId xmlns:a16="http://schemas.microsoft.com/office/drawing/2014/main" id="{D20245B8-B129-16D4-8AC1-3AF521320CD0}"/>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38" name="Text Placeholder 27">
            <a:extLst>
              <a:ext uri="{FF2B5EF4-FFF2-40B4-BE49-F238E27FC236}">
                <a16:creationId xmlns:a16="http://schemas.microsoft.com/office/drawing/2014/main" id="{F8222A61-9E0A-CA85-E944-DF87D6B5DEB9}"/>
              </a:ext>
            </a:extLst>
          </p:cNvPr>
          <p:cNvSpPr>
            <a:spLocks noGrp="1" noRot="1" noMove="1" noResize="1" noEditPoints="1" noAdjustHandles="1" noChangeArrowheads="1" noChangeShapeType="1"/>
          </p:cNvSpPr>
          <p:nvPr>
            <p:ph type="body" sz="quarter" idx="84" hasCustomPrompt="1"/>
          </p:nvPr>
        </p:nvSpPr>
        <p:spPr>
          <a:xfrm>
            <a:off x="1020200" y="3682800"/>
            <a:ext cx="144000" cy="144000"/>
          </a:xfrm>
          <a:solidFill>
            <a:srgbClr val="ED2124"/>
          </a:solidFill>
        </p:spPr>
        <p:txBody>
          <a:bodyPr/>
          <a:lstStyle>
            <a:lvl1pPr>
              <a:defRPr/>
            </a:lvl1pPr>
          </a:lstStyle>
          <a:p>
            <a:pPr lvl="0"/>
            <a:r>
              <a:rPr lang="fi-FI"/>
              <a:t> </a:t>
            </a:r>
          </a:p>
        </p:txBody>
      </p:sp>
      <p:sp>
        <p:nvSpPr>
          <p:cNvPr id="39" name="Text Placeholder 27">
            <a:extLst>
              <a:ext uri="{FF2B5EF4-FFF2-40B4-BE49-F238E27FC236}">
                <a16:creationId xmlns:a16="http://schemas.microsoft.com/office/drawing/2014/main" id="{BD265DD0-6EDB-5AD2-5042-1E92FB1323C2}"/>
              </a:ext>
            </a:extLst>
          </p:cNvPr>
          <p:cNvSpPr>
            <a:spLocks noGrp="1" noRot="1" noMove="1" noResize="1" noEditPoints="1" noAdjustHandles="1" noChangeArrowheads="1" noChangeShapeType="1"/>
          </p:cNvSpPr>
          <p:nvPr>
            <p:ph type="body" sz="quarter" idx="85" hasCustomPrompt="1"/>
          </p:nvPr>
        </p:nvSpPr>
        <p:spPr>
          <a:xfrm>
            <a:off x="4456800" y="3682800"/>
            <a:ext cx="144000" cy="144000"/>
          </a:xfrm>
          <a:solidFill>
            <a:srgbClr val="ED2124"/>
          </a:solidFill>
        </p:spPr>
        <p:txBody>
          <a:bodyPr/>
          <a:lstStyle>
            <a:lvl1pPr>
              <a:defRPr/>
            </a:lvl1pPr>
          </a:lstStyle>
          <a:p>
            <a:pPr lvl="0"/>
            <a:r>
              <a:rPr lang="fi-FI"/>
              <a:t> </a:t>
            </a:r>
          </a:p>
        </p:txBody>
      </p:sp>
      <p:sp>
        <p:nvSpPr>
          <p:cNvPr id="40" name="Text Placeholder 27">
            <a:extLst>
              <a:ext uri="{FF2B5EF4-FFF2-40B4-BE49-F238E27FC236}">
                <a16:creationId xmlns:a16="http://schemas.microsoft.com/office/drawing/2014/main" id="{7E3DA62B-84BF-D06E-06D5-84F2E65D6078}"/>
              </a:ext>
            </a:extLst>
          </p:cNvPr>
          <p:cNvSpPr>
            <a:spLocks noGrp="1" noRot="1" noMove="1" noResize="1" noEditPoints="1" noAdjustHandles="1" noChangeArrowheads="1" noChangeShapeType="1"/>
          </p:cNvSpPr>
          <p:nvPr>
            <p:ph type="body" sz="quarter" idx="86" hasCustomPrompt="1"/>
          </p:nvPr>
        </p:nvSpPr>
        <p:spPr>
          <a:xfrm>
            <a:off x="7894800" y="3682800"/>
            <a:ext cx="144000" cy="144000"/>
          </a:xfrm>
          <a:solidFill>
            <a:srgbClr val="ED2124"/>
          </a:solidFill>
        </p:spPr>
        <p:txBody>
          <a:bodyPr/>
          <a:lstStyle>
            <a:lvl1pPr>
              <a:defRPr/>
            </a:lvl1pPr>
          </a:lstStyle>
          <a:p>
            <a:pPr lvl="0"/>
            <a:r>
              <a:rPr lang="fi-FI"/>
              <a:t> </a:t>
            </a:r>
          </a:p>
        </p:txBody>
      </p:sp>
      <p:sp>
        <p:nvSpPr>
          <p:cNvPr id="9" name="Rectangle: Rounded Corners 8">
            <a:extLst>
              <a:ext uri="{FF2B5EF4-FFF2-40B4-BE49-F238E27FC236}">
                <a16:creationId xmlns:a16="http://schemas.microsoft.com/office/drawing/2014/main" id="{F5DDFC7F-66C3-3701-9C20-D3237B0BDE96}"/>
              </a:ext>
            </a:extLst>
          </p:cNvPr>
          <p:cNvSpPr>
            <a:spLocks noGrp="1" noRot="1" noMove="1" noResize="1" noEditPoints="1" noAdjustHandles="1" noChangeArrowheads="1" noChangeShapeType="1"/>
          </p:cNvSpPr>
          <p:nvPr userDrawn="1"/>
        </p:nvSpPr>
        <p:spPr>
          <a:xfrm>
            <a:off x="7102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14" name="Rectangle: Rounded Corners 13">
            <a:extLst>
              <a:ext uri="{FF2B5EF4-FFF2-40B4-BE49-F238E27FC236}">
                <a16:creationId xmlns:a16="http://schemas.microsoft.com/office/drawing/2014/main" id="{45373E15-3F5E-9F38-1A90-8F10FA0CEA1D}"/>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6" name="Rectangle: Rounded Corners 15">
            <a:extLst>
              <a:ext uri="{FF2B5EF4-FFF2-40B4-BE49-F238E27FC236}">
                <a16:creationId xmlns:a16="http://schemas.microsoft.com/office/drawing/2014/main" id="{94BA44C6-93B8-73F5-598A-E6A4E3C0D7CD}"/>
              </a:ext>
            </a:extLst>
          </p:cNvPr>
          <p:cNvSpPr>
            <a:spLocks noGrp="1" noRot="1" noMove="1" noResize="1" noEditPoints="1" noAdjustHandles="1" noChangeArrowheads="1" noChangeShapeType="1"/>
          </p:cNvSpPr>
          <p:nvPr userDrawn="1"/>
        </p:nvSpPr>
        <p:spPr>
          <a:xfrm>
            <a:off x="3664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21" name="Rectangle: Rounded Corners 20">
            <a:extLst>
              <a:ext uri="{FF2B5EF4-FFF2-40B4-BE49-F238E27FC236}">
                <a16:creationId xmlns:a16="http://schemas.microsoft.com/office/drawing/2014/main" id="{9A32C01F-9565-325C-5F02-CE532746AA77}"/>
              </a:ext>
            </a:extLst>
          </p:cNvPr>
          <p:cNvSpPr>
            <a:spLocks noGrp="1" noRot="1" noMove="1" noResize="1" noEditPoints="1" noAdjustHandles="1" noChangeArrowheads="1" noChangeShapeType="1"/>
          </p:cNvSpPr>
          <p:nvPr userDrawn="1"/>
        </p:nvSpPr>
        <p:spPr>
          <a:xfrm>
            <a:off x="7102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25" name="Rectangle: Rounded Corners 24">
            <a:extLst>
              <a:ext uri="{FF2B5EF4-FFF2-40B4-BE49-F238E27FC236}">
                <a16:creationId xmlns:a16="http://schemas.microsoft.com/office/drawing/2014/main" id="{AA8A3FE9-7FE9-F06B-89EA-4E5175476071}"/>
              </a:ext>
            </a:extLst>
          </p:cNvPr>
          <p:cNvSpPr>
            <a:spLocks noGrp="1" noRot="1" noMove="1" noResize="1" noEditPoints="1" noAdjustHandles="1" noChangeArrowheads="1" noChangeShapeType="1"/>
          </p:cNvSpPr>
          <p:nvPr userDrawn="1"/>
        </p:nvSpPr>
        <p:spPr>
          <a:xfrm>
            <a:off x="10540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6" name="Rectangle: Rounded Corners 45">
            <a:extLst>
              <a:ext uri="{FF2B5EF4-FFF2-40B4-BE49-F238E27FC236}">
                <a16:creationId xmlns:a16="http://schemas.microsoft.com/office/drawing/2014/main" id="{B732952C-5B45-DB3A-84CC-E411A4E18334}"/>
              </a:ext>
            </a:extLst>
          </p:cNvPr>
          <p:cNvSpPr/>
          <p:nvPr userDrawn="1"/>
        </p:nvSpPr>
        <p:spPr>
          <a:xfrm>
            <a:off x="3664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Tree>
    <p:extLst>
      <p:ext uri="{BB962C8B-B14F-4D97-AF65-F5344CB8AC3E}">
        <p14:creationId xmlns:p14="http://schemas.microsoft.com/office/powerpoint/2010/main" val="2408014319"/>
      </p:ext>
    </p:extLst>
  </p:cSld>
  <p:clrMapOvr>
    <a:masterClrMapping/>
  </p:clrMapOvr>
  <p:extLst>
    <p:ext uri="{DCECCB84-F9BA-43D5-87BE-67443E8EF086}">
      <p15:sldGuideLst xmlns:p15="http://schemas.microsoft.com/office/powerpoint/2012/main">
        <p15:guide id="1" pos="756" userDrawn="1">
          <p15:clr>
            <a:srgbClr val="FBAE40"/>
          </p15:clr>
        </p15:guide>
        <p15:guide id="2" pos="2729" userDrawn="1">
          <p15:clr>
            <a:srgbClr val="FBAE40"/>
          </p15:clr>
        </p15:guide>
        <p15:guide id="3" pos="2788" userDrawn="1">
          <p15:clr>
            <a:srgbClr val="FBAE40"/>
          </p15:clr>
        </p15:guide>
        <p15:guide id="4" pos="292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Key findings_6 blocks">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D9DA3F00-EA4F-66F2-085F-2D8FCC1BB0BF}"/>
              </a:ext>
            </a:extLst>
          </p:cNvPr>
          <p:cNvGraphicFramePr>
            <a:graphicFrameLocks noChangeAspect="1"/>
          </p:cNvGraphicFramePr>
          <p:nvPr userDrawn="1">
            <p:custDataLst>
              <p:tags r:id="rId1"/>
            </p:custDataLst>
            <p:extLst>
              <p:ext uri="{D42A27DB-BD31-4B8C-83A1-F6EECF244321}">
                <p14:modId xmlns:p14="http://schemas.microsoft.com/office/powerpoint/2010/main" val="169054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2" name="think-cell data - do not delete" hidden="1">
                        <a:extLst>
                          <a:ext uri="{FF2B5EF4-FFF2-40B4-BE49-F238E27FC236}">
                            <a16:creationId xmlns:a16="http://schemas.microsoft.com/office/drawing/2014/main" id="{D9DA3F00-EA4F-66F2-085F-2D8FCC1BB0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7" name="Rectangle 46">
            <a:extLst>
              <a:ext uri="{FF2B5EF4-FFF2-40B4-BE49-F238E27FC236}">
                <a16:creationId xmlns:a16="http://schemas.microsoft.com/office/drawing/2014/main" id="{7FAD0EA7-D992-3337-D49F-B2D9E33E3D6F}"/>
              </a:ext>
            </a:extLst>
          </p:cNvPr>
          <p:cNvSpPr>
            <a:spLocks/>
          </p:cNvSpPr>
          <p:nvPr userDrawn="1"/>
        </p:nvSpPr>
        <p:spPr>
          <a:xfrm>
            <a:off x="4420800" y="1342800"/>
            <a:ext cx="3348000" cy="216000"/>
          </a:xfrm>
          <a:prstGeom prst="rect">
            <a:avLst/>
          </a:prstGeom>
          <a:solidFill>
            <a:srgbClr val="0C233C"/>
          </a:solidFill>
        </p:spPr>
        <p:txBody>
          <a:bodyPr vert="horz" lIns="252000" tIns="36000" rIns="36000" bIns="36000" rtlCol="0" anchor="ctr" anchorCtr="0">
            <a:noAutofit/>
          </a:bodyPr>
          <a:lstStyle/>
          <a:p>
            <a:pPr lvl="0" indent="0">
              <a:lnSpc>
                <a:spcPct val="100000"/>
              </a:lnSpc>
              <a:spcBef>
                <a:spcPts val="0"/>
              </a:spcBef>
              <a:spcAft>
                <a:spcPts val="600"/>
              </a:spcAft>
              <a:buFontTx/>
              <a:buNone/>
            </a:pPr>
            <a:endParaRPr lang="fi-FI" sz="900" b="1">
              <a:solidFill>
                <a:schemeClr val="bg1"/>
              </a:solidFill>
            </a:endParaRPr>
          </a:p>
        </p:txBody>
      </p:sp>
      <p:sp>
        <p:nvSpPr>
          <p:cNvPr id="5" name="Content Placeholder 4">
            <a:extLst>
              <a:ext uri="{FF2B5EF4-FFF2-40B4-BE49-F238E27FC236}">
                <a16:creationId xmlns:a16="http://schemas.microsoft.com/office/drawing/2014/main" id="{162417AB-5339-B153-8B7F-333179B1F4B9}"/>
              </a:ext>
            </a:extLst>
          </p:cNvPr>
          <p:cNvSpPr>
            <a:spLocks noGrp="1"/>
          </p:cNvSpPr>
          <p:nvPr>
            <p:ph sz="quarter" idx="54" hasCustomPrompt="1"/>
          </p:nvPr>
        </p:nvSpPr>
        <p:spPr>
          <a:xfrm>
            <a:off x="982800" y="1342800"/>
            <a:ext cx="3348000" cy="216000"/>
          </a:xfrm>
          <a:solidFill>
            <a:srgbClr val="0C233C"/>
          </a:solidFill>
        </p:spPr>
        <p:txBody>
          <a:bodyPr vert="horz" lIns="252000" tIns="36000" rIns="36000" bIns="36000" rtlCol="0" anchor="ctr" anchorCtr="0">
            <a:noAutofit/>
          </a:bodyPr>
          <a:lstStyle>
            <a:lvl1pPr>
              <a:defRPr lang="fi-FI" dirty="0">
                <a:solidFill>
                  <a:schemeClr val="bg1"/>
                </a:solidFill>
              </a:defRPr>
            </a:lvl1pPr>
          </a:lstStyle>
          <a:p>
            <a:pPr lvl="0"/>
            <a:r>
              <a:rPr lang="en-US"/>
              <a:t>Click to add title</a:t>
            </a:r>
            <a:endParaRPr lang="fi-FI"/>
          </a:p>
        </p:txBody>
      </p:sp>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41107"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9" name="Text Placeholder 11">
            <a:extLst>
              <a:ext uri="{FF2B5EF4-FFF2-40B4-BE49-F238E27FC236}">
                <a16:creationId xmlns:a16="http://schemas.microsoft.com/office/drawing/2014/main" id="{37B28971-34BF-8E52-0DDC-B30D66021705}"/>
              </a:ext>
            </a:extLst>
          </p:cNvPr>
          <p:cNvSpPr>
            <a:spLocks noGrp="1" noRot="1" noMove="1" noResize="1" noEditPoints="1" noAdjustHandles="1" noChangeArrowheads="1" noChangeShapeType="1"/>
          </p:cNvSpPr>
          <p:nvPr>
            <p:ph type="body" sz="quarter" idx="64" hasCustomPrompt="1"/>
          </p:nvPr>
        </p:nvSpPr>
        <p:spPr>
          <a:xfrm>
            <a:off x="3898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0" name="Content Placeholder 4">
            <a:extLst>
              <a:ext uri="{FF2B5EF4-FFF2-40B4-BE49-F238E27FC236}">
                <a16:creationId xmlns:a16="http://schemas.microsoft.com/office/drawing/2014/main" id="{C7571025-A520-C289-F83F-FB02B5D6D8F6}"/>
              </a:ext>
            </a:extLst>
          </p:cNvPr>
          <p:cNvSpPr>
            <a:spLocks noGrp="1" noRot="1" noMove="1" noResize="1" noEditPoints="1" noAdjustHandles="1" noChangeArrowheads="1" noChangeShapeType="1"/>
          </p:cNvSpPr>
          <p:nvPr>
            <p:ph sz="quarter" idx="65" hasCustomPrompt="1"/>
          </p:nvPr>
        </p:nvSpPr>
        <p:spPr>
          <a:xfrm>
            <a:off x="982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157ED54-3573-9342-0A13-9F65DB3FAFEA}"/>
              </a:ext>
            </a:extLst>
          </p:cNvPr>
          <p:cNvSpPr>
            <a:spLocks noGrp="1" noRot="1" noMove="1" noResize="1" noEditPoints="1" noAdjustHandles="1" noChangeArrowheads="1" noChangeShapeType="1"/>
          </p:cNvSpPr>
          <p:nvPr>
            <p:ph sz="quarter" idx="67" hasCustomPrompt="1"/>
          </p:nvPr>
        </p:nvSpPr>
        <p:spPr>
          <a:xfrm>
            <a:off x="982798"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11">
            <a:extLst>
              <a:ext uri="{FF2B5EF4-FFF2-40B4-BE49-F238E27FC236}">
                <a16:creationId xmlns:a16="http://schemas.microsoft.com/office/drawing/2014/main" id="{7670816F-6362-F5A5-CA82-F313E2E2DF36}"/>
              </a:ext>
            </a:extLst>
          </p:cNvPr>
          <p:cNvSpPr>
            <a:spLocks noGrp="1" noRot="1" noMove="1" noResize="1" noEditPoints="1" noAdjustHandles="1" noChangeArrowheads="1" noChangeShapeType="1"/>
          </p:cNvSpPr>
          <p:nvPr>
            <p:ph type="body" sz="quarter" idx="68" hasCustomPrompt="1"/>
          </p:nvPr>
        </p:nvSpPr>
        <p:spPr>
          <a:xfrm>
            <a:off x="7341107"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4" name="Content Placeholder 4">
            <a:extLst>
              <a:ext uri="{FF2B5EF4-FFF2-40B4-BE49-F238E27FC236}">
                <a16:creationId xmlns:a16="http://schemas.microsoft.com/office/drawing/2014/main" id="{DFB54A36-20D2-8667-C643-8030A169FA2F}"/>
              </a:ext>
            </a:extLst>
          </p:cNvPr>
          <p:cNvSpPr>
            <a:spLocks noGrp="1" noRot="1" noMove="1" noResize="1" noEditPoints="1" noAdjustHandles="1" noChangeArrowheads="1" noChangeShapeType="1"/>
          </p:cNvSpPr>
          <p:nvPr>
            <p:ph sz="quarter" idx="69" hasCustomPrompt="1"/>
          </p:nvPr>
        </p:nvSpPr>
        <p:spPr>
          <a:xfrm>
            <a:off x="4420800" y="3646800"/>
            <a:ext cx="3348000" cy="216000"/>
          </a:xfrm>
          <a:solidFill>
            <a:srgbClr val="0C233C"/>
          </a:solidFill>
        </p:spPr>
        <p:txBody>
          <a:bodyPr vert="horz" lIns="252000" tIns="36000" rIns="36000" bIns="36000" rtlCol="0" anchor="ctr" anchorCtr="0">
            <a:noAutofit/>
          </a:bodyPr>
          <a:lstStyle>
            <a:lvl1pPr>
              <a:defRPr lang="fi-FI">
                <a:solidFill>
                  <a:schemeClr val="bg1"/>
                </a:solidFill>
              </a:defRPr>
            </a:lvl1pPr>
          </a:lstStyle>
          <a:p>
            <a:pPr lvl="0"/>
            <a:r>
              <a:rPr lang="en-US"/>
              <a:t>Click to add title</a:t>
            </a:r>
            <a:endParaRPr lang="fi-FI"/>
          </a:p>
        </p:txBody>
      </p:sp>
      <p:sp>
        <p:nvSpPr>
          <p:cNvPr id="26" name="Content Placeholder 4">
            <a:extLst>
              <a:ext uri="{FF2B5EF4-FFF2-40B4-BE49-F238E27FC236}">
                <a16:creationId xmlns:a16="http://schemas.microsoft.com/office/drawing/2014/main" id="{5D404C6F-695C-37B1-DB5B-83FF8F4E0C29}"/>
              </a:ext>
            </a:extLst>
          </p:cNvPr>
          <p:cNvSpPr>
            <a:spLocks noGrp="1" noRot="1" noMove="1" noResize="1" noEditPoints="1" noAdjustHandles="1" noChangeArrowheads="1" noChangeShapeType="1"/>
          </p:cNvSpPr>
          <p:nvPr>
            <p:ph sz="quarter" idx="71" hasCustomPrompt="1"/>
          </p:nvPr>
        </p:nvSpPr>
        <p:spPr>
          <a:xfrm>
            <a:off x="4420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7" name="Text Placeholder 11">
            <a:extLst>
              <a:ext uri="{FF2B5EF4-FFF2-40B4-BE49-F238E27FC236}">
                <a16:creationId xmlns:a16="http://schemas.microsoft.com/office/drawing/2014/main" id="{D676FCBC-5E14-313B-1A65-E4491BF7719F}"/>
              </a:ext>
            </a:extLst>
          </p:cNvPr>
          <p:cNvSpPr>
            <a:spLocks noGrp="1" noRot="1" noMove="1" noResize="1" noEditPoints="1" noAdjustHandles="1" noChangeArrowheads="1" noChangeShapeType="1"/>
          </p:cNvSpPr>
          <p:nvPr>
            <p:ph type="body" sz="quarter" idx="72" hasCustomPrompt="1"/>
          </p:nvPr>
        </p:nvSpPr>
        <p:spPr>
          <a:xfrm>
            <a:off x="10774800"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8" name="Content Placeholder 4">
            <a:extLst>
              <a:ext uri="{FF2B5EF4-FFF2-40B4-BE49-F238E27FC236}">
                <a16:creationId xmlns:a16="http://schemas.microsoft.com/office/drawing/2014/main" id="{76EE19D6-8B45-1FD3-3321-B0DB835213F1}"/>
              </a:ext>
            </a:extLst>
          </p:cNvPr>
          <p:cNvSpPr>
            <a:spLocks noGrp="1" noRot="1" noMove="1" noResize="1" noEditPoints="1" noAdjustHandles="1" noChangeArrowheads="1" noChangeShapeType="1"/>
          </p:cNvSpPr>
          <p:nvPr>
            <p:ph sz="quarter" idx="73" hasCustomPrompt="1"/>
          </p:nvPr>
        </p:nvSpPr>
        <p:spPr>
          <a:xfrm>
            <a:off x="7858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0" name="Content Placeholder 4">
            <a:extLst>
              <a:ext uri="{FF2B5EF4-FFF2-40B4-BE49-F238E27FC236}">
                <a16:creationId xmlns:a16="http://schemas.microsoft.com/office/drawing/2014/main" id="{84E8CBCE-70E4-ACC3-B32B-6E51F13748D8}"/>
              </a:ext>
            </a:extLst>
          </p:cNvPr>
          <p:cNvSpPr>
            <a:spLocks noGrp="1" noRot="1" noMove="1" noResize="1" noEditPoints="1" noAdjustHandles="1" noChangeArrowheads="1" noChangeShapeType="1"/>
          </p:cNvSpPr>
          <p:nvPr>
            <p:ph sz="quarter" idx="75" hasCustomPrompt="1"/>
          </p:nvPr>
        </p:nvSpPr>
        <p:spPr>
          <a:xfrm>
            <a:off x="7858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1" name="Text Placeholder 9">
            <a:extLst>
              <a:ext uri="{FF2B5EF4-FFF2-40B4-BE49-F238E27FC236}">
                <a16:creationId xmlns:a16="http://schemas.microsoft.com/office/drawing/2014/main" id="{1DB3A212-8F0C-80D2-D1B0-9FA48BA8890C}"/>
              </a:ext>
            </a:extLst>
          </p:cNvPr>
          <p:cNvSpPr>
            <a:spLocks noGrp="1" noRot="1" noMove="1" noResize="1" noEditPoints="1" noAdjustHandles="1" noChangeArrowheads="1" noChangeShapeType="1"/>
          </p:cNvSpPr>
          <p:nvPr>
            <p:ph type="body" sz="quarter" idx="78"/>
          </p:nvPr>
        </p:nvSpPr>
        <p:spPr>
          <a:xfrm>
            <a:off x="7858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2" name="Text Placeholder 9">
            <a:extLst>
              <a:ext uri="{FF2B5EF4-FFF2-40B4-BE49-F238E27FC236}">
                <a16:creationId xmlns:a16="http://schemas.microsoft.com/office/drawing/2014/main" id="{8ACACC7A-EF95-E512-BD39-44B0BC7B4C68}"/>
              </a:ext>
            </a:extLst>
          </p:cNvPr>
          <p:cNvSpPr>
            <a:spLocks noGrp="1" noRot="1" noMove="1" noResize="1" noEditPoints="1" noAdjustHandles="1" noChangeArrowheads="1" noChangeShapeType="1"/>
          </p:cNvSpPr>
          <p:nvPr>
            <p:ph type="body" sz="quarter" idx="79"/>
          </p:nvPr>
        </p:nvSpPr>
        <p:spPr>
          <a:xfrm>
            <a:off x="982799"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3" name="Text Placeholder 9">
            <a:extLst>
              <a:ext uri="{FF2B5EF4-FFF2-40B4-BE49-F238E27FC236}">
                <a16:creationId xmlns:a16="http://schemas.microsoft.com/office/drawing/2014/main" id="{05D8A156-372B-E629-4B4F-B8ECC10007D1}"/>
              </a:ext>
            </a:extLst>
          </p:cNvPr>
          <p:cNvSpPr>
            <a:spLocks noGrp="1" noRot="1" noMove="1" noResize="1" noEditPoints="1" noAdjustHandles="1" noChangeArrowheads="1" noChangeShapeType="1"/>
          </p:cNvSpPr>
          <p:nvPr>
            <p:ph type="body" sz="quarter" idx="80"/>
          </p:nvPr>
        </p:nvSpPr>
        <p:spPr>
          <a:xfrm>
            <a:off x="4420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4" name="Text Placeholder 9">
            <a:extLst>
              <a:ext uri="{FF2B5EF4-FFF2-40B4-BE49-F238E27FC236}">
                <a16:creationId xmlns:a16="http://schemas.microsoft.com/office/drawing/2014/main" id="{DABFBCCB-427D-3C26-07DD-E4F4D53E8598}"/>
              </a:ext>
            </a:extLst>
          </p:cNvPr>
          <p:cNvSpPr>
            <a:spLocks noGrp="1" noRot="1" noMove="1" noResize="1" noEditPoints="1" noAdjustHandles="1" noChangeArrowheads="1" noChangeShapeType="1"/>
          </p:cNvSpPr>
          <p:nvPr>
            <p:ph type="body" sz="quarter" idx="81"/>
          </p:nvPr>
        </p:nvSpPr>
        <p:spPr>
          <a:xfrm>
            <a:off x="7858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5" name="Text Placeholder 27">
            <a:extLst>
              <a:ext uri="{FF2B5EF4-FFF2-40B4-BE49-F238E27FC236}">
                <a16:creationId xmlns:a16="http://schemas.microsoft.com/office/drawing/2014/main" id="{1E5BF77F-9E3A-B877-B792-70419C90F238}"/>
              </a:ext>
            </a:extLst>
          </p:cNvPr>
          <p:cNvSpPr>
            <a:spLocks noGrp="1" noRot="1" noMove="1" noResize="1" noEditPoints="1" noAdjustHandles="1" noChangeArrowheads="1" noChangeShapeType="1"/>
          </p:cNvSpPr>
          <p:nvPr>
            <p:ph type="body" sz="quarter" idx="8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36" name="Text Placeholder 27">
            <a:extLst>
              <a:ext uri="{FF2B5EF4-FFF2-40B4-BE49-F238E27FC236}">
                <a16:creationId xmlns:a16="http://schemas.microsoft.com/office/drawing/2014/main" id="{6C1A47EA-D9E4-B927-7940-65EF15953B67}"/>
              </a:ext>
            </a:extLst>
          </p:cNvPr>
          <p:cNvSpPr>
            <a:spLocks noGrp="1" noRot="1" noMove="1" noResize="1" noEditPoints="1" noAdjustHandles="1" noChangeArrowheads="1" noChangeShapeType="1"/>
          </p:cNvSpPr>
          <p:nvPr>
            <p:ph type="body" sz="quarter" idx="8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37" name="Text Placeholder 27">
            <a:extLst>
              <a:ext uri="{FF2B5EF4-FFF2-40B4-BE49-F238E27FC236}">
                <a16:creationId xmlns:a16="http://schemas.microsoft.com/office/drawing/2014/main" id="{D20245B8-B129-16D4-8AC1-3AF521320CD0}"/>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38" name="Text Placeholder 27">
            <a:extLst>
              <a:ext uri="{FF2B5EF4-FFF2-40B4-BE49-F238E27FC236}">
                <a16:creationId xmlns:a16="http://schemas.microsoft.com/office/drawing/2014/main" id="{F8222A61-9E0A-CA85-E944-DF87D6B5DEB9}"/>
              </a:ext>
            </a:extLst>
          </p:cNvPr>
          <p:cNvSpPr>
            <a:spLocks noGrp="1" noRot="1" noMove="1" noResize="1" noEditPoints="1" noAdjustHandles="1" noChangeArrowheads="1" noChangeShapeType="1"/>
          </p:cNvSpPr>
          <p:nvPr>
            <p:ph type="body" sz="quarter" idx="84" hasCustomPrompt="1"/>
          </p:nvPr>
        </p:nvSpPr>
        <p:spPr>
          <a:xfrm>
            <a:off x="1020200" y="3682800"/>
            <a:ext cx="144000" cy="144000"/>
          </a:xfrm>
          <a:solidFill>
            <a:srgbClr val="ED2124"/>
          </a:solidFill>
        </p:spPr>
        <p:txBody>
          <a:bodyPr/>
          <a:lstStyle>
            <a:lvl1pPr>
              <a:defRPr/>
            </a:lvl1pPr>
          </a:lstStyle>
          <a:p>
            <a:pPr lvl="0"/>
            <a:r>
              <a:rPr lang="fi-FI"/>
              <a:t> </a:t>
            </a:r>
          </a:p>
        </p:txBody>
      </p:sp>
      <p:sp>
        <p:nvSpPr>
          <p:cNvPr id="39" name="Text Placeholder 27">
            <a:extLst>
              <a:ext uri="{FF2B5EF4-FFF2-40B4-BE49-F238E27FC236}">
                <a16:creationId xmlns:a16="http://schemas.microsoft.com/office/drawing/2014/main" id="{BD265DD0-6EDB-5AD2-5042-1E92FB1323C2}"/>
              </a:ext>
            </a:extLst>
          </p:cNvPr>
          <p:cNvSpPr>
            <a:spLocks noGrp="1" noRot="1" noMove="1" noResize="1" noEditPoints="1" noAdjustHandles="1" noChangeArrowheads="1" noChangeShapeType="1"/>
          </p:cNvSpPr>
          <p:nvPr>
            <p:ph type="body" sz="quarter" idx="85" hasCustomPrompt="1"/>
          </p:nvPr>
        </p:nvSpPr>
        <p:spPr>
          <a:xfrm>
            <a:off x="4456800" y="3682800"/>
            <a:ext cx="144000" cy="144000"/>
          </a:xfrm>
          <a:solidFill>
            <a:srgbClr val="ED2124"/>
          </a:solidFill>
        </p:spPr>
        <p:txBody>
          <a:bodyPr/>
          <a:lstStyle>
            <a:lvl1pPr>
              <a:defRPr/>
            </a:lvl1pPr>
          </a:lstStyle>
          <a:p>
            <a:pPr lvl="0"/>
            <a:r>
              <a:rPr lang="fi-FI"/>
              <a:t> </a:t>
            </a:r>
          </a:p>
        </p:txBody>
      </p:sp>
      <p:sp>
        <p:nvSpPr>
          <p:cNvPr id="40" name="Text Placeholder 27">
            <a:extLst>
              <a:ext uri="{FF2B5EF4-FFF2-40B4-BE49-F238E27FC236}">
                <a16:creationId xmlns:a16="http://schemas.microsoft.com/office/drawing/2014/main" id="{7E3DA62B-84BF-D06E-06D5-84F2E65D6078}"/>
              </a:ext>
            </a:extLst>
          </p:cNvPr>
          <p:cNvSpPr>
            <a:spLocks noGrp="1" noRot="1" noMove="1" noResize="1" noEditPoints="1" noAdjustHandles="1" noChangeArrowheads="1" noChangeShapeType="1"/>
          </p:cNvSpPr>
          <p:nvPr>
            <p:ph type="body" sz="quarter" idx="86" hasCustomPrompt="1"/>
          </p:nvPr>
        </p:nvSpPr>
        <p:spPr>
          <a:xfrm>
            <a:off x="7894800" y="3682800"/>
            <a:ext cx="144000" cy="144000"/>
          </a:xfrm>
          <a:solidFill>
            <a:srgbClr val="ED2124"/>
          </a:solidFill>
        </p:spPr>
        <p:txBody>
          <a:bodyPr/>
          <a:lstStyle>
            <a:lvl1pPr>
              <a:defRPr/>
            </a:lvl1pPr>
          </a:lstStyle>
          <a:p>
            <a:pPr lvl="0"/>
            <a:r>
              <a:rPr lang="fi-FI"/>
              <a:t> </a:t>
            </a:r>
          </a:p>
        </p:txBody>
      </p:sp>
      <p:sp>
        <p:nvSpPr>
          <p:cNvPr id="14" name="Rectangle: Rounded Corners 13">
            <a:extLst>
              <a:ext uri="{FF2B5EF4-FFF2-40B4-BE49-F238E27FC236}">
                <a16:creationId xmlns:a16="http://schemas.microsoft.com/office/drawing/2014/main" id="{45373E15-3F5E-9F38-1A90-8F10FA0CEA1D}"/>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6" name="Rectangle: Rounded Corners 15">
            <a:extLst>
              <a:ext uri="{FF2B5EF4-FFF2-40B4-BE49-F238E27FC236}">
                <a16:creationId xmlns:a16="http://schemas.microsoft.com/office/drawing/2014/main" id="{94BA44C6-93B8-73F5-598A-E6A4E3C0D7CD}"/>
              </a:ext>
            </a:extLst>
          </p:cNvPr>
          <p:cNvSpPr>
            <a:spLocks noGrp="1" noRot="1" noMove="1" noResize="1" noEditPoints="1" noAdjustHandles="1" noChangeArrowheads="1" noChangeShapeType="1"/>
          </p:cNvSpPr>
          <p:nvPr userDrawn="1"/>
        </p:nvSpPr>
        <p:spPr>
          <a:xfrm>
            <a:off x="3664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21" name="Rectangle: Rounded Corners 20">
            <a:extLst>
              <a:ext uri="{FF2B5EF4-FFF2-40B4-BE49-F238E27FC236}">
                <a16:creationId xmlns:a16="http://schemas.microsoft.com/office/drawing/2014/main" id="{9A32C01F-9565-325C-5F02-CE532746AA77}"/>
              </a:ext>
            </a:extLst>
          </p:cNvPr>
          <p:cNvSpPr>
            <a:spLocks noGrp="1" noRot="1" noMove="1" noResize="1" noEditPoints="1" noAdjustHandles="1" noChangeArrowheads="1" noChangeShapeType="1"/>
          </p:cNvSpPr>
          <p:nvPr userDrawn="1"/>
        </p:nvSpPr>
        <p:spPr>
          <a:xfrm>
            <a:off x="7102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25" name="Rectangle: Rounded Corners 24">
            <a:extLst>
              <a:ext uri="{FF2B5EF4-FFF2-40B4-BE49-F238E27FC236}">
                <a16:creationId xmlns:a16="http://schemas.microsoft.com/office/drawing/2014/main" id="{AA8A3FE9-7FE9-F06B-89EA-4E5175476071}"/>
              </a:ext>
            </a:extLst>
          </p:cNvPr>
          <p:cNvSpPr>
            <a:spLocks noGrp="1" noRot="1" noMove="1" noResize="1" noEditPoints="1" noAdjustHandles="1" noChangeArrowheads="1" noChangeShapeType="1"/>
          </p:cNvSpPr>
          <p:nvPr userDrawn="1"/>
        </p:nvSpPr>
        <p:spPr>
          <a:xfrm>
            <a:off x="10540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1" name="Content Placeholder 40">
            <a:extLst>
              <a:ext uri="{FF2B5EF4-FFF2-40B4-BE49-F238E27FC236}">
                <a16:creationId xmlns:a16="http://schemas.microsoft.com/office/drawing/2014/main" id="{DE4FFFE2-64B1-652C-4B65-07DC50A09953}"/>
              </a:ext>
            </a:extLst>
          </p:cNvPr>
          <p:cNvSpPr>
            <a:spLocks noGrp="1"/>
          </p:cNvSpPr>
          <p:nvPr>
            <p:ph sz="quarter" idx="87" hasCustomPrompt="1"/>
          </p:nvPr>
        </p:nvSpPr>
        <p:spPr>
          <a:xfrm>
            <a:off x="3664800" y="1359438"/>
            <a:ext cx="648000" cy="180000"/>
          </a:xfrm>
          <a:solidFill>
            <a:srgbClr val="ACEAFF"/>
          </a:solidFill>
          <a:ln w="12700" cap="flat" cmpd="sng" algn="ctr">
            <a:noFill/>
            <a:prstDash val="solid"/>
            <a:miter lim="800000"/>
          </a:ln>
          <a:effectLst/>
        </p:spPr>
        <p:txBody>
          <a:bodyPr lIns="0" tIns="0" rIns="0" bIns="0" rtlCol="0" anchor="ctr"/>
          <a:lstStyle>
            <a:lvl1pPr algn="ctr">
              <a:defRPr kumimoji="0" lang="fi-FI" sz="800" i="0" strike="noStrike" kern="0" cap="none" spc="0" normalizeH="0" baseline="0" dirty="0">
                <a:ln>
                  <a:noFill/>
                </a:ln>
                <a:solidFill>
                  <a:srgbClr val="0C233C"/>
                </a:solidFill>
                <a:effectLst/>
                <a:uLnTx/>
                <a:uFillTx/>
                <a:latin typeface="Arial"/>
              </a:defRPr>
            </a:lvl1pPr>
          </a:lstStyle>
          <a:p>
            <a:pPr marR="0" lvl="0" algn="ctr" fontAlgn="auto">
              <a:spcAft>
                <a:spcPts val="0"/>
              </a:spcAft>
              <a:buClrTx/>
              <a:buSzTx/>
              <a:tabLst/>
            </a:pPr>
            <a:r>
              <a:rPr lang="en-US"/>
              <a:t>Read more</a:t>
            </a:r>
            <a:endParaRPr lang="fi-FI"/>
          </a:p>
        </p:txBody>
      </p:sp>
      <p:sp>
        <p:nvSpPr>
          <p:cNvPr id="44" name="Rectangle 43">
            <a:extLst>
              <a:ext uri="{FF2B5EF4-FFF2-40B4-BE49-F238E27FC236}">
                <a16:creationId xmlns:a16="http://schemas.microsoft.com/office/drawing/2014/main" id="{CE2BED51-7DB1-337B-A1F6-54E6BA254EB9}"/>
              </a:ext>
            </a:extLst>
          </p:cNvPr>
          <p:cNvSpPr/>
          <p:nvPr userDrawn="1"/>
        </p:nvSpPr>
        <p:spPr>
          <a:xfrm>
            <a:off x="55571" y="70727"/>
            <a:ext cx="927227" cy="409207"/>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i-FI" sz="900">
                <a:solidFill>
                  <a:schemeClr val="bg1"/>
                </a:solidFill>
              </a:rPr>
              <a:t>JL Play</a:t>
            </a:r>
          </a:p>
        </p:txBody>
      </p:sp>
      <p:sp>
        <p:nvSpPr>
          <p:cNvPr id="45" name="Rectangle 44">
            <a:extLst>
              <a:ext uri="{FF2B5EF4-FFF2-40B4-BE49-F238E27FC236}">
                <a16:creationId xmlns:a16="http://schemas.microsoft.com/office/drawing/2014/main" id="{1E0562A2-C824-E840-E59E-1309B4BD687D}"/>
              </a:ext>
            </a:extLst>
          </p:cNvPr>
          <p:cNvSpPr/>
          <p:nvPr userDrawn="1"/>
        </p:nvSpPr>
        <p:spPr>
          <a:xfrm>
            <a:off x="1092200" y="1650726"/>
            <a:ext cx="3220600" cy="1158214"/>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t" anchorCtr="0" forceAA="0" compatLnSpc="1">
            <a:prstTxWarp prst="textNoShape">
              <a:avLst/>
            </a:prstTxWarp>
            <a:noAutofit/>
          </a:bodyPr>
          <a:lstStyle/>
          <a:p>
            <a:pPr algn="l"/>
            <a:r>
              <a:rPr lang="fi-FI" sz="900" b="1">
                <a:solidFill>
                  <a:schemeClr val="bg1"/>
                </a:solidFill>
              </a:rPr>
              <a:t>Read more button as a placeholder</a:t>
            </a:r>
          </a:p>
          <a:p>
            <a:pPr marL="171450" indent="-171450" algn="l">
              <a:buFont typeface="Arial" panose="020B0604020202020204" pitchFamily="34" charset="0"/>
              <a:buChar char="•"/>
            </a:pPr>
            <a:r>
              <a:rPr lang="fi-FI" sz="900">
                <a:solidFill>
                  <a:schemeClr val="bg1"/>
                </a:solidFill>
              </a:rPr>
              <a:t>Button is clickable and movable</a:t>
            </a:r>
          </a:p>
          <a:p>
            <a:pPr marL="171450" indent="-171450" algn="l">
              <a:buFont typeface="Arial" panose="020B0604020202020204" pitchFamily="34" charset="0"/>
              <a:buChar char="•"/>
            </a:pPr>
            <a:r>
              <a:rPr lang="fi-FI" sz="900">
                <a:solidFill>
                  <a:schemeClr val="bg1"/>
                </a:solidFill>
              </a:rPr>
              <a:t>Need to type ”Read more” again in the actual slide body</a:t>
            </a:r>
          </a:p>
          <a:p>
            <a:pPr marL="171450" indent="-171450" algn="l">
              <a:buFont typeface="Arial" panose="020B0604020202020204" pitchFamily="34" charset="0"/>
              <a:buChar char="•"/>
            </a:pPr>
            <a:r>
              <a:rPr lang="fi-FI" sz="900">
                <a:solidFill>
                  <a:schemeClr val="bg1"/>
                </a:solidFill>
              </a:rPr>
              <a:t>When added link the text would automatically turn underlined, which is not what we want</a:t>
            </a:r>
          </a:p>
        </p:txBody>
      </p:sp>
      <p:sp>
        <p:nvSpPr>
          <p:cNvPr id="50" name="Text Placeholder 49">
            <a:extLst>
              <a:ext uri="{FF2B5EF4-FFF2-40B4-BE49-F238E27FC236}">
                <a16:creationId xmlns:a16="http://schemas.microsoft.com/office/drawing/2014/main" id="{D238AC6D-F479-9B77-5AA6-38DD3BBA76E5}"/>
              </a:ext>
            </a:extLst>
          </p:cNvPr>
          <p:cNvSpPr>
            <a:spLocks noGrp="1"/>
          </p:cNvSpPr>
          <p:nvPr>
            <p:ph type="body" sz="quarter" idx="88" hasCustomPrompt="1"/>
          </p:nvPr>
        </p:nvSpPr>
        <p:spPr>
          <a:xfrm>
            <a:off x="4420800" y="1342799"/>
            <a:ext cx="2592000" cy="216000"/>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bg1">
                    <a:lumMod val="100000"/>
                    <a:alpha val="0"/>
                  </a:schemeClr>
                </a:solidFill>
                <a:prstDash val="solid"/>
                <a:round/>
                <a:headEnd type="none" w="med" len="med"/>
                <a:tailEnd type="none" w="med" len="med"/>
              </a14:hiddenLine>
            </a:ext>
          </a:extLst>
        </p:spPr>
        <p:txBody>
          <a:bodyPr lIns="252000" tIns="36000" rIns="36000" bIns="36000"/>
          <a:lstStyle>
            <a:lvl1pPr>
              <a:defRPr>
                <a:solidFill>
                  <a:schemeClr val="bg1">
                    <a:lumMod val="100000"/>
                  </a:schemeClr>
                </a:solidFill>
              </a:defRPr>
            </a:lvl1pPr>
          </a:lstStyle>
          <a:p>
            <a:pPr lvl="0"/>
            <a:r>
              <a:rPr lang="en-US"/>
              <a:t>Click to add title</a:t>
            </a:r>
            <a:endParaRPr lang="fi-FI"/>
          </a:p>
        </p:txBody>
      </p:sp>
      <p:sp>
        <p:nvSpPr>
          <p:cNvPr id="51" name="Content Placeholder 40">
            <a:extLst>
              <a:ext uri="{FF2B5EF4-FFF2-40B4-BE49-F238E27FC236}">
                <a16:creationId xmlns:a16="http://schemas.microsoft.com/office/drawing/2014/main" id="{B08175EB-B08C-4DAE-5595-BEEFA24DFEDB}"/>
              </a:ext>
            </a:extLst>
          </p:cNvPr>
          <p:cNvSpPr>
            <a:spLocks noGrp="1"/>
          </p:cNvSpPr>
          <p:nvPr>
            <p:ph sz="quarter" idx="89" hasCustomPrompt="1"/>
          </p:nvPr>
        </p:nvSpPr>
        <p:spPr>
          <a:xfrm>
            <a:off x="7102800" y="1359438"/>
            <a:ext cx="648000" cy="180000"/>
          </a:xfrm>
          <a:solidFill>
            <a:srgbClr val="ACEAFF"/>
          </a:solidFill>
          <a:ln w="12700" cap="flat" cmpd="sng" algn="ctr">
            <a:noFill/>
            <a:prstDash val="solid"/>
            <a:miter lim="800000"/>
          </a:ln>
          <a:effectLst/>
        </p:spPr>
        <p:txBody>
          <a:bodyPr lIns="0" tIns="0" rIns="0" bIns="0" rtlCol="0" anchor="ctr"/>
          <a:lstStyle>
            <a:lvl1pPr algn="ctr">
              <a:defRPr kumimoji="0" lang="fi-FI" sz="800" i="0" strike="noStrike" kern="0" cap="none" spc="0" normalizeH="0" baseline="0" dirty="0">
                <a:ln>
                  <a:noFill/>
                </a:ln>
                <a:solidFill>
                  <a:srgbClr val="0C233C"/>
                </a:solidFill>
                <a:effectLst/>
                <a:uLnTx/>
                <a:uFillTx/>
                <a:latin typeface="Arial"/>
              </a:defRPr>
            </a:lvl1pPr>
          </a:lstStyle>
          <a:p>
            <a:pPr marR="0" lvl="0" algn="ctr" fontAlgn="auto">
              <a:spcAft>
                <a:spcPts val="0"/>
              </a:spcAft>
              <a:buClrTx/>
              <a:buSzTx/>
              <a:tabLst/>
            </a:pPr>
            <a:r>
              <a:rPr lang="en-US"/>
              <a:t>Read more</a:t>
            </a:r>
            <a:endParaRPr lang="fi-FI"/>
          </a:p>
        </p:txBody>
      </p:sp>
      <p:sp>
        <p:nvSpPr>
          <p:cNvPr id="52" name="Rectangle 51">
            <a:extLst>
              <a:ext uri="{FF2B5EF4-FFF2-40B4-BE49-F238E27FC236}">
                <a16:creationId xmlns:a16="http://schemas.microsoft.com/office/drawing/2014/main" id="{1779AA9C-520A-E4E3-31D9-ACDEA5E7A889}"/>
              </a:ext>
            </a:extLst>
          </p:cNvPr>
          <p:cNvSpPr/>
          <p:nvPr userDrawn="1"/>
        </p:nvSpPr>
        <p:spPr>
          <a:xfrm>
            <a:off x="4456800" y="1650726"/>
            <a:ext cx="3384000" cy="1158214"/>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t" anchorCtr="0" forceAA="0" compatLnSpc="1">
            <a:prstTxWarp prst="textNoShape">
              <a:avLst/>
            </a:prstTxWarp>
            <a:noAutofit/>
          </a:bodyPr>
          <a:lstStyle/>
          <a:p>
            <a:pPr marL="171450" indent="-171450" algn="l">
              <a:buFont typeface="Arial" panose="020B0604020202020204" pitchFamily="34" charset="0"/>
              <a:buChar char="•"/>
            </a:pPr>
            <a:r>
              <a:rPr lang="fi-FI" sz="900">
                <a:solidFill>
                  <a:schemeClr val="bg1"/>
                </a:solidFill>
              </a:rPr>
              <a:t>Dark Blue bar as embbed shape (Not placeholder)</a:t>
            </a:r>
          </a:p>
          <a:p>
            <a:pPr marL="171450" indent="-171450" algn="l">
              <a:buFont typeface="Arial" panose="020B0604020202020204" pitchFamily="34" charset="0"/>
              <a:buChar char="•"/>
            </a:pPr>
            <a:r>
              <a:rPr lang="fi-FI" sz="900">
                <a:solidFill>
                  <a:schemeClr val="bg1"/>
                </a:solidFill>
              </a:rPr>
              <a:t>Overlay a transparent textbox placeholder</a:t>
            </a:r>
          </a:p>
          <a:p>
            <a:pPr marL="360000" lvl="1" indent="-171450" algn="l">
              <a:buFont typeface="Arial" panose="020B0604020202020204" pitchFamily="34" charset="0"/>
              <a:buChar char="•"/>
            </a:pPr>
            <a:r>
              <a:rPr lang="fi-FI" sz="900">
                <a:solidFill>
                  <a:schemeClr val="bg1"/>
                </a:solidFill>
              </a:rPr>
              <a:t>More complexity for users and more likely to cause error</a:t>
            </a:r>
          </a:p>
          <a:p>
            <a:pPr marL="171450" indent="-171450" algn="l">
              <a:buFont typeface="Arial" panose="020B0604020202020204" pitchFamily="34" charset="0"/>
              <a:buChar char="•"/>
            </a:pPr>
            <a:r>
              <a:rPr lang="en-US" sz="900">
                <a:solidFill>
                  <a:schemeClr val="bg1"/>
                </a:solidFill>
              </a:rPr>
              <a:t>Read more button as a placeholder</a:t>
            </a:r>
          </a:p>
          <a:p>
            <a:pPr marL="360000" lvl="1" indent="-171450" algn="l">
              <a:buFont typeface="Arial" panose="020B0604020202020204" pitchFamily="34" charset="0"/>
              <a:buChar char="•"/>
            </a:pPr>
            <a:r>
              <a:rPr lang="en-US" sz="900">
                <a:solidFill>
                  <a:schemeClr val="bg1"/>
                </a:solidFill>
              </a:rPr>
              <a:t>Need to type ”Read more” again in the actual slide body</a:t>
            </a:r>
          </a:p>
          <a:p>
            <a:pPr marL="360000" lvl="1" indent="-171450" algn="l">
              <a:buFont typeface="Arial" panose="020B0604020202020204" pitchFamily="34" charset="0"/>
              <a:buChar char="•"/>
            </a:pPr>
            <a:r>
              <a:rPr lang="en-US" sz="900">
                <a:solidFill>
                  <a:schemeClr val="bg1"/>
                </a:solidFill>
              </a:rPr>
              <a:t>When added link the text would automatically turn underlined, which is not what we want</a:t>
            </a:r>
          </a:p>
          <a:p>
            <a:pPr marL="628650" lvl="1" indent="-171450" algn="l">
              <a:buFont typeface="Arial" panose="020B0604020202020204" pitchFamily="34" charset="0"/>
              <a:buChar char="•"/>
            </a:pPr>
            <a:endParaRPr lang="fi-FI" sz="900">
              <a:solidFill>
                <a:schemeClr val="bg1"/>
              </a:solidFill>
            </a:endParaRPr>
          </a:p>
        </p:txBody>
      </p:sp>
    </p:spTree>
    <p:extLst>
      <p:ext uri="{BB962C8B-B14F-4D97-AF65-F5344CB8AC3E}">
        <p14:creationId xmlns:p14="http://schemas.microsoft.com/office/powerpoint/2010/main" val="2879493833"/>
      </p:ext>
    </p:extLst>
  </p:cSld>
  <p:clrMapOvr>
    <a:masterClrMapping/>
  </p:clrMapOvr>
  <p:extLst>
    <p:ext uri="{DCECCB84-F9BA-43D5-87BE-67443E8EF086}">
      <p15:sldGuideLst xmlns:p15="http://schemas.microsoft.com/office/powerpoint/2012/main">
        <p15:guide id="1" pos="756" userDrawn="1">
          <p15:clr>
            <a:srgbClr val="FBAE40"/>
          </p15:clr>
        </p15:guide>
        <p15:guide id="2" pos="2729" userDrawn="1">
          <p15:clr>
            <a:srgbClr val="FBAE40"/>
          </p15:clr>
        </p15:guide>
        <p15:guide id="3" pos="2788" userDrawn="1">
          <p15:clr>
            <a:srgbClr val="FBAE40"/>
          </p15:clr>
        </p15:guide>
        <p15:guide id="4" pos="292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A793F08-2C7B-40D3-35C6-25D6F29794E6}"/>
              </a:ext>
            </a:extLst>
          </p:cNvPr>
          <p:cNvGraphicFramePr>
            <a:graphicFrameLocks noChangeAspect="1"/>
          </p:cNvGraphicFramePr>
          <p:nvPr userDrawn="1">
            <p:custDataLst>
              <p:tags r:id="rId1"/>
            </p:custDataLst>
            <p:extLst>
              <p:ext uri="{D42A27DB-BD31-4B8C-83A1-F6EECF244321}">
                <p14:modId xmlns:p14="http://schemas.microsoft.com/office/powerpoint/2010/main" val="2263181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3" name="think-cell data - do not delete" hidden="1">
                        <a:extLst>
                          <a:ext uri="{FF2B5EF4-FFF2-40B4-BE49-F238E27FC236}">
                            <a16:creationId xmlns:a16="http://schemas.microsoft.com/office/drawing/2014/main" id="{1A793F08-2C7B-40D3-35C6-25D6F29794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31982C8F-F894-18E8-C1F6-D7DD735064D8}"/>
              </a:ext>
            </a:extLst>
          </p:cNvPr>
          <p:cNvSpPr>
            <a:spLocks noGrp="1" noRot="1" noMove="1" noResize="1" noEditPoints="1" noAdjustHandles="1" noChangeArrowheads="1" noChangeShapeType="1"/>
          </p:cNvSpPr>
          <p:nvPr>
            <p:ph type="body" sz="quarter" idx="10"/>
          </p:nvPr>
        </p:nvSpPr>
        <p:spPr>
          <a:xfrm>
            <a:off x="982800" y="2350800"/>
            <a:ext cx="4932000" cy="3528000"/>
          </a:xfrm>
        </p:spPr>
        <p:txBody>
          <a:bodyPr lIns="0" tIns="0" rIns="0" bIns="0"/>
          <a:lstStyle>
            <a:lvl1pPr>
              <a:spcAft>
                <a:spcPts val="0"/>
              </a:spcAft>
              <a:defRPr baseline="0">
                <a:solidFill>
                  <a:schemeClr val="tx1">
                    <a:lumMod val="100000"/>
                  </a:schemeClr>
                </a:solidFill>
              </a:defRPr>
            </a:lvl1pPr>
          </a:lstStyle>
          <a:p>
            <a:pPr lvl="0">
              <a:spcAft>
                <a:spcPts val="300"/>
              </a:spcAft>
            </a:pPr>
            <a:r>
              <a:rPr lang="en-US" sz="900" b="0" spc="-20"/>
              <a:t>Click to edit Master text styles</a:t>
            </a:r>
          </a:p>
        </p:txBody>
      </p:sp>
      <p:sp>
        <p:nvSpPr>
          <p:cNvPr id="7" name="Text Placeholder 8">
            <a:extLst>
              <a:ext uri="{FF2B5EF4-FFF2-40B4-BE49-F238E27FC236}">
                <a16:creationId xmlns:a16="http://schemas.microsoft.com/office/drawing/2014/main" id="{D7C35597-7165-13B6-0352-B5CB9BA684E7}"/>
              </a:ext>
            </a:extLst>
          </p:cNvPr>
          <p:cNvSpPr>
            <a:spLocks noGrp="1" noRot="1" noMove="1" noResize="1" noEditPoints="1" noAdjustHandles="1" noChangeArrowheads="1" noChangeShapeType="1"/>
          </p:cNvSpPr>
          <p:nvPr>
            <p:ph type="body" sz="quarter" idx="11"/>
          </p:nvPr>
        </p:nvSpPr>
        <p:spPr>
          <a:xfrm>
            <a:off x="6274799" y="2350800"/>
            <a:ext cx="4932000" cy="3528000"/>
          </a:xfrm>
        </p:spPr>
        <p:txBody>
          <a:bodyPr lIns="0" tIns="0" rIns="0" bIns="0"/>
          <a:lstStyle>
            <a:lvl1pPr>
              <a:spcAft>
                <a:spcPts val="0"/>
              </a:spcAft>
              <a:defRPr>
                <a:solidFill>
                  <a:schemeClr val="tx1">
                    <a:lumMod val="100000"/>
                  </a:schemeClr>
                </a:solidFill>
              </a:defRPr>
            </a:lvl1pPr>
          </a:lstStyle>
          <a:p>
            <a:pPr lvl="0">
              <a:spcAft>
                <a:spcPts val="300"/>
              </a:spcAft>
            </a:pPr>
            <a:r>
              <a:rPr lang="en-US" sz="900" b="0" spc="-20"/>
              <a:t>Click to edit Master text styles</a:t>
            </a:r>
          </a:p>
        </p:txBody>
      </p:sp>
      <p:sp>
        <p:nvSpPr>
          <p:cNvPr id="11" name="TextBox 9">
            <a:extLst>
              <a:ext uri="{FF2B5EF4-FFF2-40B4-BE49-F238E27FC236}">
                <a16:creationId xmlns:a16="http://schemas.microsoft.com/office/drawing/2014/main" id="{7059F26B-D963-5E87-3515-08A057354AA2}"/>
              </a:ext>
            </a:extLst>
          </p:cNvPr>
          <p:cNvSpPr txBox="1">
            <a:spLocks noGrp="1" noRot="1" noMove="1" noResize="1" noEditPoints="1" noAdjustHandles="1" noChangeArrowheads="1" noChangeShapeType="1"/>
          </p:cNvSpPr>
          <p:nvPr userDrawn="1"/>
        </p:nvSpPr>
        <p:spPr>
          <a:xfrm>
            <a:off x="982799" y="442800"/>
            <a:ext cx="4932000" cy="720000"/>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0" tIns="0" rIns="0" bIns="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en-US" sz="900" b="1">
                <a:latin typeface="Arial" panose="020B0604020202020204" pitchFamily="34" charset="0"/>
              </a:rPr>
              <a:t>KPMG Advisory (Hong Kong) Limited</a:t>
            </a:r>
          </a:p>
          <a:p>
            <a:pPr marL="0" indent="0">
              <a:spcAft>
                <a:spcPts val="0"/>
              </a:spcAft>
              <a:buNone/>
            </a:pPr>
            <a:r>
              <a:rPr lang="en-US" sz="900">
                <a:latin typeface="Arial" panose="020B0604020202020204" pitchFamily="34" charset="0"/>
              </a:rPr>
              <a:t>8</a:t>
            </a:r>
            <a:r>
              <a:rPr lang="en-US" sz="900" baseline="30000">
                <a:latin typeface="Arial" panose="020B0604020202020204" pitchFamily="34" charset="0"/>
              </a:rPr>
              <a:t>th</a:t>
            </a:r>
            <a:r>
              <a:rPr lang="en-US" sz="900">
                <a:latin typeface="Arial" panose="020B0604020202020204" pitchFamily="34" charset="0"/>
              </a:rPr>
              <a:t> Floor, Prince’s Building</a:t>
            </a:r>
          </a:p>
          <a:p>
            <a:pPr marL="0" indent="0">
              <a:spcAft>
                <a:spcPts val="0"/>
              </a:spcAft>
              <a:buNone/>
            </a:pPr>
            <a:r>
              <a:rPr lang="en-US" sz="900">
                <a:latin typeface="Arial" panose="020B0604020202020204" pitchFamily="34" charset="0"/>
              </a:rPr>
              <a:t>10 </a:t>
            </a:r>
            <a:r>
              <a:rPr lang="en-US" sz="900" err="1">
                <a:latin typeface="Arial" panose="020B0604020202020204" pitchFamily="34" charset="0"/>
              </a:rPr>
              <a:t>Chater</a:t>
            </a:r>
            <a:r>
              <a:rPr lang="en-US" sz="900">
                <a:latin typeface="Arial" panose="020B0604020202020204" pitchFamily="34" charset="0"/>
              </a:rPr>
              <a:t> Road, Central</a:t>
            </a:r>
          </a:p>
          <a:p>
            <a:pPr marL="0" indent="0">
              <a:spcAft>
                <a:spcPts val="0"/>
              </a:spcAft>
              <a:buNone/>
            </a:pPr>
            <a:r>
              <a:rPr lang="en-US" sz="900">
                <a:latin typeface="Arial" panose="020B0604020202020204" pitchFamily="34" charset="0"/>
              </a:rPr>
              <a:t>Hong Kong</a:t>
            </a:r>
          </a:p>
          <a:p>
            <a:pPr marL="0" indent="0">
              <a:spcAft>
                <a:spcPts val="0"/>
              </a:spcAft>
              <a:buNone/>
            </a:pPr>
            <a:r>
              <a:rPr lang="en-US" sz="900" b="1">
                <a:latin typeface="Arial" panose="020B0604020202020204" pitchFamily="34" charset="0"/>
              </a:rPr>
              <a:t>Private and confidential</a:t>
            </a:r>
          </a:p>
        </p:txBody>
      </p:sp>
      <p:sp>
        <p:nvSpPr>
          <p:cNvPr id="12" name="TextBox 9">
            <a:extLst>
              <a:ext uri="{FF2B5EF4-FFF2-40B4-BE49-F238E27FC236}">
                <a16:creationId xmlns:a16="http://schemas.microsoft.com/office/drawing/2014/main" id="{FC59891B-288D-8C64-3165-BCFE78399B26}"/>
              </a:ext>
            </a:extLst>
          </p:cNvPr>
          <p:cNvSpPr txBox="1">
            <a:spLocks noGrp="1" noRot="1" noMove="1" noResize="1" noEditPoints="1" noAdjustHandles="1" noChangeArrowheads="1" noChangeShapeType="1"/>
          </p:cNvSpPr>
          <p:nvPr userDrawn="1"/>
        </p:nvSpPr>
        <p:spPr>
          <a:xfrm>
            <a:off x="6275388" y="261075"/>
            <a:ext cx="4931411" cy="720000"/>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0" tIns="0" rIns="0" bIns="0" anchor="b"/>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Aft>
                <a:spcPts val="0"/>
              </a:spcAft>
              <a:buNone/>
            </a:pPr>
            <a:r>
              <a:rPr lang="en-US" sz="900">
                <a:latin typeface="Arial" panose="020B0604020202020204" pitchFamily="34" charset="0"/>
              </a:rPr>
              <a:t>Tel: +852 2522 6022</a:t>
            </a:r>
          </a:p>
          <a:p>
            <a:pPr marL="0" indent="0" algn="r">
              <a:spcAft>
                <a:spcPts val="0"/>
              </a:spcAft>
              <a:buNone/>
            </a:pPr>
            <a:r>
              <a:rPr lang="en-US" sz="900">
                <a:latin typeface="Arial" panose="020B0604020202020204" pitchFamily="34" charset="0"/>
              </a:rPr>
              <a:t>Fax: +852 2845 2588</a:t>
            </a:r>
            <a:endParaRPr lang="en-US" sz="900" b="1">
              <a:latin typeface="Arial" panose="020B0604020202020204" pitchFamily="34" charset="0"/>
            </a:endParaRPr>
          </a:p>
        </p:txBody>
      </p:sp>
      <p:sp>
        <p:nvSpPr>
          <p:cNvPr id="13" name="Text Placeholder 8">
            <a:extLst>
              <a:ext uri="{FF2B5EF4-FFF2-40B4-BE49-F238E27FC236}">
                <a16:creationId xmlns:a16="http://schemas.microsoft.com/office/drawing/2014/main" id="{FEF9094F-C43E-1BA4-E075-37EEAC09ED14}"/>
              </a:ext>
            </a:extLst>
          </p:cNvPr>
          <p:cNvSpPr>
            <a:spLocks noGrp="1" noRot="1" noMove="1" noResize="1" noEditPoints="1" noAdjustHandles="1" noChangeArrowheads="1" noChangeShapeType="1"/>
          </p:cNvSpPr>
          <p:nvPr>
            <p:ph type="body" sz="quarter" idx="14" hasCustomPrompt="1"/>
          </p:nvPr>
        </p:nvSpPr>
        <p:spPr>
          <a:xfrm>
            <a:off x="982800" y="1341437"/>
            <a:ext cx="4931999" cy="864000"/>
          </a:xfrm>
        </p:spPr>
        <p:txBody>
          <a:bodyPr lIns="0" tIns="0" rIns="0" bIns="0"/>
          <a:lstStyle>
            <a:lvl1pPr>
              <a:spcAft>
                <a:spcPts val="0"/>
              </a:spcAft>
              <a:defRPr sz="900">
                <a:solidFill>
                  <a:schemeClr val="tx1">
                    <a:lumMod val="100000"/>
                  </a:schemeClr>
                </a:solidFill>
              </a:defRPr>
            </a:lvl1pPr>
            <a:lvl2pPr>
              <a:spcAft>
                <a:spcPts val="0"/>
              </a:spcAft>
              <a:defRPr sz="900">
                <a:solidFill>
                  <a:schemeClr val="tx1">
                    <a:lumMod val="100000"/>
                  </a:schemeClr>
                </a:solidFill>
              </a:defRPr>
            </a:lvl2pPr>
            <a:lvl3pPr marL="0" indent="0">
              <a:spcAft>
                <a:spcPts val="0"/>
              </a:spcAft>
              <a:buNone/>
              <a:defRPr sz="900">
                <a:solidFill>
                  <a:schemeClr val="tx1">
                    <a:lumMod val="100000"/>
                  </a:schemeClr>
                </a:solidFill>
              </a:defRPr>
            </a:lvl3pPr>
            <a:lvl4pPr marL="180975" indent="0">
              <a:spcAft>
                <a:spcPts val="0"/>
              </a:spcAft>
              <a:buFont typeface="Arial" panose="020B0604020202020204" pitchFamily="34" charset="0"/>
              <a:buNone/>
              <a:defRPr sz="900">
                <a:solidFill>
                  <a:schemeClr val="tx1">
                    <a:lumMod val="100000"/>
                  </a:schemeClr>
                </a:solidFill>
              </a:defRPr>
            </a:lvl4pPr>
            <a:lvl5pPr>
              <a:spcAft>
                <a:spcPts val="0"/>
              </a:spcAft>
              <a:defRPr sz="900">
                <a:solidFill>
                  <a:schemeClr val="tx1">
                    <a:lumMod val="100000"/>
                  </a:schemeClr>
                </a:solidFill>
              </a:defRPr>
            </a:lvl5pPr>
          </a:lstStyle>
          <a:p>
            <a:pPr lvl="0"/>
            <a:r>
              <a:rPr lang="en-US"/>
              <a:t>[Client name, personnel, and address]</a:t>
            </a:r>
          </a:p>
          <a:p>
            <a:pPr lvl="1"/>
            <a:r>
              <a:rPr lang="en-US"/>
              <a:t>Attn: [Client personnel]</a:t>
            </a:r>
          </a:p>
          <a:p>
            <a:pPr lvl="2"/>
            <a:r>
              <a:rPr lang="en-US"/>
              <a:t>[Address line 1]</a:t>
            </a:r>
          </a:p>
          <a:p>
            <a:pPr lvl="2"/>
            <a:r>
              <a:rPr lang="en-US"/>
              <a:t>[Address line 2]</a:t>
            </a:r>
          </a:p>
        </p:txBody>
      </p:sp>
      <p:sp>
        <p:nvSpPr>
          <p:cNvPr id="14" name="Text Placeholder 8">
            <a:extLst>
              <a:ext uri="{FF2B5EF4-FFF2-40B4-BE49-F238E27FC236}">
                <a16:creationId xmlns:a16="http://schemas.microsoft.com/office/drawing/2014/main" id="{D7F342BF-C201-0E37-DA70-C8601CE15389}"/>
              </a:ext>
            </a:extLst>
          </p:cNvPr>
          <p:cNvSpPr>
            <a:spLocks noGrp="1" noRot="1" noMove="1" noResize="1" noEditPoints="1" noAdjustHandles="1" noChangeArrowheads="1" noChangeShapeType="1"/>
          </p:cNvSpPr>
          <p:nvPr>
            <p:ph type="body" sz="quarter" idx="15" hasCustomPrompt="1"/>
          </p:nvPr>
        </p:nvSpPr>
        <p:spPr>
          <a:xfrm>
            <a:off x="6274800" y="1341437"/>
            <a:ext cx="4931999" cy="864000"/>
          </a:xfrm>
        </p:spPr>
        <p:txBody>
          <a:bodyPr lIns="0" tIns="0" rIns="0" bIns="0"/>
          <a:lstStyle>
            <a:lvl1pPr algn="r">
              <a:spcAft>
                <a:spcPts val="0"/>
              </a:spcAft>
              <a:defRPr sz="900" b="0">
                <a:solidFill>
                  <a:schemeClr val="tx1">
                    <a:lumMod val="100000"/>
                  </a:schemeClr>
                </a:solidFill>
              </a:defRPr>
            </a:lvl1pPr>
            <a:lvl2pPr>
              <a:spcAft>
                <a:spcPts val="0"/>
              </a:spcAft>
              <a:defRPr sz="900">
                <a:solidFill>
                  <a:schemeClr val="tx1">
                    <a:lumMod val="100000"/>
                  </a:schemeClr>
                </a:solidFill>
              </a:defRPr>
            </a:lvl2pPr>
            <a:lvl3pPr marL="0" indent="0">
              <a:spcAft>
                <a:spcPts val="0"/>
              </a:spcAft>
              <a:buNone/>
              <a:defRPr sz="900">
                <a:solidFill>
                  <a:schemeClr val="tx1">
                    <a:lumMod val="100000"/>
                  </a:schemeClr>
                </a:solidFill>
              </a:defRPr>
            </a:lvl3pPr>
            <a:lvl4pPr marL="180975" indent="0">
              <a:spcAft>
                <a:spcPts val="0"/>
              </a:spcAft>
              <a:buFont typeface="Arial" panose="020B0604020202020204" pitchFamily="34" charset="0"/>
              <a:buNone/>
              <a:defRPr sz="900">
                <a:solidFill>
                  <a:schemeClr val="tx1">
                    <a:lumMod val="100000"/>
                  </a:schemeClr>
                </a:solidFill>
              </a:defRPr>
            </a:lvl4pPr>
            <a:lvl5pPr>
              <a:spcAft>
                <a:spcPts val="0"/>
              </a:spcAft>
              <a:defRPr sz="900">
                <a:solidFill>
                  <a:schemeClr val="tx1">
                    <a:lumMod val="100000"/>
                  </a:schemeClr>
                </a:solidFill>
              </a:defRPr>
            </a:lvl5pPr>
          </a:lstStyle>
          <a:p>
            <a:pPr lvl="0"/>
            <a:r>
              <a:rPr lang="en-US"/>
              <a:t>[Date]</a:t>
            </a:r>
          </a:p>
        </p:txBody>
      </p:sp>
    </p:spTree>
    <p:extLst>
      <p:ext uri="{BB962C8B-B14F-4D97-AF65-F5344CB8AC3E}">
        <p14:creationId xmlns:p14="http://schemas.microsoft.com/office/powerpoint/2010/main" val="3300340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R REFERENCE_Table format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B0F7B-EE73-EE05-623B-A8A7F64DBB4A}"/>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883EC6B9-61FA-5C67-49B6-07118AF22C5D}"/>
              </a:ext>
            </a:extLst>
          </p:cNvPr>
          <p:cNvSpPr>
            <a:spLocks/>
          </p:cNvSpPr>
          <p:nvPr userDrawn="1"/>
        </p:nvSpPr>
        <p:spPr>
          <a:xfrm>
            <a:off x="984000" y="0"/>
            <a:ext cx="10224000" cy="1341440"/>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fi-FI" sz="4000">
                <a:solidFill>
                  <a:schemeClr val="bg1"/>
                </a:solidFill>
                <a:latin typeface="+mj-lt"/>
              </a:rPr>
              <a:t>Table formatting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 NOT use this layout on any of the slides, this is for formatting and design reference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You may go into the slide master, copy the correctly formatted table and use them in your slide</a:t>
            </a:r>
          </a:p>
        </p:txBody>
      </p:sp>
      <p:graphicFrame>
        <p:nvGraphicFramePr>
          <p:cNvPr id="5" name="Table 4">
            <a:extLst>
              <a:ext uri="{FF2B5EF4-FFF2-40B4-BE49-F238E27FC236}">
                <a16:creationId xmlns:a16="http://schemas.microsoft.com/office/drawing/2014/main" id="{DCB45052-5CFD-9EF8-AAD8-AAE4A0760ECA}"/>
              </a:ext>
            </a:extLst>
          </p:cNvPr>
          <p:cNvGraphicFramePr>
            <a:graphicFrameLocks noGrp="1"/>
          </p:cNvGraphicFramePr>
          <p:nvPr userDrawn="1">
            <p:extLst>
              <p:ext uri="{D42A27DB-BD31-4B8C-83A1-F6EECF244321}">
                <p14:modId xmlns:p14="http://schemas.microsoft.com/office/powerpoint/2010/main" val="452499942"/>
              </p:ext>
            </p:extLst>
          </p:nvPr>
        </p:nvGraphicFramePr>
        <p:xfrm>
          <a:off x="4226816" y="3779023"/>
          <a:ext cx="2837168" cy="1342116"/>
        </p:xfrm>
        <a:graphic>
          <a:graphicData uri="http://schemas.openxmlformats.org/drawingml/2006/table">
            <a:tbl>
              <a:tblPr>
                <a:tableStyleId>{5C22544A-7EE6-4342-B048-85BDC9FD1C3A}</a:tableStyleId>
              </a:tblPr>
              <a:tblGrid>
                <a:gridCol w="517442">
                  <a:extLst>
                    <a:ext uri="{9D8B030D-6E8A-4147-A177-3AD203B41FA5}">
                      <a16:colId xmlns:a16="http://schemas.microsoft.com/office/drawing/2014/main" val="3800948967"/>
                    </a:ext>
                  </a:extLst>
                </a:gridCol>
                <a:gridCol w="386621">
                  <a:extLst>
                    <a:ext uri="{9D8B030D-6E8A-4147-A177-3AD203B41FA5}">
                      <a16:colId xmlns:a16="http://schemas.microsoft.com/office/drawing/2014/main" val="3833998129"/>
                    </a:ext>
                  </a:extLst>
                </a:gridCol>
                <a:gridCol w="386621">
                  <a:extLst>
                    <a:ext uri="{9D8B030D-6E8A-4147-A177-3AD203B41FA5}">
                      <a16:colId xmlns:a16="http://schemas.microsoft.com/office/drawing/2014/main" val="3880113062"/>
                    </a:ext>
                  </a:extLst>
                </a:gridCol>
                <a:gridCol w="386621">
                  <a:extLst>
                    <a:ext uri="{9D8B030D-6E8A-4147-A177-3AD203B41FA5}">
                      <a16:colId xmlns:a16="http://schemas.microsoft.com/office/drawing/2014/main" val="2604199122"/>
                    </a:ext>
                  </a:extLst>
                </a:gridCol>
                <a:gridCol w="386621">
                  <a:extLst>
                    <a:ext uri="{9D8B030D-6E8A-4147-A177-3AD203B41FA5}">
                      <a16:colId xmlns:a16="http://schemas.microsoft.com/office/drawing/2014/main" val="1691511191"/>
                    </a:ext>
                  </a:extLst>
                </a:gridCol>
                <a:gridCol w="386621">
                  <a:extLst>
                    <a:ext uri="{9D8B030D-6E8A-4147-A177-3AD203B41FA5}">
                      <a16:colId xmlns:a16="http://schemas.microsoft.com/office/drawing/2014/main" val="364705391"/>
                    </a:ext>
                  </a:extLst>
                </a:gridCol>
                <a:gridCol w="386621">
                  <a:extLst>
                    <a:ext uri="{9D8B030D-6E8A-4147-A177-3AD203B41FA5}">
                      <a16:colId xmlns:a16="http://schemas.microsoft.com/office/drawing/2014/main" val="449685310"/>
                    </a:ext>
                  </a:extLst>
                </a:gridCol>
              </a:tblGrid>
              <a:tr h="170955">
                <a:tc gridSpan="7">
                  <a:txBody>
                    <a:bodyPr/>
                    <a:lstStyle/>
                    <a:p>
                      <a:pPr algn="l" rtl="0" fontAlgn="ctr"/>
                      <a:r>
                        <a:rPr lang="en-GB" sz="800" b="1" u="none" strike="noStrike">
                          <a:solidFill>
                            <a:schemeClr val="bg1"/>
                          </a:solidFill>
                          <a:effectLst/>
                        </a:rPr>
                        <a:t>Example table with two layers of header</a:t>
                      </a:r>
                    </a:p>
                  </a:txBody>
                  <a:tcPr marL="36000" marR="36000" marT="36000" marB="36000" anchor="ctr">
                    <a:lnB w="6350" cap="flat" cmpd="sng" algn="ctr">
                      <a:noFill/>
                      <a:prstDash val="solid"/>
                      <a:round/>
                      <a:headEnd type="none" w="med" len="med"/>
                      <a:tailEnd type="none" w="med" len="med"/>
                    </a:lnB>
                    <a:solidFill>
                      <a:srgbClr val="0C233C"/>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4070391105"/>
                  </a:ext>
                </a:extLst>
              </a:tr>
              <a:tr h="170955">
                <a:tc>
                  <a:txBody>
                    <a:bodyPr/>
                    <a:lstStyle/>
                    <a:p>
                      <a:pPr algn="l" fontAlgn="ctr"/>
                      <a:r>
                        <a:rPr lang="en-GB" sz="800" b="1" u="none" strike="noStrike">
                          <a:solidFill>
                            <a:srgbClr val="0C233C"/>
                          </a:solidFill>
                          <a:effectLst/>
                        </a:rPr>
                        <a:t> </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gridSpan="3">
                  <a:txBody>
                    <a:bodyPr/>
                    <a:lstStyle/>
                    <a:p>
                      <a:pPr algn="ctr" rtl="0" fontAlgn="ctr"/>
                      <a:r>
                        <a:rPr lang="en-GB" sz="800" b="1" u="none" strike="noStrike">
                          <a:solidFill>
                            <a:srgbClr val="0C233C"/>
                          </a:solidFill>
                          <a:effectLst/>
                        </a:rPr>
                        <a:t> First layer header</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hMerge="1">
                  <a:txBody>
                    <a:bodyPr/>
                    <a:lstStyle/>
                    <a:p>
                      <a:endParaRPr lang="fi-FI"/>
                    </a:p>
                  </a:txBody>
                  <a:tcPr/>
                </a:tc>
                <a:tc hMerge="1">
                  <a:txBody>
                    <a:bodyPr/>
                    <a:lstStyle/>
                    <a:p>
                      <a:endParaRPr lang="fi-FI"/>
                    </a:p>
                  </a:txBody>
                  <a:tcPr/>
                </a:tc>
                <a:tc gridSpan="3">
                  <a:txBody>
                    <a:bodyPr/>
                    <a:lstStyle/>
                    <a:p>
                      <a:pPr algn="ctr" rtl="0" fontAlgn="ctr"/>
                      <a:r>
                        <a:rPr lang="en-GB" sz="800" b="1" u="none" strike="noStrike">
                          <a:solidFill>
                            <a:srgbClr val="0C233C"/>
                          </a:solidFill>
                          <a:effectLst/>
                        </a:rPr>
                        <a:t>  First layer header</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3959784623"/>
                  </a:ext>
                </a:extLst>
              </a:tr>
              <a:tr h="170955">
                <a:tc>
                  <a:txBody>
                    <a:bodyPr/>
                    <a:lstStyle/>
                    <a:p>
                      <a:pPr algn="ctr" rtl="0" fontAlgn="ctr"/>
                      <a:r>
                        <a:rPr lang="en-GB" sz="800" b="1" u="none" strike="noStrike">
                          <a:solidFill>
                            <a:srgbClr val="0C233C"/>
                          </a:solidFill>
                          <a:effectLst/>
                        </a:rPr>
                        <a:t>Item</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3309129632"/>
                  </a:ext>
                </a:extLst>
              </a:tr>
              <a:tr h="288000">
                <a:tc>
                  <a:txBody>
                    <a:bodyPr/>
                    <a:lstStyle/>
                    <a:p>
                      <a:pPr algn="l" rtl="0" fontAlgn="ctr"/>
                      <a:r>
                        <a:rPr lang="en-GB" sz="800" u="none" strike="noStrike">
                          <a:effectLst/>
                        </a:rPr>
                        <a:t>Item 1</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438628217"/>
                  </a:ext>
                </a:extLst>
              </a:tr>
              <a:tr h="278436">
                <a:tc>
                  <a:txBody>
                    <a:bodyPr/>
                    <a:lstStyle/>
                    <a:p>
                      <a:pPr algn="l" rtl="0" fontAlgn="ctr"/>
                      <a:r>
                        <a:rPr lang="en-GB" sz="800" u="none" strike="noStrike">
                          <a:effectLst/>
                        </a:rPr>
                        <a:t>Item 2</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175157744"/>
                  </a:ext>
                </a:extLst>
              </a:tr>
              <a:tr h="170955">
                <a:tc>
                  <a:txBody>
                    <a:bodyPr/>
                    <a:lstStyle/>
                    <a:p>
                      <a:pPr algn="l" fontAlgn="ctr"/>
                      <a:r>
                        <a:rPr lang="en-GB" sz="800" b="1" u="none" strike="noStrike">
                          <a:solidFill>
                            <a:schemeClr val="tx1"/>
                          </a:solidFill>
                          <a:effectLst/>
                        </a:rPr>
                        <a:t>Total</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440300035"/>
                  </a:ext>
                </a:extLst>
              </a:tr>
            </a:tbl>
          </a:graphicData>
        </a:graphic>
      </p:graphicFrame>
      <p:sp>
        <p:nvSpPr>
          <p:cNvPr id="6" name="Rectangle 5">
            <a:extLst>
              <a:ext uri="{FF2B5EF4-FFF2-40B4-BE49-F238E27FC236}">
                <a16:creationId xmlns:a16="http://schemas.microsoft.com/office/drawing/2014/main" id="{E4929B59-1CBE-77F9-D4F8-370A8E0B4D5C}"/>
              </a:ext>
            </a:extLst>
          </p:cNvPr>
          <p:cNvSpPr>
            <a:spLocks/>
          </p:cNvSpPr>
          <p:nvPr userDrawn="1"/>
        </p:nvSpPr>
        <p:spPr>
          <a:xfrm>
            <a:off x="985338" y="1341440"/>
            <a:ext cx="10224000" cy="981462"/>
          </a:xfrm>
          <a:prstGeom prst="rect">
            <a:avLst/>
          </a:prstGeom>
          <a:noFill/>
          <a:ln>
            <a:noFill/>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6">
                    <a:lumMod val="100000"/>
                  </a:schemeClr>
                </a:solidFill>
                <a:effectLst/>
                <a:uLnTx/>
                <a:uFillTx/>
                <a:latin typeface="Arial"/>
                <a:ea typeface="+mn-ea"/>
                <a:cs typeface="+mn-cs"/>
              </a:rPr>
              <a:t>General rules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Text box margin: 0.1cm on all sides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Font size: 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title format: Dark Blue (RGB: 12, 35, 60) fill; White bolded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header format: Light Blue (RGB:  172, 234, 255) fill; Dark Blue bolded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content format: Transparent fill; Black text</a:t>
            </a:r>
          </a:p>
        </p:txBody>
      </p:sp>
      <p:graphicFrame>
        <p:nvGraphicFramePr>
          <p:cNvPr id="7" name="Table 6">
            <a:extLst>
              <a:ext uri="{FF2B5EF4-FFF2-40B4-BE49-F238E27FC236}">
                <a16:creationId xmlns:a16="http://schemas.microsoft.com/office/drawing/2014/main" id="{4B819AFE-C6AB-F422-8F38-6C11D5210FB6}"/>
              </a:ext>
            </a:extLst>
          </p:cNvPr>
          <p:cNvGraphicFramePr>
            <a:graphicFrameLocks noGrp="1"/>
          </p:cNvGraphicFramePr>
          <p:nvPr userDrawn="1">
            <p:extLst>
              <p:ext uri="{D42A27DB-BD31-4B8C-83A1-F6EECF244321}">
                <p14:modId xmlns:p14="http://schemas.microsoft.com/office/powerpoint/2010/main" val="2349087589"/>
              </p:ext>
            </p:extLst>
          </p:nvPr>
        </p:nvGraphicFramePr>
        <p:xfrm>
          <a:off x="8579127" y="1832171"/>
          <a:ext cx="2638595" cy="2346893"/>
        </p:xfrm>
        <a:graphic>
          <a:graphicData uri="http://schemas.openxmlformats.org/drawingml/2006/table">
            <a:tbl>
              <a:tblPr>
                <a:tableStyleId>{5C22544A-7EE6-4342-B048-85BDC9FD1C3A}</a:tableStyleId>
              </a:tblPr>
              <a:tblGrid>
                <a:gridCol w="598170">
                  <a:extLst>
                    <a:ext uri="{9D8B030D-6E8A-4147-A177-3AD203B41FA5}">
                      <a16:colId xmlns:a16="http://schemas.microsoft.com/office/drawing/2014/main" val="2042155792"/>
                    </a:ext>
                  </a:extLst>
                </a:gridCol>
                <a:gridCol w="554875">
                  <a:extLst>
                    <a:ext uri="{9D8B030D-6E8A-4147-A177-3AD203B41FA5}">
                      <a16:colId xmlns:a16="http://schemas.microsoft.com/office/drawing/2014/main" val="2001324490"/>
                    </a:ext>
                  </a:extLst>
                </a:gridCol>
                <a:gridCol w="596402">
                  <a:extLst>
                    <a:ext uri="{9D8B030D-6E8A-4147-A177-3AD203B41FA5}">
                      <a16:colId xmlns:a16="http://schemas.microsoft.com/office/drawing/2014/main" val="4192175078"/>
                    </a:ext>
                  </a:extLst>
                </a:gridCol>
                <a:gridCol w="444574">
                  <a:extLst>
                    <a:ext uri="{9D8B030D-6E8A-4147-A177-3AD203B41FA5}">
                      <a16:colId xmlns:a16="http://schemas.microsoft.com/office/drawing/2014/main" val="90391585"/>
                    </a:ext>
                  </a:extLst>
                </a:gridCol>
                <a:gridCol w="444574">
                  <a:extLst>
                    <a:ext uri="{9D8B030D-6E8A-4147-A177-3AD203B41FA5}">
                      <a16:colId xmlns:a16="http://schemas.microsoft.com/office/drawing/2014/main" val="357565647"/>
                    </a:ext>
                  </a:extLst>
                </a:gridCol>
              </a:tblGrid>
              <a:tr h="266093">
                <a:tc gridSpan="5">
                  <a:txBody>
                    <a:bodyPr/>
                    <a:lstStyle/>
                    <a:p>
                      <a:pPr algn="l" fontAlgn="b"/>
                      <a:r>
                        <a:rPr lang="en-GB" sz="800" b="1" i="0" u="none" strike="noStrike">
                          <a:solidFill>
                            <a:schemeClr val="bg1">
                              <a:lumMod val="100000"/>
                            </a:schemeClr>
                          </a:solidFill>
                          <a:effectLst/>
                          <a:latin typeface="+mn-lt"/>
                        </a:rPr>
                        <a:t>Table with multiple category of data</a:t>
                      </a:r>
                    </a:p>
                  </a:txBody>
                  <a:tcPr marL="36000" marR="36000" marT="36000" marB="36000" anchor="ctr">
                    <a:lnB w="6350" cap="flat" cmpd="sng" algn="ctr">
                      <a:solidFill>
                        <a:srgbClr val="0C233C"/>
                      </a:solidFill>
                      <a:prstDash val="solid"/>
                      <a:round/>
                      <a:headEnd type="none" w="med" len="med"/>
                      <a:tailEnd type="none" w="med" len="med"/>
                    </a:lnB>
                    <a:solidFill>
                      <a:srgbClr val="0C233C"/>
                    </a:solidFill>
                  </a:tcPr>
                </a:tc>
                <a:tc hMerge="1">
                  <a:txBody>
                    <a:bodyPr/>
                    <a:lstStyle/>
                    <a:p>
                      <a:endParaRPr lang="fi-FI"/>
                    </a:p>
                  </a:txBody>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extLst>
                  <a:ext uri="{0D108BD9-81ED-4DB2-BD59-A6C34878D82A}">
                    <a16:rowId xmlns:a16="http://schemas.microsoft.com/office/drawing/2014/main" val="3992539094"/>
                  </a:ext>
                </a:extLst>
              </a:tr>
              <a:tr h="401760">
                <a:tc gridSpan="2">
                  <a:txBody>
                    <a:bodyPr/>
                    <a:lstStyle/>
                    <a:p>
                      <a:pPr algn="ctr" fontAlgn="b"/>
                      <a:r>
                        <a:rPr lang="en-GB" sz="800" b="1" u="none" strike="noStrike">
                          <a:solidFill>
                            <a:schemeClr val="accent3">
                              <a:lumMod val="100000"/>
                            </a:schemeClr>
                          </a:solidFill>
                          <a:effectLst/>
                          <a:latin typeface="+mn-lt"/>
                        </a:rPr>
                        <a:t>Data type</a:t>
                      </a:r>
                      <a:endParaRPr lang="en-GB" sz="800" b="1" i="0" u="none" strike="noStrike">
                        <a:solidFill>
                          <a:schemeClr val="accent3">
                            <a:lumMod val="100000"/>
                          </a:schemeClr>
                        </a:solidFill>
                        <a:effectLst/>
                        <a:latin typeface="+mn-lt"/>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hMerge="1">
                  <a:txBody>
                    <a:bodyPr/>
                    <a:lstStyle/>
                    <a:p>
                      <a:endParaRPr lang="fi-FI"/>
                    </a:p>
                  </a:txBody>
                  <a:tcPr/>
                </a:tc>
                <a:tc>
                  <a:txBody>
                    <a:bodyPr/>
                    <a:lstStyle/>
                    <a:p>
                      <a:pPr algn="ctr" fontAlgn="b"/>
                      <a:r>
                        <a:rPr lang="en-GB" sz="800" b="1" u="none" strike="noStrike">
                          <a:solidFill>
                            <a:schemeClr val="accent3">
                              <a:lumMod val="100000"/>
                            </a:schemeClr>
                          </a:solidFill>
                          <a:effectLst/>
                          <a:latin typeface="+mn-lt"/>
                        </a:rPr>
                        <a:t>KPI 1</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fontAlgn="b"/>
                      <a:r>
                        <a:rPr lang="en-GB" sz="800" b="1" u="none" strike="noStrike">
                          <a:solidFill>
                            <a:schemeClr val="accent3">
                              <a:lumMod val="100000"/>
                            </a:schemeClr>
                          </a:solidFill>
                          <a:effectLst/>
                          <a:latin typeface="+mn-lt"/>
                        </a:rPr>
                        <a:t>KPI 2</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fontAlgn="b"/>
                      <a:r>
                        <a:rPr lang="en-GB" sz="800" b="1" u="none" strike="noStrike">
                          <a:solidFill>
                            <a:schemeClr val="accent3">
                              <a:lumMod val="100000"/>
                            </a:schemeClr>
                          </a:solidFill>
                          <a:effectLst/>
                          <a:latin typeface="+mn-lt"/>
                        </a:rPr>
                        <a:t>KPI 3</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1975260463"/>
                  </a:ext>
                </a:extLst>
              </a:tr>
              <a:tr h="279840">
                <a:tc rowSpan="3">
                  <a:txBody>
                    <a:bodyPr/>
                    <a:lstStyle/>
                    <a:p>
                      <a:pPr algn="l" fontAlgn="b"/>
                      <a:r>
                        <a:rPr lang="en-GB" sz="800" b="0" i="0" u="none" strike="noStrike">
                          <a:solidFill>
                            <a:schemeClr val="tx1">
                              <a:lumMod val="100000"/>
                            </a:schemeClr>
                          </a:solidFill>
                          <a:effectLst/>
                          <a:latin typeface="+mn-lt"/>
                        </a:rPr>
                        <a:t>Level 1</a:t>
                      </a:r>
                    </a:p>
                  </a:txBody>
                  <a:tcPr marL="36000" marR="36000" marT="36000" marB="36000" anchor="ctr">
                    <a:lnR w="6350" cap="flat" cmpd="sng" algn="ctr">
                      <a:solidFill>
                        <a:schemeClr val="tx1"/>
                      </a:solidFill>
                      <a:prstDash val="solid"/>
                      <a:round/>
                      <a:headEnd type="none" w="med" len="med"/>
                      <a:tailEnd type="none" w="med" len="med"/>
                    </a:lnR>
                    <a:lnT w="6350" cap="flat" cmpd="sng" algn="ctr">
                      <a:solidFill>
                        <a:srgbClr val="0C233C"/>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b"/>
                      <a:r>
                        <a:rPr lang="en-GB" sz="800" u="none" strike="noStrike">
                          <a:solidFill>
                            <a:schemeClr val="tx1">
                              <a:lumMod val="100000"/>
                            </a:schemeClr>
                          </a:solidFill>
                          <a:effectLst/>
                          <a:latin typeface="+mn-lt"/>
                        </a:rPr>
                        <a:t>Level 1.1</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0755725"/>
                  </a:ext>
                </a:extLst>
              </a:tr>
              <a:tr h="279840">
                <a:tc vMerge="1">
                  <a:txBody>
                    <a:bodyPr/>
                    <a:lstStyle/>
                    <a:p>
                      <a:pPr algn="l" fontAlgn="b"/>
                      <a:endParaRPr lang="en-US" sz="900" b="0" i="0" u="none" strike="noStrike">
                        <a:solidFill>
                          <a:schemeClr val="tx1">
                            <a:lumMod val="100000"/>
                          </a:schemeClr>
                        </a:solidFill>
                        <a:effectLst/>
                        <a:latin typeface="+mn-lt"/>
                      </a:endParaRPr>
                    </a:p>
                  </a:txBody>
                  <a:tcPr marL="18000" marR="18000" marT="18000" marB="18000" anchor="ctr"/>
                </a:tc>
                <a:tc>
                  <a:txBody>
                    <a:bodyPr/>
                    <a:lstStyle/>
                    <a:p>
                      <a:pPr algn="ctr" fontAlgn="b"/>
                      <a:r>
                        <a:rPr lang="en-GB" sz="800" u="none" strike="noStrike">
                          <a:solidFill>
                            <a:schemeClr val="tx1">
                              <a:lumMod val="100000"/>
                            </a:schemeClr>
                          </a:solidFill>
                          <a:effectLst/>
                          <a:latin typeface="+mn-lt"/>
                        </a:rPr>
                        <a:t>Level 1,2</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28712"/>
                  </a:ext>
                </a:extLst>
              </a:tr>
              <a:tr h="279840">
                <a:tc vMerge="1">
                  <a:txBody>
                    <a:bodyPr/>
                    <a:lstStyle/>
                    <a:p>
                      <a:pPr algn="l" fontAlgn="b"/>
                      <a:endParaRPr lang="en-US" sz="800" b="0" i="0" u="none" strike="noStrike">
                        <a:solidFill>
                          <a:schemeClr val="tx1">
                            <a:lumMod val="100000"/>
                          </a:schemeClr>
                        </a:solidFill>
                        <a:effectLst/>
                        <a:latin typeface="+mn-lt"/>
                      </a:endParaRPr>
                    </a:p>
                  </a:txBody>
                  <a:tcPr marL="36000" marR="18000" marT="18000" marB="18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GB" sz="800" b="1" i="0" u="none" strike="noStrike">
                          <a:solidFill>
                            <a:schemeClr val="tx1">
                              <a:lumMod val="100000"/>
                            </a:schemeClr>
                          </a:solidFill>
                          <a:effectLst/>
                          <a:latin typeface="+mn-lt"/>
                        </a:rPr>
                        <a:t>Subtotal</a:t>
                      </a: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389512540"/>
                  </a:ext>
                </a:extLst>
              </a:tr>
              <a:tr h="279840">
                <a:tc rowSpan="3">
                  <a:txBody>
                    <a:bodyPr/>
                    <a:lstStyle/>
                    <a:p>
                      <a:pPr algn="l" fontAlgn="b"/>
                      <a:r>
                        <a:rPr lang="en-GB" sz="800" u="none" strike="noStrike">
                          <a:solidFill>
                            <a:schemeClr val="tx1">
                              <a:lumMod val="100000"/>
                            </a:schemeClr>
                          </a:solidFill>
                          <a:effectLst/>
                          <a:latin typeface="+mn-lt"/>
                        </a:rPr>
                        <a:t>Level 2</a:t>
                      </a:r>
                      <a:endParaRPr lang="en-GB" sz="800" b="0" i="0" u="none" strike="noStrike">
                        <a:solidFill>
                          <a:schemeClr val="tx1">
                            <a:lumMod val="100000"/>
                          </a:schemeClr>
                        </a:solidFill>
                        <a:effectLst/>
                        <a:latin typeface="+mn-lt"/>
                      </a:endParaRPr>
                    </a:p>
                  </a:txBody>
                  <a:tcPr marL="36000" marR="36000" marT="36000" marB="36000" anchor="ctr">
                    <a:lnR w="6350" cap="flat" cmpd="sng" algn="ctr">
                      <a:solidFill>
                        <a:schemeClr val="tx1"/>
                      </a:solidFill>
                      <a:prstDash val="solid"/>
                      <a:round/>
                      <a:headEnd type="none" w="med" len="med"/>
                      <a:tailEnd type="none" w="med" len="med"/>
                    </a:lnR>
                    <a:lnT w="12700" cap="flat" cmpd="sng" algn="ctr">
                      <a:solidFill>
                        <a:srgbClr val="0C233C"/>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b"/>
                      <a:r>
                        <a:rPr lang="en-GB" sz="800" u="none" strike="noStrike">
                          <a:solidFill>
                            <a:schemeClr val="tx1">
                              <a:lumMod val="100000"/>
                            </a:schemeClr>
                          </a:solidFill>
                          <a:effectLst/>
                          <a:latin typeface="+mn-lt"/>
                        </a:rPr>
                        <a:t>Level 2.1</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044148"/>
                  </a:ext>
                </a:extLst>
              </a:tr>
              <a:tr h="279840">
                <a:tc vMerge="1">
                  <a:txBody>
                    <a:bodyPr/>
                    <a:lstStyle/>
                    <a:p>
                      <a:pPr algn="l" fontAlgn="b"/>
                      <a:endParaRPr lang="en-US" sz="900" b="0" i="0" u="none" strike="noStrike">
                        <a:solidFill>
                          <a:schemeClr val="tx1">
                            <a:lumMod val="100000"/>
                          </a:schemeClr>
                        </a:solidFill>
                        <a:effectLst/>
                        <a:latin typeface="+mn-lt"/>
                      </a:endParaRPr>
                    </a:p>
                  </a:txBody>
                  <a:tcPr marL="18000" marR="18000" marT="18000" marB="18000" anchor="ctr"/>
                </a:tc>
                <a:tc>
                  <a:txBody>
                    <a:bodyPr/>
                    <a:lstStyle/>
                    <a:p>
                      <a:pPr algn="ctr" fontAlgn="b"/>
                      <a:r>
                        <a:rPr lang="en-GB" sz="800" u="none" strike="noStrike">
                          <a:solidFill>
                            <a:schemeClr val="tx1">
                              <a:lumMod val="100000"/>
                            </a:schemeClr>
                          </a:solidFill>
                          <a:effectLst/>
                          <a:latin typeface="+mn-lt"/>
                        </a:rPr>
                        <a:t>Level 2.2</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5452236"/>
                  </a:ext>
                </a:extLst>
              </a:tr>
              <a:tr h="279840">
                <a:tc vMerge="1">
                  <a:txBody>
                    <a:bodyPr/>
                    <a:lstStyle/>
                    <a:p>
                      <a:pPr algn="l" fontAlgn="b"/>
                      <a:endParaRPr lang="en-US" sz="800" b="0" i="0" u="none" strike="noStrike">
                        <a:solidFill>
                          <a:schemeClr val="tx1">
                            <a:lumMod val="100000"/>
                          </a:schemeClr>
                        </a:solidFill>
                        <a:effectLst/>
                        <a:latin typeface="+mn-lt"/>
                      </a:endParaRPr>
                    </a:p>
                  </a:txBody>
                  <a:tcPr marL="36000" marR="18000" marT="18000" marB="18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fontAlgn="b"/>
                      <a:r>
                        <a:rPr lang="en-GB" sz="800" b="1" i="0" u="none" strike="noStrike">
                          <a:solidFill>
                            <a:schemeClr val="tx1">
                              <a:lumMod val="100000"/>
                            </a:schemeClr>
                          </a:solidFill>
                          <a:effectLst/>
                          <a:latin typeface="+mn-lt"/>
                        </a:rPr>
                        <a:t>Subtotal</a:t>
                      </a: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083285293"/>
                  </a:ext>
                </a:extLst>
              </a:tr>
            </a:tbl>
          </a:graphicData>
        </a:graphic>
      </p:graphicFrame>
      <p:graphicFrame>
        <p:nvGraphicFramePr>
          <p:cNvPr id="8" name="Table 7">
            <a:extLst>
              <a:ext uri="{FF2B5EF4-FFF2-40B4-BE49-F238E27FC236}">
                <a16:creationId xmlns:a16="http://schemas.microsoft.com/office/drawing/2014/main" id="{4A24D1B9-32B9-DBDA-EECC-8802DDE6C5CE}"/>
              </a:ext>
            </a:extLst>
          </p:cNvPr>
          <p:cNvGraphicFramePr>
            <a:graphicFrameLocks noGrp="1"/>
          </p:cNvGraphicFramePr>
          <p:nvPr userDrawn="1">
            <p:extLst>
              <p:ext uri="{D42A27DB-BD31-4B8C-83A1-F6EECF244321}">
                <p14:modId xmlns:p14="http://schemas.microsoft.com/office/powerpoint/2010/main" val="473871620"/>
              </p:ext>
            </p:extLst>
          </p:nvPr>
        </p:nvGraphicFramePr>
        <p:xfrm>
          <a:off x="4226816" y="2344194"/>
          <a:ext cx="1677305" cy="1148196"/>
        </p:xfrm>
        <a:graphic>
          <a:graphicData uri="http://schemas.openxmlformats.org/drawingml/2006/table">
            <a:tbl>
              <a:tblPr>
                <a:tableStyleId>{5C22544A-7EE6-4342-B048-85BDC9FD1C3A}</a:tableStyleId>
              </a:tblPr>
              <a:tblGrid>
                <a:gridCol w="517442">
                  <a:extLst>
                    <a:ext uri="{9D8B030D-6E8A-4147-A177-3AD203B41FA5}">
                      <a16:colId xmlns:a16="http://schemas.microsoft.com/office/drawing/2014/main" val="3800948967"/>
                    </a:ext>
                  </a:extLst>
                </a:gridCol>
                <a:gridCol w="386621">
                  <a:extLst>
                    <a:ext uri="{9D8B030D-6E8A-4147-A177-3AD203B41FA5}">
                      <a16:colId xmlns:a16="http://schemas.microsoft.com/office/drawing/2014/main" val="1691511191"/>
                    </a:ext>
                  </a:extLst>
                </a:gridCol>
                <a:gridCol w="386621">
                  <a:extLst>
                    <a:ext uri="{9D8B030D-6E8A-4147-A177-3AD203B41FA5}">
                      <a16:colId xmlns:a16="http://schemas.microsoft.com/office/drawing/2014/main" val="364705391"/>
                    </a:ext>
                  </a:extLst>
                </a:gridCol>
                <a:gridCol w="386621">
                  <a:extLst>
                    <a:ext uri="{9D8B030D-6E8A-4147-A177-3AD203B41FA5}">
                      <a16:colId xmlns:a16="http://schemas.microsoft.com/office/drawing/2014/main" val="449685310"/>
                    </a:ext>
                  </a:extLst>
                </a:gridCol>
              </a:tblGrid>
              <a:tr h="170955">
                <a:tc gridSpan="4">
                  <a:txBody>
                    <a:bodyPr/>
                    <a:lstStyle/>
                    <a:p>
                      <a:pPr algn="l" rtl="0" fontAlgn="ctr"/>
                      <a:r>
                        <a:rPr lang="en-GB" sz="800" b="1" u="none" strike="noStrike">
                          <a:solidFill>
                            <a:schemeClr val="bg1"/>
                          </a:solidFill>
                          <a:effectLst/>
                        </a:rPr>
                        <a:t>A simple table</a:t>
                      </a:r>
                    </a:p>
                  </a:txBody>
                  <a:tcPr marL="36000" marR="36000" marT="36000" marB="36000" anchor="ctr">
                    <a:lnB w="6350" cap="flat" cmpd="sng" algn="ctr">
                      <a:noFill/>
                      <a:prstDash val="solid"/>
                      <a:round/>
                      <a:headEnd type="none" w="med" len="med"/>
                      <a:tailEnd type="none" w="med" len="med"/>
                    </a:lnB>
                    <a:solidFill>
                      <a:srgbClr val="0C233C"/>
                    </a:solidFill>
                  </a:tcPr>
                </a:tc>
                <a:tc hMerge="1">
                  <a:txBody>
                    <a:bodyPr/>
                    <a:lstStyle/>
                    <a:p>
                      <a:endParaRPr lang="fi-FI"/>
                    </a:p>
                  </a:txBody>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4070391105"/>
                  </a:ext>
                </a:extLst>
              </a:tr>
              <a:tr h="170955">
                <a:tc>
                  <a:txBody>
                    <a:bodyPr/>
                    <a:lstStyle/>
                    <a:p>
                      <a:pPr algn="ctr" rtl="0" fontAlgn="ctr"/>
                      <a:r>
                        <a:rPr lang="en-GB" sz="800" b="1" u="none" strike="noStrike">
                          <a:solidFill>
                            <a:srgbClr val="0C233C"/>
                          </a:solidFill>
                          <a:effectLst/>
                        </a:rPr>
                        <a:t>Item</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3309129632"/>
                  </a:ext>
                </a:extLst>
              </a:tr>
              <a:tr h="288000">
                <a:tc>
                  <a:txBody>
                    <a:bodyPr/>
                    <a:lstStyle/>
                    <a:p>
                      <a:pPr algn="l" rtl="0" fontAlgn="ctr"/>
                      <a:r>
                        <a:rPr lang="en-GB" sz="800" u="none" strike="noStrike">
                          <a:effectLst/>
                        </a:rPr>
                        <a:t>Item 1</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438628217"/>
                  </a:ext>
                </a:extLst>
              </a:tr>
              <a:tr h="278436">
                <a:tc>
                  <a:txBody>
                    <a:bodyPr/>
                    <a:lstStyle/>
                    <a:p>
                      <a:pPr algn="l" rtl="0" fontAlgn="ctr"/>
                      <a:r>
                        <a:rPr lang="en-GB" sz="800" u="none" strike="noStrike">
                          <a:effectLst/>
                        </a:rPr>
                        <a:t>Item 2</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175157744"/>
                  </a:ext>
                </a:extLst>
              </a:tr>
              <a:tr h="170955">
                <a:tc>
                  <a:txBody>
                    <a:bodyPr/>
                    <a:lstStyle/>
                    <a:p>
                      <a:pPr algn="l" fontAlgn="ctr"/>
                      <a:r>
                        <a:rPr lang="en-GB" sz="800" b="1" u="none" strike="noStrike">
                          <a:solidFill>
                            <a:schemeClr val="tx1"/>
                          </a:solidFill>
                          <a:effectLst/>
                        </a:rPr>
                        <a:t>Total</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440300035"/>
                  </a:ext>
                </a:extLst>
              </a:tr>
            </a:tbl>
          </a:graphicData>
        </a:graphic>
      </p:graphicFrame>
      <p:sp>
        <p:nvSpPr>
          <p:cNvPr id="9" name="Rectangle 8">
            <a:extLst>
              <a:ext uri="{FF2B5EF4-FFF2-40B4-BE49-F238E27FC236}">
                <a16:creationId xmlns:a16="http://schemas.microsoft.com/office/drawing/2014/main" id="{3853630C-F479-5677-6FF0-B22CCBAD7AB1}"/>
              </a:ext>
            </a:extLst>
          </p:cNvPr>
          <p:cNvSpPr>
            <a:spLocks/>
          </p:cNvSpPr>
          <p:nvPr userDrawn="1"/>
        </p:nvSpPr>
        <p:spPr>
          <a:xfrm>
            <a:off x="982800" y="2461680"/>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between title and header</a:t>
            </a:r>
          </a:p>
        </p:txBody>
      </p:sp>
      <p:cxnSp>
        <p:nvCxnSpPr>
          <p:cNvPr id="11" name="Straight Connector 10">
            <a:extLst>
              <a:ext uri="{FF2B5EF4-FFF2-40B4-BE49-F238E27FC236}">
                <a16:creationId xmlns:a16="http://schemas.microsoft.com/office/drawing/2014/main" id="{5349BCAE-E737-F38E-AD59-7B1C0D39D722}"/>
              </a:ext>
            </a:extLst>
          </p:cNvPr>
          <p:cNvCxnSpPr>
            <a:stCxn id="9" idx="3"/>
          </p:cNvCxnSpPr>
          <p:nvPr userDrawn="1"/>
        </p:nvCxnSpPr>
        <p:spPr>
          <a:xfrm flipV="1">
            <a:off x="4071619" y="2536356"/>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E750910-5110-A838-3B73-72E15DA3DAF2}"/>
              </a:ext>
            </a:extLst>
          </p:cNvPr>
          <p:cNvSpPr>
            <a:spLocks/>
          </p:cNvSpPr>
          <p:nvPr userDrawn="1"/>
        </p:nvSpPr>
        <p:spPr>
          <a:xfrm>
            <a:off x="982800" y="2659801"/>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1/2pt for header row’s bottom border</a:t>
            </a:r>
          </a:p>
        </p:txBody>
      </p:sp>
      <p:cxnSp>
        <p:nvCxnSpPr>
          <p:cNvPr id="15" name="Straight Connector 14">
            <a:extLst>
              <a:ext uri="{FF2B5EF4-FFF2-40B4-BE49-F238E27FC236}">
                <a16:creationId xmlns:a16="http://schemas.microsoft.com/office/drawing/2014/main" id="{FF90F210-0EC9-F247-47C7-1F2323FD01C2}"/>
              </a:ext>
            </a:extLst>
          </p:cNvPr>
          <p:cNvCxnSpPr>
            <a:stCxn id="14" idx="3"/>
          </p:cNvCxnSpPr>
          <p:nvPr userDrawn="1"/>
        </p:nvCxnSpPr>
        <p:spPr>
          <a:xfrm flipV="1">
            <a:off x="4071619" y="2734477"/>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669D550-1B46-812E-0B10-929F429F29E9}"/>
              </a:ext>
            </a:extLst>
          </p:cNvPr>
          <p:cNvSpPr>
            <a:spLocks/>
          </p:cNvSpPr>
          <p:nvPr userDrawn="1"/>
        </p:nvSpPr>
        <p:spPr>
          <a:xfrm>
            <a:off x="982800" y="3417713"/>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1pt for Total row’s bottom border</a:t>
            </a:r>
          </a:p>
        </p:txBody>
      </p:sp>
      <p:cxnSp>
        <p:nvCxnSpPr>
          <p:cNvPr id="18" name="Straight Connector 17">
            <a:extLst>
              <a:ext uri="{FF2B5EF4-FFF2-40B4-BE49-F238E27FC236}">
                <a16:creationId xmlns:a16="http://schemas.microsoft.com/office/drawing/2014/main" id="{616F7FE1-78D2-51FE-EA9A-5AFD2049F459}"/>
              </a:ext>
            </a:extLst>
          </p:cNvPr>
          <p:cNvCxnSpPr>
            <a:stCxn id="17" idx="3"/>
          </p:cNvCxnSpPr>
          <p:nvPr userDrawn="1"/>
        </p:nvCxnSpPr>
        <p:spPr>
          <a:xfrm flipV="1">
            <a:off x="4071619" y="3492389"/>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37424BE-FEFB-7C14-BE6F-C65D410F09DB}"/>
              </a:ext>
            </a:extLst>
          </p:cNvPr>
          <p:cNvSpPr>
            <a:spLocks/>
          </p:cNvSpPr>
          <p:nvPr userDrawn="1"/>
        </p:nvSpPr>
        <p:spPr>
          <a:xfrm>
            <a:off x="982800" y="4087306"/>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between multiple layers of header</a:t>
            </a:r>
          </a:p>
        </p:txBody>
      </p:sp>
      <p:cxnSp>
        <p:nvCxnSpPr>
          <p:cNvPr id="23" name="Straight Connector 22">
            <a:extLst>
              <a:ext uri="{FF2B5EF4-FFF2-40B4-BE49-F238E27FC236}">
                <a16:creationId xmlns:a16="http://schemas.microsoft.com/office/drawing/2014/main" id="{846A4444-72BC-EFF9-FFC3-A29D8FECBDC9}"/>
              </a:ext>
            </a:extLst>
          </p:cNvPr>
          <p:cNvCxnSpPr>
            <a:cxnSpLocks/>
            <a:stCxn id="22" idx="3"/>
          </p:cNvCxnSpPr>
          <p:nvPr userDrawn="1"/>
        </p:nvCxnSpPr>
        <p:spPr>
          <a:xfrm>
            <a:off x="4071619" y="4161983"/>
            <a:ext cx="155197" cy="0"/>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EE60D43-898A-698A-2CD2-A9CDC01DC6CA}"/>
              </a:ext>
            </a:extLst>
          </p:cNvPr>
          <p:cNvSpPr>
            <a:spLocks/>
          </p:cNvSpPr>
          <p:nvPr userDrawn="1"/>
        </p:nvSpPr>
        <p:spPr>
          <a:xfrm>
            <a:off x="4226817" y="5354746"/>
            <a:ext cx="2837168" cy="16181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on left and right</a:t>
            </a:r>
          </a:p>
        </p:txBody>
      </p:sp>
      <p:cxnSp>
        <p:nvCxnSpPr>
          <p:cNvPr id="32" name="Connector: Elbow 31">
            <a:extLst>
              <a:ext uri="{FF2B5EF4-FFF2-40B4-BE49-F238E27FC236}">
                <a16:creationId xmlns:a16="http://schemas.microsoft.com/office/drawing/2014/main" id="{4664FFDB-90B5-84A9-6459-2407249FE8BE}"/>
              </a:ext>
            </a:extLst>
          </p:cNvPr>
          <p:cNvCxnSpPr>
            <a:stCxn id="27" idx="1"/>
            <a:endCxn id="5" idx="1"/>
          </p:cNvCxnSpPr>
          <p:nvPr userDrawn="1"/>
        </p:nvCxnSpPr>
        <p:spPr>
          <a:xfrm rot="10800000">
            <a:off x="4226817" y="4450081"/>
            <a:ext cx="1" cy="985572"/>
          </a:xfrm>
          <a:prstGeom prst="bentConnector3">
            <a:avLst>
              <a:gd name="adj1" fmla="val 22860100000"/>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CE74D422-A22A-7212-1E8B-520AED9FF868}"/>
              </a:ext>
            </a:extLst>
          </p:cNvPr>
          <p:cNvCxnSpPr>
            <a:stCxn id="27" idx="3"/>
            <a:endCxn id="5" idx="3"/>
          </p:cNvCxnSpPr>
          <p:nvPr userDrawn="1"/>
        </p:nvCxnSpPr>
        <p:spPr>
          <a:xfrm flipH="1" flipV="1">
            <a:off x="7063984" y="4450081"/>
            <a:ext cx="1" cy="985572"/>
          </a:xfrm>
          <a:prstGeom prst="bentConnector3">
            <a:avLst>
              <a:gd name="adj1" fmla="val -22860000000"/>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71C2DC6-086F-761C-CCE9-4FCF466C505D}"/>
              </a:ext>
            </a:extLst>
          </p:cNvPr>
          <p:cNvSpPr>
            <a:spLocks/>
          </p:cNvSpPr>
          <p:nvPr userDrawn="1"/>
        </p:nvSpPr>
        <p:spPr>
          <a:xfrm>
            <a:off x="6979919" y="3026417"/>
            <a:ext cx="1242063" cy="617860"/>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1pt for separating different categories</a:t>
            </a:r>
          </a:p>
        </p:txBody>
      </p:sp>
      <p:cxnSp>
        <p:nvCxnSpPr>
          <p:cNvPr id="36" name="Straight Connector 35">
            <a:extLst>
              <a:ext uri="{FF2B5EF4-FFF2-40B4-BE49-F238E27FC236}">
                <a16:creationId xmlns:a16="http://schemas.microsoft.com/office/drawing/2014/main" id="{A5BD176C-D1CF-7343-56C2-73A8FD602F29}"/>
              </a:ext>
            </a:extLst>
          </p:cNvPr>
          <p:cNvCxnSpPr>
            <a:cxnSpLocks/>
          </p:cNvCxnSpPr>
          <p:nvPr userDrawn="1"/>
        </p:nvCxnSpPr>
        <p:spPr>
          <a:xfrm>
            <a:off x="8221983" y="3335347"/>
            <a:ext cx="312417" cy="0"/>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30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ack Cover_Report">
    <p:bg>
      <p:bgPr>
        <a:solidFill>
          <a:srgbClr val="0C233C"/>
        </a:solidFill>
        <a:effectLst/>
      </p:bgPr>
    </p:bg>
    <p:spTree>
      <p:nvGrpSpPr>
        <p:cNvPr id="1" name=""/>
        <p:cNvGrpSpPr/>
        <p:nvPr/>
      </p:nvGrpSpPr>
      <p:grpSpPr>
        <a:xfrm>
          <a:off x="0" y="0"/>
          <a:ext cx="0" cy="0"/>
          <a:chOff x="0" y="0"/>
          <a:chExt cx="0" cy="0"/>
        </a:xfrm>
      </p:grpSpPr>
      <p:sp>
        <p:nvSpPr>
          <p:cNvPr id="11" name="TextBox 10"/>
          <p:cNvSpPr txBox="1">
            <a:spLocks noGrp="1" noRot="1" noMove="1" noResize="1" noEditPoints="1" noAdjustHandles="1" noChangeArrowheads="1" noChangeShapeType="1"/>
          </p:cNvSpPr>
          <p:nvPr userDrawn="1">
            <p:custDataLst>
              <p:tags r:id="rId1"/>
            </p:custDataLst>
          </p:nvPr>
        </p:nvSpPr>
        <p:spPr>
          <a:xfrm>
            <a:off x="982800"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pic>
        <p:nvPicPr>
          <p:cNvPr id="19" name="Graphic 18">
            <a:extLst>
              <a:ext uri="{FF2B5EF4-FFF2-40B4-BE49-F238E27FC236}">
                <a16:creationId xmlns:a16="http://schemas.microsoft.com/office/drawing/2014/main" id="{BDA10B50-C087-6AD4-0571-081857C10F3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a:spLocks noGrp="1" noRot="1" noMove="1" noResize="1" noEditPoints="1" noAdjustHandles="1" noChangeArrowheads="1" noChangeShapeType="1"/>
          </p:cNvSpPr>
          <p:nvPr userDrawn="1">
            <p:custDataLst>
              <p:tags r:id="rId2"/>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noGrp="1" noUngrp="1" noRot="1" noMove="1" noResize="1"/>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Grp="1" noUngrp="1" noRot="1" noChangeAspect="1" noMove="1" noResize="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noGrp="1" noRot="1" noMove="1" noResize="1" noEditPoints="1" noAdjustHandles="1" noChangeArrowheads="1" noChangeShapeType="1"/>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noGrp="1" noRot="1" noMove="1" noResize="1" noEditPoints="1" noAdjustHandles="1" noChangeArrowheads="1" noChangeShapeType="1"/>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noGrp="1" noRot="1" noMove="1" noResize="1" noEditPoints="1" noAdjustHandles="1" noChangeArrowheads="1" noChangeShapeType="1"/>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noGrp="1" noUngrp="1" noRot="1" noMove="1" noResize="1"/>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noGrp="1" noRot="1" noMove="1" noResize="1" noEditPoints="1" noAdjustHandles="1" noChangeArrowheads="1" noChangeShapeType="1"/>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Grp="1" noRot="1" noMove="1" noResize="1" noEditPoints="1" noAdjustHandles="1" noChangeArrowheads="1" noChangeShapeType="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a:grpSpLocks noGrp="1" noUngrp="1" noRot="1" noMove="1" noResize="1"/>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noGrp="1" noRot="1" noMove="1" noResize="1" noEditPoints="1" noAdjustHandles="1" noChangeArrowheads="1" noChangeShapeType="1"/>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Grp="1" noRot="1" noMove="1" noResize="1" noEditPoints="1" noAdjustHandles="1" noChangeArrowheads="1" noChangeShapeType="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a:grpSpLocks noGrp="1" noUngrp="1" noRot="1" noMove="1" noResize="1"/>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noGrp="1" noRot="1" noMove="1" noResize="1" noEditPoints="1" noAdjustHandles="1" noChangeArrowheads="1" noChangeShapeType="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noGrp="1" noRot="1" noMove="1" noResize="1" noEditPoints="1" noAdjustHandles="1" noChangeArrowheads="1" noChangeShapeType="1"/>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a:grpSpLocks noGrp="1" noUngrp="1" noRot="1" noMove="1" noResize="1"/>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noGrp="1" noRot="1" noMove="1" noResize="1" noEditPoints="1" noAdjustHandles="1" noChangeArrowheads="1" noChangeShapeType="1"/>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Grp="1" noRot="1" noMove="1" noResize="1" noEditPoints="1" noAdjustHandles="1" noChangeArrowheads="1" noChangeShapeType="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noGrp="1" noRot="1" noMove="1" noResize="1" noEditPoints="1" noAdjustHandles="1" noChangeArrowheads="1" noChangeShapeType="1"/>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noGrp="1" noRot="1" noMove="1" noResize="1" noEditPoints="1" noAdjustHandles="1" noChangeArrowheads="1" noChangeShapeType="1"/>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noGrp="1" noRot="1" noMove="1" noResize="1" noEditPoints="1" noAdjustHandles="1" noChangeArrowheads="1" noChangeShapeType="1"/>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Text Placeholder 12">
            <a:extLst>
              <a:ext uri="{FF2B5EF4-FFF2-40B4-BE49-F238E27FC236}">
                <a16:creationId xmlns:a16="http://schemas.microsoft.com/office/drawing/2014/main" id="{C568F71D-8F0D-4AE8-9FD1-A861121A6697}"/>
              </a:ext>
            </a:extLst>
          </p:cNvPr>
          <p:cNvSpPr txBox="1">
            <a:spLocks noGrp="1" noRot="1" noMove="1" noResize="1" noEditPoints="1" noAdjustHandles="1" noChangeArrowheads="1" noChangeShapeType="1"/>
          </p:cNvSpPr>
          <p:nvPr userDrawn="1"/>
        </p:nvSpPr>
        <p:spPr>
          <a:xfrm>
            <a:off x="984000" y="1342800"/>
            <a:ext cx="10224000" cy="39600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report are:</a:t>
            </a:r>
          </a:p>
        </p:txBody>
      </p:sp>
      <p:sp>
        <p:nvSpPr>
          <p:cNvPr id="21" name="Rectangle 20">
            <a:extLst>
              <a:ext uri="{FF2B5EF4-FFF2-40B4-BE49-F238E27FC236}">
                <a16:creationId xmlns:a16="http://schemas.microsoft.com/office/drawing/2014/main" id="{9B28933D-CC29-8906-33BF-7C29A5ADB874}"/>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4" name="Rectangle 23">
            <a:extLst>
              <a:ext uri="{FF2B5EF4-FFF2-40B4-BE49-F238E27FC236}">
                <a16:creationId xmlns:a16="http://schemas.microsoft.com/office/drawing/2014/main" id="{4A6097CB-951E-D475-910C-B956A0F2B8D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2" name="Rectangle 31">
            <a:extLst>
              <a:ext uri="{FF2B5EF4-FFF2-40B4-BE49-F238E27FC236}">
                <a16:creationId xmlns:a16="http://schemas.microsoft.com/office/drawing/2014/main" id="{48B0E9EA-599D-5880-B325-838DE35345B4}"/>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3" name="Rectangle 32">
            <a:extLst>
              <a:ext uri="{FF2B5EF4-FFF2-40B4-BE49-F238E27FC236}">
                <a16:creationId xmlns:a16="http://schemas.microsoft.com/office/drawing/2014/main" id="{AE5CC623-0A20-A193-A8B9-49F4758703D2}"/>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4" name="Rectangle 33">
            <a:extLst>
              <a:ext uri="{FF2B5EF4-FFF2-40B4-BE49-F238E27FC236}">
                <a16:creationId xmlns:a16="http://schemas.microsoft.com/office/drawing/2014/main" id="{E3AEA470-5555-8D44-BCAC-B20FFFE2CBA6}"/>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B39C49C7-C0D1-0468-765B-C7F4131B33F6}"/>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6" name="Rectangle 35">
            <a:extLst>
              <a:ext uri="{FF2B5EF4-FFF2-40B4-BE49-F238E27FC236}">
                <a16:creationId xmlns:a16="http://schemas.microsoft.com/office/drawing/2014/main" id="{FAF1645A-E5C2-154F-7A31-73DAAC666F20}"/>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7" name="Group 36">
            <a:extLst>
              <a:ext uri="{FF2B5EF4-FFF2-40B4-BE49-F238E27FC236}">
                <a16:creationId xmlns:a16="http://schemas.microsoft.com/office/drawing/2014/main" id="{31A2FEE1-8E98-49D2-5AD3-BA09A0F2B7AA}"/>
              </a:ext>
            </a:extLst>
          </p:cNvPr>
          <p:cNvGrpSpPr/>
          <p:nvPr userDrawn="1"/>
        </p:nvGrpSpPr>
        <p:grpSpPr>
          <a:xfrm>
            <a:off x="985838" y="6975139"/>
            <a:ext cx="10223500" cy="230049"/>
            <a:chOff x="985838" y="6975139"/>
            <a:chExt cx="10223500" cy="230049"/>
          </a:xfrm>
        </p:grpSpPr>
        <p:cxnSp>
          <p:nvCxnSpPr>
            <p:cNvPr id="38" name="Straight Arrow Connector 37">
              <a:extLst>
                <a:ext uri="{FF2B5EF4-FFF2-40B4-BE49-F238E27FC236}">
                  <a16:creationId xmlns:a16="http://schemas.microsoft.com/office/drawing/2014/main" id="{578558A4-70F1-9F8A-E78D-2ACEF58601BA}"/>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D36627E-4874-0C62-A0B3-9C827531B6B0}"/>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0" name="Group 39">
            <a:extLst>
              <a:ext uri="{FF2B5EF4-FFF2-40B4-BE49-F238E27FC236}">
                <a16:creationId xmlns:a16="http://schemas.microsoft.com/office/drawing/2014/main" id="{11F2CCB2-CF5C-CC7F-9EE4-8CBBEA8B24C9}"/>
              </a:ext>
            </a:extLst>
          </p:cNvPr>
          <p:cNvGrpSpPr/>
          <p:nvPr userDrawn="1"/>
        </p:nvGrpSpPr>
        <p:grpSpPr>
          <a:xfrm>
            <a:off x="0" y="7255521"/>
            <a:ext cx="12192000" cy="230049"/>
            <a:chOff x="0" y="7255521"/>
            <a:chExt cx="12192000" cy="230049"/>
          </a:xfrm>
        </p:grpSpPr>
        <p:cxnSp>
          <p:nvCxnSpPr>
            <p:cNvPr id="41" name="Straight Arrow Connector 40">
              <a:extLst>
                <a:ext uri="{FF2B5EF4-FFF2-40B4-BE49-F238E27FC236}">
                  <a16:creationId xmlns:a16="http://schemas.microsoft.com/office/drawing/2014/main" id="{1D3210E6-930D-6B95-570F-CD9266121A44}"/>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4544F3B-7108-3DD3-905A-D2FE2CB52E2E}"/>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3" name="Group 42">
            <a:extLst>
              <a:ext uri="{FF2B5EF4-FFF2-40B4-BE49-F238E27FC236}">
                <a16:creationId xmlns:a16="http://schemas.microsoft.com/office/drawing/2014/main" id="{85F9D541-F11A-7A4E-3C0E-E3FBAEC0327C}"/>
              </a:ext>
            </a:extLst>
          </p:cNvPr>
          <p:cNvGrpSpPr>
            <a:grpSpLocks/>
          </p:cNvGrpSpPr>
          <p:nvPr userDrawn="1"/>
        </p:nvGrpSpPr>
        <p:grpSpPr>
          <a:xfrm>
            <a:off x="982800" y="7491081"/>
            <a:ext cx="4930775" cy="230049"/>
            <a:chOff x="985838" y="7724761"/>
            <a:chExt cx="4930775" cy="230049"/>
          </a:xfrm>
        </p:grpSpPr>
        <p:cxnSp>
          <p:nvCxnSpPr>
            <p:cNvPr id="44" name="Straight Arrow Connector 43">
              <a:extLst>
                <a:ext uri="{FF2B5EF4-FFF2-40B4-BE49-F238E27FC236}">
                  <a16:creationId xmlns:a16="http://schemas.microsoft.com/office/drawing/2014/main" id="{7195D9EA-D0BA-B2DB-D627-546C7C830BA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A422BA8-68E7-1BDD-E2C9-293FFD87A07D}"/>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6" name="Group 45">
            <a:extLst>
              <a:ext uri="{FF2B5EF4-FFF2-40B4-BE49-F238E27FC236}">
                <a16:creationId xmlns:a16="http://schemas.microsoft.com/office/drawing/2014/main" id="{9B30D2AE-7AE7-6B44-FC62-913D3214A039}"/>
              </a:ext>
            </a:extLst>
          </p:cNvPr>
          <p:cNvGrpSpPr>
            <a:grpSpLocks/>
          </p:cNvGrpSpPr>
          <p:nvPr userDrawn="1"/>
        </p:nvGrpSpPr>
        <p:grpSpPr>
          <a:xfrm>
            <a:off x="6274800" y="7491081"/>
            <a:ext cx="4930775" cy="230049"/>
            <a:chOff x="985838" y="7724761"/>
            <a:chExt cx="4930775" cy="230049"/>
          </a:xfrm>
        </p:grpSpPr>
        <p:cxnSp>
          <p:nvCxnSpPr>
            <p:cNvPr id="47" name="Straight Arrow Connector 46">
              <a:extLst>
                <a:ext uri="{FF2B5EF4-FFF2-40B4-BE49-F238E27FC236}">
                  <a16:creationId xmlns:a16="http://schemas.microsoft.com/office/drawing/2014/main" id="{1E7D347C-BB9A-B79F-D81E-97CB28DC4CC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AB1EAF-FFF6-5AF5-2140-CE9BDDC139C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9" name="Group 48">
            <a:extLst>
              <a:ext uri="{FF2B5EF4-FFF2-40B4-BE49-F238E27FC236}">
                <a16:creationId xmlns:a16="http://schemas.microsoft.com/office/drawing/2014/main" id="{80DA3F31-F8F7-0D75-A354-8C2CD07C9C5C}"/>
              </a:ext>
            </a:extLst>
          </p:cNvPr>
          <p:cNvGrpSpPr/>
          <p:nvPr userDrawn="1"/>
        </p:nvGrpSpPr>
        <p:grpSpPr>
          <a:xfrm>
            <a:off x="12750953" y="0"/>
            <a:ext cx="230051" cy="6858000"/>
            <a:chOff x="-1090386" y="0"/>
            <a:chExt cx="230051" cy="6858000"/>
          </a:xfrm>
        </p:grpSpPr>
        <p:cxnSp>
          <p:nvCxnSpPr>
            <p:cNvPr id="50" name="Straight Arrow Connector 49">
              <a:extLst>
                <a:ext uri="{FF2B5EF4-FFF2-40B4-BE49-F238E27FC236}">
                  <a16:creationId xmlns:a16="http://schemas.microsoft.com/office/drawing/2014/main" id="{D727AA30-EBFB-9A5F-A69A-99048CD54BC2}"/>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474996D-CFB7-ADC7-39A2-7F76F1043EFB}"/>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2" name="Group 51">
            <a:extLst>
              <a:ext uri="{FF2B5EF4-FFF2-40B4-BE49-F238E27FC236}">
                <a16:creationId xmlns:a16="http://schemas.microsoft.com/office/drawing/2014/main" id="{530D535A-00E8-E4D7-E927-839082013C2D}"/>
              </a:ext>
            </a:extLst>
          </p:cNvPr>
          <p:cNvGrpSpPr>
            <a:grpSpLocks/>
          </p:cNvGrpSpPr>
          <p:nvPr userDrawn="1"/>
        </p:nvGrpSpPr>
        <p:grpSpPr>
          <a:xfrm>
            <a:off x="12251088" y="1341438"/>
            <a:ext cx="230049" cy="4536000"/>
            <a:chOff x="-321485" y="1341438"/>
            <a:chExt cx="230049" cy="4536000"/>
          </a:xfrm>
        </p:grpSpPr>
        <p:cxnSp>
          <p:nvCxnSpPr>
            <p:cNvPr id="54" name="Straight Arrow Connector 53">
              <a:extLst>
                <a:ext uri="{FF2B5EF4-FFF2-40B4-BE49-F238E27FC236}">
                  <a16:creationId xmlns:a16="http://schemas.microsoft.com/office/drawing/2014/main" id="{5C6348FB-0B36-059A-C017-68224B7C75C4}"/>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D59CCE0-F440-5A14-885B-BD4A7322CBF5}"/>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6" name="Group 55">
            <a:extLst>
              <a:ext uri="{FF2B5EF4-FFF2-40B4-BE49-F238E27FC236}">
                <a16:creationId xmlns:a16="http://schemas.microsoft.com/office/drawing/2014/main" id="{5BCA118A-9B41-2F03-3721-7D046EF70526}"/>
              </a:ext>
            </a:extLst>
          </p:cNvPr>
          <p:cNvGrpSpPr/>
          <p:nvPr userDrawn="1"/>
        </p:nvGrpSpPr>
        <p:grpSpPr>
          <a:xfrm>
            <a:off x="12257572" y="981075"/>
            <a:ext cx="539998" cy="360363"/>
            <a:chOff x="-520806" y="981075"/>
            <a:chExt cx="539998" cy="360363"/>
          </a:xfrm>
        </p:grpSpPr>
        <p:cxnSp>
          <p:nvCxnSpPr>
            <p:cNvPr id="57" name="Straight Arrow Connector 56">
              <a:extLst>
                <a:ext uri="{FF2B5EF4-FFF2-40B4-BE49-F238E27FC236}">
                  <a16:creationId xmlns:a16="http://schemas.microsoft.com/office/drawing/2014/main" id="{956F88D4-C26E-DCF0-C76D-3C89F066C859}"/>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0DD2E72-BEF9-62FC-17F8-1255E43676F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9" name="Rectangle 58">
            <a:extLst>
              <a:ext uri="{FF2B5EF4-FFF2-40B4-BE49-F238E27FC236}">
                <a16:creationId xmlns:a16="http://schemas.microsoft.com/office/drawing/2014/main" id="{6A737A84-FB97-8A80-A63E-103131EC579C}"/>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0" name="Rectangle 59">
            <a:extLst>
              <a:ext uri="{FF2B5EF4-FFF2-40B4-BE49-F238E27FC236}">
                <a16:creationId xmlns:a16="http://schemas.microsoft.com/office/drawing/2014/main" id="{28E0EF7E-A502-A3A0-0153-ED8926CCEF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1" name="Rectangle 60">
            <a:extLst>
              <a:ext uri="{FF2B5EF4-FFF2-40B4-BE49-F238E27FC236}">
                <a16:creationId xmlns:a16="http://schemas.microsoft.com/office/drawing/2014/main" id="{4035EB0F-C914-2AC8-12E1-49A4CF09FACF}"/>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2" name="Rectangle 61">
            <a:extLst>
              <a:ext uri="{FF2B5EF4-FFF2-40B4-BE49-F238E27FC236}">
                <a16:creationId xmlns:a16="http://schemas.microsoft.com/office/drawing/2014/main" id="{78BC6D35-413F-5FCB-A156-87D6DE32A9BD}"/>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3" name="Straight Arrow Connector 62">
            <a:extLst>
              <a:ext uri="{FF2B5EF4-FFF2-40B4-BE49-F238E27FC236}">
                <a16:creationId xmlns:a16="http://schemas.microsoft.com/office/drawing/2014/main" id="{6C33396C-B9B9-08F5-19D1-0F09D2EA7753}"/>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F6F914-A329-DD2A-2A61-602F3CDCD1AE}"/>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5" name="Straight Arrow Connector 64">
            <a:extLst>
              <a:ext uri="{FF2B5EF4-FFF2-40B4-BE49-F238E27FC236}">
                <a16:creationId xmlns:a16="http://schemas.microsoft.com/office/drawing/2014/main" id="{266120E2-2CBF-AD2E-E69D-65304A31DBD7}"/>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CC7521-10DD-0F4D-7ED4-6A2CC076B32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7" name="Rectangle 66">
            <a:extLst>
              <a:ext uri="{FF2B5EF4-FFF2-40B4-BE49-F238E27FC236}">
                <a16:creationId xmlns:a16="http://schemas.microsoft.com/office/drawing/2014/main" id="{4F480CF8-F0C8-E5E5-9429-C57DDD3852AE}"/>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8" name="Rectangle 67">
            <a:extLst>
              <a:ext uri="{FF2B5EF4-FFF2-40B4-BE49-F238E27FC236}">
                <a16:creationId xmlns:a16="http://schemas.microsoft.com/office/drawing/2014/main" id="{7243EF59-7742-4B49-7A71-A69580A1033C}"/>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69" name="Text Placeholder 23">
            <a:extLst>
              <a:ext uri="{FF2B5EF4-FFF2-40B4-BE49-F238E27FC236}">
                <a16:creationId xmlns:a16="http://schemas.microsoft.com/office/drawing/2014/main" id="{624A7E35-A4C6-B5D4-B7A4-407C0EB93532}"/>
              </a:ext>
            </a:extLst>
          </p:cNvPr>
          <p:cNvSpPr txBox="1">
            <a:spLocks noGrp="1" noRot="1" noMove="1" noResize="1" noEditPoints="1" noAdjustHandles="1" noChangeArrowheads="1" noChangeShapeType="1"/>
          </p:cNvSpPr>
          <p:nvPr userDrawn="1"/>
        </p:nvSpPr>
        <p:spPr>
          <a:xfrm>
            <a:off x="6215541"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0" name="Text Placeholder 23">
            <a:extLst>
              <a:ext uri="{FF2B5EF4-FFF2-40B4-BE49-F238E27FC236}">
                <a16:creationId xmlns:a16="http://schemas.microsoft.com/office/drawing/2014/main" id="{EF2BAF0E-3CA4-3AB0-4E61-8027AF01CE19}"/>
              </a:ext>
            </a:extLst>
          </p:cNvPr>
          <p:cNvSpPr txBox="1">
            <a:spLocks noGrp="1" noRot="1" noMove="1" noResize="1" noEditPoints="1" noAdjustHandles="1" noChangeArrowheads="1" noChangeShapeType="1"/>
          </p:cNvSpPr>
          <p:nvPr userDrawn="1"/>
        </p:nvSpPr>
        <p:spPr>
          <a:xfrm>
            <a:off x="8831311" y="2892072"/>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1" name="Text Placeholder 19">
            <a:extLst>
              <a:ext uri="{FF2B5EF4-FFF2-40B4-BE49-F238E27FC236}">
                <a16:creationId xmlns:a16="http://schemas.microsoft.com/office/drawing/2014/main" id="{D6055F5A-6801-7492-330C-39B1260CED67}"/>
              </a:ext>
            </a:extLst>
          </p:cNvPr>
          <p:cNvSpPr txBox="1">
            <a:spLocks noGrp="1" noRot="1" noMove="1" noResize="1" noEditPoints="1" noAdjustHandles="1" noChangeArrowheads="1" noChangeShapeType="1"/>
          </p:cNvSpPr>
          <p:nvPr userDrawn="1"/>
        </p:nvSpPr>
        <p:spPr>
          <a:xfrm>
            <a:off x="984000" y="2890800"/>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XXX XXXX</a:t>
            </a:r>
          </a:p>
          <a:p>
            <a:pPr lvl="1" defTabSz="269868">
              <a:spcAft>
                <a:spcPts val="300"/>
              </a:spcAft>
            </a:pPr>
            <a:r>
              <a:rPr lang="en-US" sz="900" b="1">
                <a:solidFill>
                  <a:schemeClr val="bg1"/>
                </a:solidFill>
                <a:latin typeface="+mn-lt"/>
              </a:rPr>
              <a:t>E: </a:t>
            </a:r>
            <a:r>
              <a:rPr lang="en-US" sz="900">
                <a:solidFill>
                  <a:schemeClr val="bg1"/>
                </a:solidFill>
                <a:latin typeface="+mn-lt"/>
              </a:rPr>
              <a:t>xxx.xxx@kpmg.xx</a:t>
            </a:r>
          </a:p>
        </p:txBody>
      </p:sp>
      <p:sp>
        <p:nvSpPr>
          <p:cNvPr id="72" name="Text Placeholder 21">
            <a:extLst>
              <a:ext uri="{FF2B5EF4-FFF2-40B4-BE49-F238E27FC236}">
                <a16:creationId xmlns:a16="http://schemas.microsoft.com/office/drawing/2014/main" id="{C39D51F6-E860-EC0A-4F14-F63A84989C19}"/>
              </a:ext>
            </a:extLst>
          </p:cNvPr>
          <p:cNvSpPr txBox="1">
            <a:spLocks noGrp="1" noRot="1" noMove="1" noResize="1" noEditPoints="1" noAdjustHandles="1" noChangeArrowheads="1" noChangeShapeType="1"/>
          </p:cNvSpPr>
          <p:nvPr userDrawn="1"/>
        </p:nvSpPr>
        <p:spPr>
          <a:xfrm>
            <a:off x="3599770"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3" name="Rectangle 72">
            <a:extLst>
              <a:ext uri="{FF2B5EF4-FFF2-40B4-BE49-F238E27FC236}">
                <a16:creationId xmlns:a16="http://schemas.microsoft.com/office/drawing/2014/main" id="{9D45FAD2-AACF-F710-EFC5-88E81D9F2398}"/>
              </a:ext>
            </a:extLst>
          </p:cNvPr>
          <p:cNvSpPr>
            <a:spLocks/>
          </p:cNvSpPr>
          <p:nvPr userDrawn="1"/>
        </p:nvSpPr>
        <p:spPr>
          <a:xfrm>
            <a:off x="982663"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2.73cm, vertical 5.33cm</a:t>
            </a:r>
          </a:p>
        </p:txBody>
      </p:sp>
      <p:sp>
        <p:nvSpPr>
          <p:cNvPr id="76" name="Rectangle 75">
            <a:extLst>
              <a:ext uri="{FF2B5EF4-FFF2-40B4-BE49-F238E27FC236}">
                <a16:creationId xmlns:a16="http://schemas.microsoft.com/office/drawing/2014/main" id="{AA7965E0-E57D-A498-F415-405843FF4B14}"/>
              </a:ext>
            </a:extLst>
          </p:cNvPr>
          <p:cNvSpPr/>
          <p:nvPr userDrawn="1"/>
        </p:nvSpPr>
        <p:spPr>
          <a:xfrm>
            <a:off x="3599770"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10cm, vertical 5.33cm</a:t>
            </a:r>
          </a:p>
        </p:txBody>
      </p:sp>
      <p:sp>
        <p:nvSpPr>
          <p:cNvPr id="77" name="Rectangle 76">
            <a:extLst>
              <a:ext uri="{FF2B5EF4-FFF2-40B4-BE49-F238E27FC236}">
                <a16:creationId xmlns:a16="http://schemas.microsoft.com/office/drawing/2014/main" id="{983F045B-9AA4-73EE-D215-9133593CD80C}"/>
              </a:ext>
            </a:extLst>
          </p:cNvPr>
          <p:cNvSpPr>
            <a:spLocks/>
          </p:cNvSpPr>
          <p:nvPr userDrawn="1"/>
        </p:nvSpPr>
        <p:spPr>
          <a:xfrm>
            <a:off x="621554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17.27cm, vertical 5.33cm</a:t>
            </a:r>
          </a:p>
        </p:txBody>
      </p:sp>
      <p:sp>
        <p:nvSpPr>
          <p:cNvPr id="78" name="Rectangle 77">
            <a:extLst>
              <a:ext uri="{FF2B5EF4-FFF2-40B4-BE49-F238E27FC236}">
                <a16:creationId xmlns:a16="http://schemas.microsoft.com/office/drawing/2014/main" id="{F046C6DD-3C3B-3211-6B4E-DCE05D80D435}"/>
              </a:ext>
            </a:extLst>
          </p:cNvPr>
          <p:cNvSpPr>
            <a:spLocks/>
          </p:cNvSpPr>
          <p:nvPr userDrawn="1"/>
        </p:nvSpPr>
        <p:spPr>
          <a:xfrm>
            <a:off x="883131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24.53cm, vertical 5.33cm</a:t>
            </a:r>
          </a:p>
        </p:txBody>
      </p:sp>
      <p:sp>
        <p:nvSpPr>
          <p:cNvPr id="80" name="Rectangle 79">
            <a:extLst>
              <a:ext uri="{FF2B5EF4-FFF2-40B4-BE49-F238E27FC236}">
                <a16:creationId xmlns:a16="http://schemas.microsoft.com/office/drawing/2014/main" id="{1E9DA085-7F1D-8DF2-D15F-79B9295AFC9F}"/>
              </a:ext>
            </a:extLst>
          </p:cNvPr>
          <p:cNvSpPr>
            <a:spLocks noGrp="1" noRot="1" noMove="1" noResize="1" noEditPoints="1" noAdjustHandles="1" noChangeArrowheads="1" noChangeShapeType="1"/>
          </p:cNvSpPr>
          <p:nvPr userDrawn="1"/>
        </p:nvSpPr>
        <p:spPr>
          <a:xfrm>
            <a:off x="982663"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lgn="l" defTabSz="831261">
              <a:spcAft>
                <a:spcPts val="600"/>
              </a:spcAft>
              <a:defRPr/>
            </a:pPr>
            <a:r>
              <a:rPr lang="en-US" altLang="en-US" sz="900" kern="0">
                <a:latin typeface="Arial" panose="020B0604020202020204" pitchFamily="34" charset="0"/>
                <a:cs typeface="Arial" panose="020B0604020202020204" pitchFamily="34" charset="0"/>
              </a:rPr>
              <a:t>The information contained herein has been prepared for [name of client] for the purposes of [state the purpose]. It should not be relied upon by any other party for any other purpose and we expressly disclaim any liability or duty to any other party in this respect. It should not be disclosed, referred to or quoted in whole or in part without our prior written consent. </a:t>
            </a:r>
          </a:p>
          <a:p>
            <a:pPr lvl="0" algn="l" defTabSz="831261">
              <a:spcAft>
                <a:spcPts val="600"/>
              </a:spcAft>
              <a:defRPr/>
            </a:pPr>
            <a:r>
              <a:rPr lang="en-US" altLang="en-US" sz="900" kern="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a:t>
            </a:r>
          </a:p>
          <a:p>
            <a:pPr lvl="0" algn="l" defTabSz="831261">
              <a:spcAft>
                <a:spcPts val="600"/>
              </a:spcAft>
              <a:defRPr/>
            </a:pPr>
            <a:r>
              <a:rPr lang="en-US" altLang="en-US" sz="900" kern="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344371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 Cover_Proposal">
    <p:bg>
      <p:bgPr>
        <a:solidFill>
          <a:srgbClr val="0C233C"/>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BDA10B50-C087-6AD4-0571-081857C10F3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a:spLocks noGrp="1" noRot="1" noMove="1" noResize="1" noEditPoints="1" noAdjustHandles="1" noChangeArrowheads="1" noChangeShapeType="1"/>
          </p:cNvSpPr>
          <p:nvPr userDrawn="1">
            <p:custDataLst>
              <p:tags r:id="rId1"/>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noGrp="1" noUngrp="1" noRot="1" noMove="1" noResize="1"/>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Grp="1" noUngrp="1" noRot="1" noChangeAspect="1" noMove="1" noResize="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noGrp="1" noRot="1" noMove="1" noResize="1" noEditPoints="1" noAdjustHandles="1" noChangeArrowheads="1" noChangeShapeType="1"/>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noGrp="1" noRot="1" noMove="1" noResize="1" noEditPoints="1" noAdjustHandles="1" noChangeArrowheads="1" noChangeShapeType="1"/>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noGrp="1" noRot="1" noMove="1" noResize="1" noEditPoints="1" noAdjustHandles="1" noChangeArrowheads="1" noChangeShapeType="1"/>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noGrp="1" noUngrp="1" noRot="1" noMove="1" noResize="1"/>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noGrp="1" noRot="1" noMove="1" noResize="1" noEditPoints="1" noAdjustHandles="1" noChangeArrowheads="1" noChangeShapeType="1"/>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Grp="1" noRot="1" noMove="1" noResize="1" noEditPoints="1" noAdjustHandles="1" noChangeArrowheads="1" noChangeShapeType="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a:grpSpLocks noGrp="1" noUngrp="1" noRot="1" noMove="1" noResize="1"/>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noGrp="1" noRot="1" noMove="1" noResize="1" noEditPoints="1" noAdjustHandles="1" noChangeArrowheads="1" noChangeShapeType="1"/>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Grp="1" noRot="1" noMove="1" noResize="1" noEditPoints="1" noAdjustHandles="1" noChangeArrowheads="1" noChangeShapeType="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a:grpSpLocks noGrp="1" noUngrp="1" noRot="1" noMove="1" noResize="1"/>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noGrp="1" noRot="1" noMove="1" noResize="1" noEditPoints="1" noAdjustHandles="1" noChangeArrowheads="1" noChangeShapeType="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noGrp="1" noRot="1" noMove="1" noResize="1" noEditPoints="1" noAdjustHandles="1" noChangeArrowheads="1" noChangeShapeType="1"/>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a:grpSpLocks noGrp="1" noUngrp="1" noRot="1" noMove="1" noResize="1"/>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noGrp="1" noRot="1" noMove="1" noResize="1" noEditPoints="1" noAdjustHandles="1" noChangeArrowheads="1" noChangeShapeType="1"/>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Grp="1" noRot="1" noMove="1" noResize="1" noEditPoints="1" noAdjustHandles="1" noChangeArrowheads="1" noChangeShapeType="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noGrp="1" noRot="1" noMove="1" noResize="1" noEditPoints="1" noAdjustHandles="1" noChangeArrowheads="1" noChangeShapeType="1"/>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noGrp="1" noRot="1" noMove="1" noResize="1" noEditPoints="1" noAdjustHandles="1" noChangeArrowheads="1" noChangeShapeType="1"/>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noGrp="1" noRot="1" noMove="1" noResize="1" noEditPoints="1" noAdjustHandles="1" noChangeArrowheads="1" noChangeShapeType="1"/>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Text Placeholder 12">
            <a:extLst>
              <a:ext uri="{FF2B5EF4-FFF2-40B4-BE49-F238E27FC236}">
                <a16:creationId xmlns:a16="http://schemas.microsoft.com/office/drawing/2014/main" id="{C568F71D-8F0D-4AE8-9FD1-A861121A6697}"/>
              </a:ext>
            </a:extLst>
          </p:cNvPr>
          <p:cNvSpPr txBox="1">
            <a:spLocks noGrp="1" noRot="1" noMove="1" noResize="1" noEditPoints="1" noAdjustHandles="1" noChangeArrowheads="1" noChangeShapeType="1"/>
          </p:cNvSpPr>
          <p:nvPr userDrawn="1"/>
        </p:nvSpPr>
        <p:spPr>
          <a:xfrm>
            <a:off x="984000" y="1342800"/>
            <a:ext cx="10224000" cy="39600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proposal are:</a:t>
            </a:r>
          </a:p>
        </p:txBody>
      </p:sp>
      <p:sp>
        <p:nvSpPr>
          <p:cNvPr id="21" name="Rectangle 20">
            <a:extLst>
              <a:ext uri="{FF2B5EF4-FFF2-40B4-BE49-F238E27FC236}">
                <a16:creationId xmlns:a16="http://schemas.microsoft.com/office/drawing/2014/main" id="{9B28933D-CC29-8906-33BF-7C29A5ADB874}"/>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4" name="Rectangle 23">
            <a:extLst>
              <a:ext uri="{FF2B5EF4-FFF2-40B4-BE49-F238E27FC236}">
                <a16:creationId xmlns:a16="http://schemas.microsoft.com/office/drawing/2014/main" id="{4A6097CB-951E-D475-910C-B956A0F2B8D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2" name="Rectangle 31">
            <a:extLst>
              <a:ext uri="{FF2B5EF4-FFF2-40B4-BE49-F238E27FC236}">
                <a16:creationId xmlns:a16="http://schemas.microsoft.com/office/drawing/2014/main" id="{48B0E9EA-599D-5880-B325-838DE35345B4}"/>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3" name="Rectangle 32">
            <a:extLst>
              <a:ext uri="{FF2B5EF4-FFF2-40B4-BE49-F238E27FC236}">
                <a16:creationId xmlns:a16="http://schemas.microsoft.com/office/drawing/2014/main" id="{AE5CC623-0A20-A193-A8B9-49F4758703D2}"/>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4" name="Rectangle 33">
            <a:extLst>
              <a:ext uri="{FF2B5EF4-FFF2-40B4-BE49-F238E27FC236}">
                <a16:creationId xmlns:a16="http://schemas.microsoft.com/office/drawing/2014/main" id="{E3AEA470-5555-8D44-BCAC-B20FFFE2CBA6}"/>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B39C49C7-C0D1-0468-765B-C7F4131B33F6}"/>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6" name="Rectangle 35">
            <a:extLst>
              <a:ext uri="{FF2B5EF4-FFF2-40B4-BE49-F238E27FC236}">
                <a16:creationId xmlns:a16="http://schemas.microsoft.com/office/drawing/2014/main" id="{FAF1645A-E5C2-154F-7A31-73DAAC666F20}"/>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7" name="Group 36">
            <a:extLst>
              <a:ext uri="{FF2B5EF4-FFF2-40B4-BE49-F238E27FC236}">
                <a16:creationId xmlns:a16="http://schemas.microsoft.com/office/drawing/2014/main" id="{31A2FEE1-8E98-49D2-5AD3-BA09A0F2B7AA}"/>
              </a:ext>
            </a:extLst>
          </p:cNvPr>
          <p:cNvGrpSpPr/>
          <p:nvPr userDrawn="1"/>
        </p:nvGrpSpPr>
        <p:grpSpPr>
          <a:xfrm>
            <a:off x="985838" y="6975139"/>
            <a:ext cx="10223500" cy="230049"/>
            <a:chOff x="985838" y="6975139"/>
            <a:chExt cx="10223500" cy="230049"/>
          </a:xfrm>
        </p:grpSpPr>
        <p:cxnSp>
          <p:nvCxnSpPr>
            <p:cNvPr id="38" name="Straight Arrow Connector 37">
              <a:extLst>
                <a:ext uri="{FF2B5EF4-FFF2-40B4-BE49-F238E27FC236}">
                  <a16:creationId xmlns:a16="http://schemas.microsoft.com/office/drawing/2014/main" id="{578558A4-70F1-9F8A-E78D-2ACEF58601BA}"/>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D36627E-4874-0C62-A0B3-9C827531B6B0}"/>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0" name="Group 39">
            <a:extLst>
              <a:ext uri="{FF2B5EF4-FFF2-40B4-BE49-F238E27FC236}">
                <a16:creationId xmlns:a16="http://schemas.microsoft.com/office/drawing/2014/main" id="{11F2CCB2-CF5C-CC7F-9EE4-8CBBEA8B24C9}"/>
              </a:ext>
            </a:extLst>
          </p:cNvPr>
          <p:cNvGrpSpPr/>
          <p:nvPr userDrawn="1"/>
        </p:nvGrpSpPr>
        <p:grpSpPr>
          <a:xfrm>
            <a:off x="0" y="7255521"/>
            <a:ext cx="12192000" cy="230049"/>
            <a:chOff x="0" y="7255521"/>
            <a:chExt cx="12192000" cy="230049"/>
          </a:xfrm>
        </p:grpSpPr>
        <p:cxnSp>
          <p:nvCxnSpPr>
            <p:cNvPr id="41" name="Straight Arrow Connector 40">
              <a:extLst>
                <a:ext uri="{FF2B5EF4-FFF2-40B4-BE49-F238E27FC236}">
                  <a16:creationId xmlns:a16="http://schemas.microsoft.com/office/drawing/2014/main" id="{1D3210E6-930D-6B95-570F-CD9266121A44}"/>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4544F3B-7108-3DD3-905A-D2FE2CB52E2E}"/>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3" name="Group 42">
            <a:extLst>
              <a:ext uri="{FF2B5EF4-FFF2-40B4-BE49-F238E27FC236}">
                <a16:creationId xmlns:a16="http://schemas.microsoft.com/office/drawing/2014/main" id="{85F9D541-F11A-7A4E-3C0E-E3FBAEC0327C}"/>
              </a:ext>
            </a:extLst>
          </p:cNvPr>
          <p:cNvGrpSpPr>
            <a:grpSpLocks/>
          </p:cNvGrpSpPr>
          <p:nvPr userDrawn="1"/>
        </p:nvGrpSpPr>
        <p:grpSpPr>
          <a:xfrm>
            <a:off x="982800" y="7491081"/>
            <a:ext cx="4930775" cy="230049"/>
            <a:chOff x="985838" y="7724761"/>
            <a:chExt cx="4930775" cy="230049"/>
          </a:xfrm>
        </p:grpSpPr>
        <p:cxnSp>
          <p:nvCxnSpPr>
            <p:cNvPr id="44" name="Straight Arrow Connector 43">
              <a:extLst>
                <a:ext uri="{FF2B5EF4-FFF2-40B4-BE49-F238E27FC236}">
                  <a16:creationId xmlns:a16="http://schemas.microsoft.com/office/drawing/2014/main" id="{7195D9EA-D0BA-B2DB-D627-546C7C830BA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A422BA8-68E7-1BDD-E2C9-293FFD87A07D}"/>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6" name="Group 45">
            <a:extLst>
              <a:ext uri="{FF2B5EF4-FFF2-40B4-BE49-F238E27FC236}">
                <a16:creationId xmlns:a16="http://schemas.microsoft.com/office/drawing/2014/main" id="{9B30D2AE-7AE7-6B44-FC62-913D3214A039}"/>
              </a:ext>
            </a:extLst>
          </p:cNvPr>
          <p:cNvGrpSpPr>
            <a:grpSpLocks/>
          </p:cNvGrpSpPr>
          <p:nvPr userDrawn="1"/>
        </p:nvGrpSpPr>
        <p:grpSpPr>
          <a:xfrm>
            <a:off x="6274800" y="7491081"/>
            <a:ext cx="4930775" cy="230049"/>
            <a:chOff x="985838" y="7724761"/>
            <a:chExt cx="4930775" cy="230049"/>
          </a:xfrm>
        </p:grpSpPr>
        <p:cxnSp>
          <p:nvCxnSpPr>
            <p:cNvPr id="47" name="Straight Arrow Connector 46">
              <a:extLst>
                <a:ext uri="{FF2B5EF4-FFF2-40B4-BE49-F238E27FC236}">
                  <a16:creationId xmlns:a16="http://schemas.microsoft.com/office/drawing/2014/main" id="{1E7D347C-BB9A-B79F-D81E-97CB28DC4CC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AB1EAF-FFF6-5AF5-2140-CE9BDDC139C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9" name="Group 48">
            <a:extLst>
              <a:ext uri="{FF2B5EF4-FFF2-40B4-BE49-F238E27FC236}">
                <a16:creationId xmlns:a16="http://schemas.microsoft.com/office/drawing/2014/main" id="{80DA3F31-F8F7-0D75-A354-8C2CD07C9C5C}"/>
              </a:ext>
            </a:extLst>
          </p:cNvPr>
          <p:cNvGrpSpPr/>
          <p:nvPr userDrawn="1"/>
        </p:nvGrpSpPr>
        <p:grpSpPr>
          <a:xfrm>
            <a:off x="12750953" y="0"/>
            <a:ext cx="230051" cy="6858000"/>
            <a:chOff x="-1090386" y="0"/>
            <a:chExt cx="230051" cy="6858000"/>
          </a:xfrm>
        </p:grpSpPr>
        <p:cxnSp>
          <p:nvCxnSpPr>
            <p:cNvPr id="50" name="Straight Arrow Connector 49">
              <a:extLst>
                <a:ext uri="{FF2B5EF4-FFF2-40B4-BE49-F238E27FC236}">
                  <a16:creationId xmlns:a16="http://schemas.microsoft.com/office/drawing/2014/main" id="{D727AA30-EBFB-9A5F-A69A-99048CD54BC2}"/>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474996D-CFB7-ADC7-39A2-7F76F1043EFB}"/>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2" name="Group 51">
            <a:extLst>
              <a:ext uri="{FF2B5EF4-FFF2-40B4-BE49-F238E27FC236}">
                <a16:creationId xmlns:a16="http://schemas.microsoft.com/office/drawing/2014/main" id="{530D535A-00E8-E4D7-E927-839082013C2D}"/>
              </a:ext>
            </a:extLst>
          </p:cNvPr>
          <p:cNvGrpSpPr>
            <a:grpSpLocks/>
          </p:cNvGrpSpPr>
          <p:nvPr userDrawn="1"/>
        </p:nvGrpSpPr>
        <p:grpSpPr>
          <a:xfrm>
            <a:off x="12251088" y="1341438"/>
            <a:ext cx="230049" cy="4536000"/>
            <a:chOff x="-321485" y="1341438"/>
            <a:chExt cx="230049" cy="4536000"/>
          </a:xfrm>
        </p:grpSpPr>
        <p:cxnSp>
          <p:nvCxnSpPr>
            <p:cNvPr id="54" name="Straight Arrow Connector 53">
              <a:extLst>
                <a:ext uri="{FF2B5EF4-FFF2-40B4-BE49-F238E27FC236}">
                  <a16:creationId xmlns:a16="http://schemas.microsoft.com/office/drawing/2014/main" id="{5C6348FB-0B36-059A-C017-68224B7C75C4}"/>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D59CCE0-F440-5A14-885B-BD4A7322CBF5}"/>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6" name="Group 55">
            <a:extLst>
              <a:ext uri="{FF2B5EF4-FFF2-40B4-BE49-F238E27FC236}">
                <a16:creationId xmlns:a16="http://schemas.microsoft.com/office/drawing/2014/main" id="{5BCA118A-9B41-2F03-3721-7D046EF70526}"/>
              </a:ext>
            </a:extLst>
          </p:cNvPr>
          <p:cNvGrpSpPr/>
          <p:nvPr userDrawn="1"/>
        </p:nvGrpSpPr>
        <p:grpSpPr>
          <a:xfrm>
            <a:off x="12257572" y="981075"/>
            <a:ext cx="539998" cy="360363"/>
            <a:chOff x="-520806" y="981075"/>
            <a:chExt cx="539998" cy="360363"/>
          </a:xfrm>
        </p:grpSpPr>
        <p:cxnSp>
          <p:nvCxnSpPr>
            <p:cNvPr id="57" name="Straight Arrow Connector 56">
              <a:extLst>
                <a:ext uri="{FF2B5EF4-FFF2-40B4-BE49-F238E27FC236}">
                  <a16:creationId xmlns:a16="http://schemas.microsoft.com/office/drawing/2014/main" id="{956F88D4-C26E-DCF0-C76D-3C89F066C859}"/>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0DD2E72-BEF9-62FC-17F8-1255E43676F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9" name="Rectangle 58">
            <a:extLst>
              <a:ext uri="{FF2B5EF4-FFF2-40B4-BE49-F238E27FC236}">
                <a16:creationId xmlns:a16="http://schemas.microsoft.com/office/drawing/2014/main" id="{6A737A84-FB97-8A80-A63E-103131EC579C}"/>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0" name="Rectangle 59">
            <a:extLst>
              <a:ext uri="{FF2B5EF4-FFF2-40B4-BE49-F238E27FC236}">
                <a16:creationId xmlns:a16="http://schemas.microsoft.com/office/drawing/2014/main" id="{28E0EF7E-A502-A3A0-0153-ED8926CCEF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1" name="Rectangle 60">
            <a:extLst>
              <a:ext uri="{FF2B5EF4-FFF2-40B4-BE49-F238E27FC236}">
                <a16:creationId xmlns:a16="http://schemas.microsoft.com/office/drawing/2014/main" id="{4035EB0F-C914-2AC8-12E1-49A4CF09FACF}"/>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2" name="Rectangle 61">
            <a:extLst>
              <a:ext uri="{FF2B5EF4-FFF2-40B4-BE49-F238E27FC236}">
                <a16:creationId xmlns:a16="http://schemas.microsoft.com/office/drawing/2014/main" id="{78BC6D35-413F-5FCB-A156-87D6DE32A9BD}"/>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3" name="Straight Arrow Connector 62">
            <a:extLst>
              <a:ext uri="{FF2B5EF4-FFF2-40B4-BE49-F238E27FC236}">
                <a16:creationId xmlns:a16="http://schemas.microsoft.com/office/drawing/2014/main" id="{6C33396C-B9B9-08F5-19D1-0F09D2EA7753}"/>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F6F914-A329-DD2A-2A61-602F3CDCD1AE}"/>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5" name="Straight Arrow Connector 64">
            <a:extLst>
              <a:ext uri="{FF2B5EF4-FFF2-40B4-BE49-F238E27FC236}">
                <a16:creationId xmlns:a16="http://schemas.microsoft.com/office/drawing/2014/main" id="{266120E2-2CBF-AD2E-E69D-65304A31DBD7}"/>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CC7521-10DD-0F4D-7ED4-6A2CC076B32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7" name="Rectangle 66">
            <a:extLst>
              <a:ext uri="{FF2B5EF4-FFF2-40B4-BE49-F238E27FC236}">
                <a16:creationId xmlns:a16="http://schemas.microsoft.com/office/drawing/2014/main" id="{4F480CF8-F0C8-E5E5-9429-C57DDD3852AE}"/>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8" name="Rectangle 67">
            <a:extLst>
              <a:ext uri="{FF2B5EF4-FFF2-40B4-BE49-F238E27FC236}">
                <a16:creationId xmlns:a16="http://schemas.microsoft.com/office/drawing/2014/main" id="{7243EF59-7742-4B49-7A71-A69580A1033C}"/>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69" name="Text Placeholder 23">
            <a:extLst>
              <a:ext uri="{FF2B5EF4-FFF2-40B4-BE49-F238E27FC236}">
                <a16:creationId xmlns:a16="http://schemas.microsoft.com/office/drawing/2014/main" id="{624A7E35-A4C6-B5D4-B7A4-407C0EB93532}"/>
              </a:ext>
            </a:extLst>
          </p:cNvPr>
          <p:cNvSpPr txBox="1">
            <a:spLocks noGrp="1" noRot="1" noMove="1" noResize="1" noEditPoints="1" noAdjustHandles="1" noChangeArrowheads="1" noChangeShapeType="1"/>
          </p:cNvSpPr>
          <p:nvPr userDrawn="1"/>
        </p:nvSpPr>
        <p:spPr>
          <a:xfrm>
            <a:off x="6215541"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0" name="Text Placeholder 23">
            <a:extLst>
              <a:ext uri="{FF2B5EF4-FFF2-40B4-BE49-F238E27FC236}">
                <a16:creationId xmlns:a16="http://schemas.microsoft.com/office/drawing/2014/main" id="{EF2BAF0E-3CA4-3AB0-4E61-8027AF01CE19}"/>
              </a:ext>
            </a:extLst>
          </p:cNvPr>
          <p:cNvSpPr txBox="1">
            <a:spLocks noGrp="1" noRot="1" noMove="1" noResize="1" noEditPoints="1" noAdjustHandles="1" noChangeArrowheads="1" noChangeShapeType="1"/>
          </p:cNvSpPr>
          <p:nvPr userDrawn="1"/>
        </p:nvSpPr>
        <p:spPr>
          <a:xfrm>
            <a:off x="8831311" y="2892072"/>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1" name="Text Placeholder 19">
            <a:extLst>
              <a:ext uri="{FF2B5EF4-FFF2-40B4-BE49-F238E27FC236}">
                <a16:creationId xmlns:a16="http://schemas.microsoft.com/office/drawing/2014/main" id="{D6055F5A-6801-7492-330C-39B1260CED67}"/>
              </a:ext>
            </a:extLst>
          </p:cNvPr>
          <p:cNvSpPr txBox="1">
            <a:spLocks noGrp="1" noRot="1" noMove="1" noResize="1" noEditPoints="1" noAdjustHandles="1" noChangeArrowheads="1" noChangeShapeType="1"/>
          </p:cNvSpPr>
          <p:nvPr userDrawn="1"/>
        </p:nvSpPr>
        <p:spPr>
          <a:xfrm>
            <a:off x="984000" y="2890800"/>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XXX XXXX</a:t>
            </a:r>
          </a:p>
          <a:p>
            <a:pPr lvl="1" defTabSz="269868">
              <a:spcAft>
                <a:spcPts val="300"/>
              </a:spcAft>
            </a:pPr>
            <a:r>
              <a:rPr lang="en-US" sz="900" b="1">
                <a:solidFill>
                  <a:schemeClr val="bg1"/>
                </a:solidFill>
                <a:latin typeface="+mn-lt"/>
              </a:rPr>
              <a:t>E: </a:t>
            </a:r>
            <a:r>
              <a:rPr lang="en-US" sz="900">
                <a:solidFill>
                  <a:schemeClr val="bg1"/>
                </a:solidFill>
                <a:latin typeface="+mn-lt"/>
              </a:rPr>
              <a:t>xxx.xxx@kpmg.xx</a:t>
            </a:r>
          </a:p>
        </p:txBody>
      </p:sp>
      <p:sp>
        <p:nvSpPr>
          <p:cNvPr id="72" name="Text Placeholder 21">
            <a:extLst>
              <a:ext uri="{FF2B5EF4-FFF2-40B4-BE49-F238E27FC236}">
                <a16:creationId xmlns:a16="http://schemas.microsoft.com/office/drawing/2014/main" id="{C39D51F6-E860-EC0A-4F14-F63A84989C19}"/>
              </a:ext>
            </a:extLst>
          </p:cNvPr>
          <p:cNvSpPr txBox="1">
            <a:spLocks noGrp="1" noRot="1" noMove="1" noResize="1" noEditPoints="1" noAdjustHandles="1" noChangeArrowheads="1" noChangeShapeType="1"/>
          </p:cNvSpPr>
          <p:nvPr userDrawn="1"/>
        </p:nvSpPr>
        <p:spPr>
          <a:xfrm>
            <a:off x="3599770"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3" name="Rectangle 72">
            <a:extLst>
              <a:ext uri="{FF2B5EF4-FFF2-40B4-BE49-F238E27FC236}">
                <a16:creationId xmlns:a16="http://schemas.microsoft.com/office/drawing/2014/main" id="{9D45FAD2-AACF-F710-EFC5-88E81D9F2398}"/>
              </a:ext>
            </a:extLst>
          </p:cNvPr>
          <p:cNvSpPr/>
          <p:nvPr userDrawn="1"/>
        </p:nvSpPr>
        <p:spPr>
          <a:xfrm>
            <a:off x="982663"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2.73cm, vertical 5.33cm</a:t>
            </a:r>
          </a:p>
        </p:txBody>
      </p:sp>
      <p:sp>
        <p:nvSpPr>
          <p:cNvPr id="76" name="Rectangle 75">
            <a:extLst>
              <a:ext uri="{FF2B5EF4-FFF2-40B4-BE49-F238E27FC236}">
                <a16:creationId xmlns:a16="http://schemas.microsoft.com/office/drawing/2014/main" id="{AA7965E0-E57D-A498-F415-405843FF4B14}"/>
              </a:ext>
            </a:extLst>
          </p:cNvPr>
          <p:cNvSpPr/>
          <p:nvPr userDrawn="1"/>
        </p:nvSpPr>
        <p:spPr>
          <a:xfrm>
            <a:off x="3599770"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10cm, vertical 5.33cm</a:t>
            </a:r>
          </a:p>
        </p:txBody>
      </p:sp>
      <p:sp>
        <p:nvSpPr>
          <p:cNvPr id="77" name="Rectangle 76">
            <a:extLst>
              <a:ext uri="{FF2B5EF4-FFF2-40B4-BE49-F238E27FC236}">
                <a16:creationId xmlns:a16="http://schemas.microsoft.com/office/drawing/2014/main" id="{983F045B-9AA4-73EE-D215-9133593CD80C}"/>
              </a:ext>
            </a:extLst>
          </p:cNvPr>
          <p:cNvSpPr>
            <a:spLocks/>
          </p:cNvSpPr>
          <p:nvPr userDrawn="1"/>
        </p:nvSpPr>
        <p:spPr>
          <a:xfrm>
            <a:off x="621554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17.27cm, vertical 5.33cm</a:t>
            </a:r>
          </a:p>
        </p:txBody>
      </p:sp>
      <p:sp>
        <p:nvSpPr>
          <p:cNvPr id="78" name="Rectangle 77">
            <a:extLst>
              <a:ext uri="{FF2B5EF4-FFF2-40B4-BE49-F238E27FC236}">
                <a16:creationId xmlns:a16="http://schemas.microsoft.com/office/drawing/2014/main" id="{F046C6DD-3C3B-3211-6B4E-DCE05D80D435}"/>
              </a:ext>
            </a:extLst>
          </p:cNvPr>
          <p:cNvSpPr>
            <a:spLocks/>
          </p:cNvSpPr>
          <p:nvPr userDrawn="1"/>
        </p:nvSpPr>
        <p:spPr>
          <a:xfrm>
            <a:off x="883131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24.53cm, vertical 5.33cm</a:t>
            </a:r>
          </a:p>
        </p:txBody>
      </p:sp>
      <p:sp>
        <p:nvSpPr>
          <p:cNvPr id="4" name="TextBox 3">
            <a:extLst>
              <a:ext uri="{FF2B5EF4-FFF2-40B4-BE49-F238E27FC236}">
                <a16:creationId xmlns:a16="http://schemas.microsoft.com/office/drawing/2014/main" id="{938D0F00-E669-6046-96AC-5EBE5DEE1AC1}"/>
              </a:ext>
            </a:extLst>
          </p:cNvPr>
          <p:cNvSpPr txBox="1">
            <a:spLocks noGrp="1" noRot="1" noMove="1" noResize="1" noEditPoints="1" noAdjustHandles="1" noChangeArrowheads="1" noChangeShapeType="1"/>
          </p:cNvSpPr>
          <p:nvPr userDrawn="1">
            <p:custDataLst>
              <p:tags r:id="rId2"/>
            </p:custDataLst>
          </p:nvPr>
        </p:nvSpPr>
        <p:spPr>
          <a:xfrm>
            <a:off x="982800" y="5734800"/>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5" name="Rectangle 4">
            <a:extLst>
              <a:ext uri="{FF2B5EF4-FFF2-40B4-BE49-F238E27FC236}">
                <a16:creationId xmlns:a16="http://schemas.microsoft.com/office/drawing/2014/main" id="{3BC849E6-176E-80EF-AB82-A6BD1A417DD7}"/>
              </a:ext>
            </a:extLst>
          </p:cNvPr>
          <p:cNvSpPr>
            <a:spLocks noGrp="1" noRot="1" noMove="1" noResize="1" noEditPoints="1" noAdjustHandles="1" noChangeArrowheads="1" noChangeShapeType="1"/>
          </p:cNvSpPr>
          <p:nvPr userDrawn="1"/>
        </p:nvSpPr>
        <p:spPr>
          <a:xfrm>
            <a:off x="984000"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defTabSz="831261">
              <a:spcAft>
                <a:spcPts val="600"/>
              </a:spcAft>
              <a:defRPr/>
            </a:pPr>
            <a:r>
              <a:rPr lang="en-US" altLang="en-US" sz="900" kern="0">
                <a:latin typeface="Arial" panose="020B0604020202020204" pitchFamily="34" charset="0"/>
                <a:cs typeface="Arial" panose="020B0604020202020204" pitchFamily="34" charset="0"/>
              </a:rPr>
              <a:t>This document has been prepared specifically for [insert client/target name].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lvl="0" defTabSz="831261">
              <a:spcAft>
                <a:spcPts val="600"/>
              </a:spcAft>
              <a:defRPr/>
            </a:pPr>
            <a:r>
              <a:rPr lang="en-US" altLang="en-US" sz="900" kern="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a:t>
            </a:r>
          </a:p>
          <a:p>
            <a:pPr lvl="0" defTabSz="831261">
              <a:spcAft>
                <a:spcPts val="600"/>
              </a:spcAft>
              <a:defRPr/>
            </a:pPr>
            <a:r>
              <a:rPr lang="en-US" altLang="en-US" sz="900" kern="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4750397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ack Cover_Publications">
    <p:bg>
      <p:bgPr>
        <a:solidFill>
          <a:srgbClr val="0C233C"/>
        </a:soli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2800" y="5734800"/>
            <a:ext cx="5112000" cy="14400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Public</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p:nvPr userDrawn="1">
            <p:custDataLst>
              <p:tags r:id="rId2"/>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ChangeAspect="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Rectangle 19">
            <a:extLst>
              <a:ext uri="{FF2B5EF4-FFF2-40B4-BE49-F238E27FC236}">
                <a16:creationId xmlns:a16="http://schemas.microsoft.com/office/drawing/2014/main" id="{77625518-CDD5-5E0D-F2A7-5AFB04C49007}"/>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1" name="Rectangle 20">
            <a:extLst>
              <a:ext uri="{FF2B5EF4-FFF2-40B4-BE49-F238E27FC236}">
                <a16:creationId xmlns:a16="http://schemas.microsoft.com/office/drawing/2014/main" id="{68CD4482-DFF1-DE9A-A442-C8466BBE0576}"/>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24" name="Rectangle 23">
            <a:extLst>
              <a:ext uri="{FF2B5EF4-FFF2-40B4-BE49-F238E27FC236}">
                <a16:creationId xmlns:a16="http://schemas.microsoft.com/office/drawing/2014/main" id="{B4B12710-3BF0-056A-448E-4530B2D71598}"/>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2" name="Rectangle 31">
            <a:extLst>
              <a:ext uri="{FF2B5EF4-FFF2-40B4-BE49-F238E27FC236}">
                <a16:creationId xmlns:a16="http://schemas.microsoft.com/office/drawing/2014/main" id="{C160EE61-8EB9-5FA2-98AA-5C07B60374C7}"/>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3" name="Rectangle 32">
            <a:extLst>
              <a:ext uri="{FF2B5EF4-FFF2-40B4-BE49-F238E27FC236}">
                <a16:creationId xmlns:a16="http://schemas.microsoft.com/office/drawing/2014/main" id="{FCE9DD51-D62D-8AAA-0BEC-0B9998AC5A68}"/>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4" name="Rectangle 33">
            <a:extLst>
              <a:ext uri="{FF2B5EF4-FFF2-40B4-BE49-F238E27FC236}">
                <a16:creationId xmlns:a16="http://schemas.microsoft.com/office/drawing/2014/main" id="{76F93BFC-8DFE-B09D-CAD1-4DDC242CD89A}"/>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5" name="Rectangle 34">
            <a:extLst>
              <a:ext uri="{FF2B5EF4-FFF2-40B4-BE49-F238E27FC236}">
                <a16:creationId xmlns:a16="http://schemas.microsoft.com/office/drawing/2014/main" id="{296EAA09-88F7-255A-FB75-E7A48B3708AC}"/>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6" name="Group 35">
            <a:extLst>
              <a:ext uri="{FF2B5EF4-FFF2-40B4-BE49-F238E27FC236}">
                <a16:creationId xmlns:a16="http://schemas.microsoft.com/office/drawing/2014/main" id="{CE498E7A-9270-2B8C-827A-759B478A6B50}"/>
              </a:ext>
            </a:extLst>
          </p:cNvPr>
          <p:cNvGrpSpPr/>
          <p:nvPr userDrawn="1"/>
        </p:nvGrpSpPr>
        <p:grpSpPr>
          <a:xfrm>
            <a:off x="985838" y="6975139"/>
            <a:ext cx="10223500" cy="230049"/>
            <a:chOff x="985838" y="6975139"/>
            <a:chExt cx="10223500" cy="230049"/>
          </a:xfrm>
        </p:grpSpPr>
        <p:cxnSp>
          <p:nvCxnSpPr>
            <p:cNvPr id="37" name="Straight Arrow Connector 36">
              <a:extLst>
                <a:ext uri="{FF2B5EF4-FFF2-40B4-BE49-F238E27FC236}">
                  <a16:creationId xmlns:a16="http://schemas.microsoft.com/office/drawing/2014/main" id="{F158E85D-5FF5-3808-5EB5-AB588C03DC6E}"/>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F8A8634-9136-36BA-F8A6-21B1E33DB5AF}"/>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39" name="Group 38">
            <a:extLst>
              <a:ext uri="{FF2B5EF4-FFF2-40B4-BE49-F238E27FC236}">
                <a16:creationId xmlns:a16="http://schemas.microsoft.com/office/drawing/2014/main" id="{C2581717-A7E7-A6AD-7F09-8663B274771B}"/>
              </a:ext>
            </a:extLst>
          </p:cNvPr>
          <p:cNvGrpSpPr/>
          <p:nvPr userDrawn="1"/>
        </p:nvGrpSpPr>
        <p:grpSpPr>
          <a:xfrm>
            <a:off x="0" y="7255521"/>
            <a:ext cx="12192000" cy="230049"/>
            <a:chOff x="0" y="7255521"/>
            <a:chExt cx="12192000" cy="230049"/>
          </a:xfrm>
        </p:grpSpPr>
        <p:cxnSp>
          <p:nvCxnSpPr>
            <p:cNvPr id="40" name="Straight Arrow Connector 39">
              <a:extLst>
                <a:ext uri="{FF2B5EF4-FFF2-40B4-BE49-F238E27FC236}">
                  <a16:creationId xmlns:a16="http://schemas.microsoft.com/office/drawing/2014/main" id="{C1F2FC40-544D-4F05-5550-1880C3B7C4DA}"/>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2897CFD-7113-E152-C5BB-480917A8B9D9}"/>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2" name="Group 41">
            <a:extLst>
              <a:ext uri="{FF2B5EF4-FFF2-40B4-BE49-F238E27FC236}">
                <a16:creationId xmlns:a16="http://schemas.microsoft.com/office/drawing/2014/main" id="{18A6F8F4-D5B6-E26F-D170-CA08121D0B8E}"/>
              </a:ext>
            </a:extLst>
          </p:cNvPr>
          <p:cNvGrpSpPr>
            <a:grpSpLocks/>
          </p:cNvGrpSpPr>
          <p:nvPr userDrawn="1"/>
        </p:nvGrpSpPr>
        <p:grpSpPr>
          <a:xfrm>
            <a:off x="982800" y="7491081"/>
            <a:ext cx="4930775" cy="230049"/>
            <a:chOff x="985838" y="7724761"/>
            <a:chExt cx="4930775" cy="230049"/>
          </a:xfrm>
        </p:grpSpPr>
        <p:cxnSp>
          <p:nvCxnSpPr>
            <p:cNvPr id="43" name="Straight Arrow Connector 42">
              <a:extLst>
                <a:ext uri="{FF2B5EF4-FFF2-40B4-BE49-F238E27FC236}">
                  <a16:creationId xmlns:a16="http://schemas.microsoft.com/office/drawing/2014/main" id="{2D1E812C-93A7-DA6E-A983-73F53A434DAA}"/>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5D7CF959-1D59-548D-822D-1D3D0A5BC25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5" name="Group 44">
            <a:extLst>
              <a:ext uri="{FF2B5EF4-FFF2-40B4-BE49-F238E27FC236}">
                <a16:creationId xmlns:a16="http://schemas.microsoft.com/office/drawing/2014/main" id="{3135B62D-7D15-D800-EB89-A1ECEC18996F}"/>
              </a:ext>
            </a:extLst>
          </p:cNvPr>
          <p:cNvGrpSpPr>
            <a:grpSpLocks/>
          </p:cNvGrpSpPr>
          <p:nvPr userDrawn="1"/>
        </p:nvGrpSpPr>
        <p:grpSpPr>
          <a:xfrm>
            <a:off x="6274800" y="7491081"/>
            <a:ext cx="4930775" cy="230049"/>
            <a:chOff x="985838" y="7724761"/>
            <a:chExt cx="4930775" cy="230049"/>
          </a:xfrm>
        </p:grpSpPr>
        <p:cxnSp>
          <p:nvCxnSpPr>
            <p:cNvPr id="46" name="Straight Arrow Connector 45">
              <a:extLst>
                <a:ext uri="{FF2B5EF4-FFF2-40B4-BE49-F238E27FC236}">
                  <a16:creationId xmlns:a16="http://schemas.microsoft.com/office/drawing/2014/main" id="{D3DE64E1-3AB0-CEBB-B3EC-591B9CD4EA74}"/>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F924763-38C6-8192-103C-1814AC03FA2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8" name="Group 47">
            <a:extLst>
              <a:ext uri="{FF2B5EF4-FFF2-40B4-BE49-F238E27FC236}">
                <a16:creationId xmlns:a16="http://schemas.microsoft.com/office/drawing/2014/main" id="{E652A5EB-7E7C-B0E7-D6D9-9202478ED153}"/>
              </a:ext>
            </a:extLst>
          </p:cNvPr>
          <p:cNvGrpSpPr/>
          <p:nvPr userDrawn="1"/>
        </p:nvGrpSpPr>
        <p:grpSpPr>
          <a:xfrm>
            <a:off x="12750953" y="0"/>
            <a:ext cx="230051" cy="6858000"/>
            <a:chOff x="-1090386" y="0"/>
            <a:chExt cx="230051" cy="6858000"/>
          </a:xfrm>
        </p:grpSpPr>
        <p:cxnSp>
          <p:nvCxnSpPr>
            <p:cNvPr id="49" name="Straight Arrow Connector 48">
              <a:extLst>
                <a:ext uri="{FF2B5EF4-FFF2-40B4-BE49-F238E27FC236}">
                  <a16:creationId xmlns:a16="http://schemas.microsoft.com/office/drawing/2014/main" id="{475FB4AE-BFFB-0BF9-C8A6-8779D6C16EB7}"/>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9224818-D46F-2712-2DF5-3E510CC59867}"/>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1" name="Group 50">
            <a:extLst>
              <a:ext uri="{FF2B5EF4-FFF2-40B4-BE49-F238E27FC236}">
                <a16:creationId xmlns:a16="http://schemas.microsoft.com/office/drawing/2014/main" id="{9F350A28-7F14-DF7A-8E8D-87CBBF138E6E}"/>
              </a:ext>
            </a:extLst>
          </p:cNvPr>
          <p:cNvGrpSpPr>
            <a:grpSpLocks/>
          </p:cNvGrpSpPr>
          <p:nvPr userDrawn="1"/>
        </p:nvGrpSpPr>
        <p:grpSpPr>
          <a:xfrm>
            <a:off x="12251088" y="1341438"/>
            <a:ext cx="230049" cy="4536000"/>
            <a:chOff x="-321485" y="1341438"/>
            <a:chExt cx="230049" cy="4536000"/>
          </a:xfrm>
        </p:grpSpPr>
        <p:cxnSp>
          <p:nvCxnSpPr>
            <p:cNvPr id="52" name="Straight Arrow Connector 51">
              <a:extLst>
                <a:ext uri="{FF2B5EF4-FFF2-40B4-BE49-F238E27FC236}">
                  <a16:creationId xmlns:a16="http://schemas.microsoft.com/office/drawing/2014/main" id="{73FC0DAC-B8BB-3DC5-EB92-45579EC6FD0C}"/>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74E4AE3-2261-A29B-6B6D-60782A99FA1B}"/>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5" name="Group 54">
            <a:extLst>
              <a:ext uri="{FF2B5EF4-FFF2-40B4-BE49-F238E27FC236}">
                <a16:creationId xmlns:a16="http://schemas.microsoft.com/office/drawing/2014/main" id="{A5920D8F-BAFE-74B8-5458-0172D7B85315}"/>
              </a:ext>
            </a:extLst>
          </p:cNvPr>
          <p:cNvGrpSpPr/>
          <p:nvPr userDrawn="1"/>
        </p:nvGrpSpPr>
        <p:grpSpPr>
          <a:xfrm>
            <a:off x="12257572" y="981075"/>
            <a:ext cx="539998" cy="360363"/>
            <a:chOff x="-520806" y="981075"/>
            <a:chExt cx="539998" cy="360363"/>
          </a:xfrm>
        </p:grpSpPr>
        <p:cxnSp>
          <p:nvCxnSpPr>
            <p:cNvPr id="56" name="Straight Arrow Connector 55">
              <a:extLst>
                <a:ext uri="{FF2B5EF4-FFF2-40B4-BE49-F238E27FC236}">
                  <a16:creationId xmlns:a16="http://schemas.microsoft.com/office/drawing/2014/main" id="{70838920-0202-4A50-DB3A-5134B7DB2F55}"/>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881BE27D-2230-EE47-A784-6DE7848EF79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8" name="Rectangle 57">
            <a:extLst>
              <a:ext uri="{FF2B5EF4-FFF2-40B4-BE49-F238E27FC236}">
                <a16:creationId xmlns:a16="http://schemas.microsoft.com/office/drawing/2014/main" id="{DB497FD4-C7C5-977C-8020-3C14E62F2E8E}"/>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59" name="Rectangle 58">
            <a:extLst>
              <a:ext uri="{FF2B5EF4-FFF2-40B4-BE49-F238E27FC236}">
                <a16:creationId xmlns:a16="http://schemas.microsoft.com/office/drawing/2014/main" id="{7314994D-AE89-45B4-D0BD-EA34A494C3FD}"/>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0" name="Rectangle 59">
            <a:extLst>
              <a:ext uri="{FF2B5EF4-FFF2-40B4-BE49-F238E27FC236}">
                <a16:creationId xmlns:a16="http://schemas.microsoft.com/office/drawing/2014/main" id="{21947461-65F0-A663-A7DB-D750369A8CF1}"/>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1" name="Rectangle 60">
            <a:extLst>
              <a:ext uri="{FF2B5EF4-FFF2-40B4-BE49-F238E27FC236}">
                <a16:creationId xmlns:a16="http://schemas.microsoft.com/office/drawing/2014/main" id="{A5F29231-861A-360C-9046-315B94E1F25A}"/>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2" name="Straight Arrow Connector 61">
            <a:extLst>
              <a:ext uri="{FF2B5EF4-FFF2-40B4-BE49-F238E27FC236}">
                <a16:creationId xmlns:a16="http://schemas.microsoft.com/office/drawing/2014/main" id="{07A0BF2C-50EA-6A38-56C6-5D4FD6A1852D}"/>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D81F143D-F278-F138-CA42-907996C5D9E5}"/>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4" name="Straight Arrow Connector 63">
            <a:extLst>
              <a:ext uri="{FF2B5EF4-FFF2-40B4-BE49-F238E27FC236}">
                <a16:creationId xmlns:a16="http://schemas.microsoft.com/office/drawing/2014/main" id="{4AFBD193-EE5F-C61B-F18F-0FC328310A91}"/>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62DCA23D-3490-5900-80BB-780B17BEA7F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6" name="Rectangle 65">
            <a:extLst>
              <a:ext uri="{FF2B5EF4-FFF2-40B4-BE49-F238E27FC236}">
                <a16:creationId xmlns:a16="http://schemas.microsoft.com/office/drawing/2014/main" id="{EA599FED-70B0-B115-5569-A3D3BB1BD53A}"/>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7" name="Rectangle 66">
            <a:extLst>
              <a:ext uri="{FF2B5EF4-FFF2-40B4-BE49-F238E27FC236}">
                <a16:creationId xmlns:a16="http://schemas.microsoft.com/office/drawing/2014/main" id="{A22DD84D-536A-1CFF-0A60-8020CA0FE787}"/>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4" name="Rectangle 3">
            <a:extLst>
              <a:ext uri="{FF2B5EF4-FFF2-40B4-BE49-F238E27FC236}">
                <a16:creationId xmlns:a16="http://schemas.microsoft.com/office/drawing/2014/main" id="{CDAF5DAC-D96B-14F9-F9A5-88F600B77DFD}"/>
              </a:ext>
            </a:extLst>
          </p:cNvPr>
          <p:cNvSpPr>
            <a:spLocks noGrp="1" noRot="1" noMove="1" noResize="1" noEditPoints="1" noAdjustHandles="1" noChangeArrowheads="1" noChangeShapeType="1"/>
          </p:cNvSpPr>
          <p:nvPr userDrawn="1"/>
        </p:nvSpPr>
        <p:spPr>
          <a:xfrm>
            <a:off x="982799"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defTabSz="831261">
              <a:spcAft>
                <a:spcPts val="600"/>
              </a:spcAft>
              <a:defRPr/>
            </a:pPr>
            <a:r>
              <a:rPr lang="en-US" altLang="en-US" sz="900" kern="0" noProof="0">
                <a:latin typeface="Arial" panose="020B0604020202020204" pitchFamily="34" charset="0"/>
                <a:cs typeface="Arial" panose="020B0604020202020204" pitchFamily="34" charset="0"/>
              </a:rPr>
              <a:t>The information contained herein is of a general nature and is not intended to address the circumstances of any particular individual or entity. Although we </a:t>
            </a:r>
            <a:r>
              <a:rPr lang="en-US" altLang="en-US" sz="900" kern="0" noProof="0" err="1">
                <a:latin typeface="Arial" panose="020B0604020202020204" pitchFamily="34" charset="0"/>
                <a:cs typeface="Arial" panose="020B0604020202020204" pitchFamily="34" charset="0"/>
              </a:rPr>
              <a:t>endeavour</a:t>
            </a:r>
            <a:r>
              <a:rPr lang="en-US" altLang="en-US" sz="900" kern="0" noProof="0">
                <a:latin typeface="Arial" panose="020B0604020202020204" pitchFamily="34" charset="0"/>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lvl="0" defTabSz="831261">
              <a:spcAft>
                <a:spcPts val="600"/>
              </a:spcAft>
              <a:defRPr/>
            </a:pPr>
            <a:r>
              <a:rPr lang="en-US" altLang="en-US" sz="900" kern="0" noProof="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 </a:t>
            </a:r>
          </a:p>
          <a:p>
            <a:pPr lvl="0" defTabSz="831261">
              <a:spcAft>
                <a:spcPts val="600"/>
              </a:spcAft>
              <a:defRPr/>
            </a:pPr>
            <a:r>
              <a:rPr lang="en-US" altLang="en-US" sz="900" kern="0" noProof="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940891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UpSlide_Section Divider_DO NOT delete">
    <p:bg>
      <p:bgPr>
        <a:solidFill>
          <a:schemeClr val="accent1"/>
        </a:solidFill>
        <a:effectLst/>
      </p:bgPr>
    </p:bg>
    <p:spTree>
      <p:nvGrpSpPr>
        <p:cNvPr id="1" name=""/>
        <p:cNvGrpSpPr/>
        <p:nvPr/>
      </p:nvGrpSpPr>
      <p:grpSpPr>
        <a:xfrm>
          <a:off x="0" y="0"/>
          <a:ext cx="0" cy="0"/>
          <a:chOff x="0" y="0"/>
          <a:chExt cx="0" cy="0"/>
        </a:xfrm>
      </p:grpSpPr>
      <p:sp>
        <p:nvSpPr>
          <p:cNvPr id="4" name="object 3"/>
          <p:cNvSpPr>
            <a:spLocks noGrp="1" noRot="1" noMove="1" noResize="1" noEditPoints="1" noAdjustHandles="1" noChangeArrowheads="1" noChangeShapeType="1"/>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Grp="1" noRot="1" noChangeAspect="1" noMove="1" noResize="1" noEditPoints="1" noAdjustHandles="1" noChangeArrowheads="1" noChangeShapeType="1"/>
          </p:cNvSpPr>
          <p:nvPr userDrawn="1"/>
        </p:nvSpPr>
        <p:spPr>
          <a:xfrm>
            <a:off x="998476" y="1330325"/>
            <a:ext cx="7061787" cy="4546600"/>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3" name="Rectangle 12">
            <a:extLst>
              <a:ext uri="{FF2B5EF4-FFF2-40B4-BE49-F238E27FC236}">
                <a16:creationId xmlns:a16="http://schemas.microsoft.com/office/drawing/2014/main" id="{B0445F30-0C21-29B9-0CAC-4AFB0EC352A5}"/>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4" name="Rectangle 13">
            <a:extLst>
              <a:ext uri="{FF2B5EF4-FFF2-40B4-BE49-F238E27FC236}">
                <a16:creationId xmlns:a16="http://schemas.microsoft.com/office/drawing/2014/main" id="{9E019F5F-2EE7-BEB3-F0A6-2EB68BAF25FA}"/>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5" name="Rectangle 14">
            <a:extLst>
              <a:ext uri="{FF2B5EF4-FFF2-40B4-BE49-F238E27FC236}">
                <a16:creationId xmlns:a16="http://schemas.microsoft.com/office/drawing/2014/main" id="{31B46F6F-420B-A6C6-98CE-34CF67DA84D9}"/>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6" name="Rectangle 15">
            <a:extLst>
              <a:ext uri="{FF2B5EF4-FFF2-40B4-BE49-F238E27FC236}">
                <a16:creationId xmlns:a16="http://schemas.microsoft.com/office/drawing/2014/main" id="{3481F30B-87C9-F424-BA5F-5D5E5DA75060}"/>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7" name="Rectangle 16">
            <a:extLst>
              <a:ext uri="{FF2B5EF4-FFF2-40B4-BE49-F238E27FC236}">
                <a16:creationId xmlns:a16="http://schemas.microsoft.com/office/drawing/2014/main" id="{579392A3-B8BC-C925-E37C-D94EF00922AD}"/>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D6510787-623A-82B6-766F-E331E452303F}"/>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9" name="Rectangle 18">
            <a:extLst>
              <a:ext uri="{FF2B5EF4-FFF2-40B4-BE49-F238E27FC236}">
                <a16:creationId xmlns:a16="http://schemas.microsoft.com/office/drawing/2014/main" id="{31282A45-3E91-D27D-C949-5B4F0CBB7CB5}"/>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0" name="Group 19">
            <a:extLst>
              <a:ext uri="{FF2B5EF4-FFF2-40B4-BE49-F238E27FC236}">
                <a16:creationId xmlns:a16="http://schemas.microsoft.com/office/drawing/2014/main" id="{889A8C53-A765-0609-78B6-51404F3BFD45}"/>
              </a:ext>
            </a:extLst>
          </p:cNvPr>
          <p:cNvGrpSpPr/>
          <p:nvPr userDrawn="1"/>
        </p:nvGrpSpPr>
        <p:grpSpPr>
          <a:xfrm>
            <a:off x="985838" y="6975139"/>
            <a:ext cx="10223500" cy="230049"/>
            <a:chOff x="985838" y="6975139"/>
            <a:chExt cx="10223500" cy="230049"/>
          </a:xfrm>
        </p:grpSpPr>
        <p:cxnSp>
          <p:nvCxnSpPr>
            <p:cNvPr id="21" name="Straight Arrow Connector 20">
              <a:extLst>
                <a:ext uri="{FF2B5EF4-FFF2-40B4-BE49-F238E27FC236}">
                  <a16:creationId xmlns:a16="http://schemas.microsoft.com/office/drawing/2014/main" id="{36F6080D-BE3A-7176-6987-9000BBD808D4}"/>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35F25BE-7E7E-1C70-74A0-F6618AE898C1}"/>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3" name="Group 22">
            <a:extLst>
              <a:ext uri="{FF2B5EF4-FFF2-40B4-BE49-F238E27FC236}">
                <a16:creationId xmlns:a16="http://schemas.microsoft.com/office/drawing/2014/main" id="{670DF664-EEF0-7B84-5E50-5014C67AB99E}"/>
              </a:ext>
            </a:extLst>
          </p:cNvPr>
          <p:cNvGrpSpPr/>
          <p:nvPr userDrawn="1"/>
        </p:nvGrpSpPr>
        <p:grpSpPr>
          <a:xfrm>
            <a:off x="0" y="7255521"/>
            <a:ext cx="12192000" cy="230049"/>
            <a:chOff x="0" y="7255521"/>
            <a:chExt cx="12192000" cy="230049"/>
          </a:xfrm>
        </p:grpSpPr>
        <p:cxnSp>
          <p:nvCxnSpPr>
            <p:cNvPr id="24" name="Straight Arrow Connector 23">
              <a:extLst>
                <a:ext uri="{FF2B5EF4-FFF2-40B4-BE49-F238E27FC236}">
                  <a16:creationId xmlns:a16="http://schemas.microsoft.com/office/drawing/2014/main" id="{DB00AFAE-C18C-A654-B469-0D5DF6A4CD42}"/>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F90ABB8-A34B-B54F-5385-A2A81BE24A5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6" name="Group 25">
            <a:extLst>
              <a:ext uri="{FF2B5EF4-FFF2-40B4-BE49-F238E27FC236}">
                <a16:creationId xmlns:a16="http://schemas.microsoft.com/office/drawing/2014/main" id="{4DDB1F96-6840-1672-AB3D-E576597069A2}"/>
              </a:ext>
            </a:extLst>
          </p:cNvPr>
          <p:cNvGrpSpPr>
            <a:grpSpLocks/>
          </p:cNvGrpSpPr>
          <p:nvPr userDrawn="1"/>
        </p:nvGrpSpPr>
        <p:grpSpPr>
          <a:xfrm>
            <a:off x="982800" y="7491081"/>
            <a:ext cx="4930775" cy="230049"/>
            <a:chOff x="985838" y="7724761"/>
            <a:chExt cx="4930775" cy="230049"/>
          </a:xfrm>
        </p:grpSpPr>
        <p:cxnSp>
          <p:nvCxnSpPr>
            <p:cNvPr id="27" name="Straight Arrow Connector 26">
              <a:extLst>
                <a:ext uri="{FF2B5EF4-FFF2-40B4-BE49-F238E27FC236}">
                  <a16:creationId xmlns:a16="http://schemas.microsoft.com/office/drawing/2014/main" id="{B829B72D-352E-A2E6-A650-2AA00C218470}"/>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A58749A-15AE-ED38-F313-FA85544F2B83}"/>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9" name="Group 28">
            <a:extLst>
              <a:ext uri="{FF2B5EF4-FFF2-40B4-BE49-F238E27FC236}">
                <a16:creationId xmlns:a16="http://schemas.microsoft.com/office/drawing/2014/main" id="{DB7FDC9C-CABB-AE31-C8F3-7E084B225949}"/>
              </a:ext>
            </a:extLst>
          </p:cNvPr>
          <p:cNvGrpSpPr>
            <a:grpSpLocks/>
          </p:cNvGrpSpPr>
          <p:nvPr userDrawn="1"/>
        </p:nvGrpSpPr>
        <p:grpSpPr>
          <a:xfrm>
            <a:off x="6274800" y="7491081"/>
            <a:ext cx="4930775" cy="230049"/>
            <a:chOff x="985838" y="7724761"/>
            <a:chExt cx="4930775" cy="230049"/>
          </a:xfrm>
        </p:grpSpPr>
        <p:cxnSp>
          <p:nvCxnSpPr>
            <p:cNvPr id="30" name="Straight Arrow Connector 29">
              <a:extLst>
                <a:ext uri="{FF2B5EF4-FFF2-40B4-BE49-F238E27FC236}">
                  <a16:creationId xmlns:a16="http://schemas.microsoft.com/office/drawing/2014/main" id="{91D142EB-B6C9-26B0-247B-166AB1ABFD4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674CB48-5530-F5FC-D699-0326E3D613C3}"/>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2" name="Group 31">
            <a:extLst>
              <a:ext uri="{FF2B5EF4-FFF2-40B4-BE49-F238E27FC236}">
                <a16:creationId xmlns:a16="http://schemas.microsoft.com/office/drawing/2014/main" id="{4488C567-21C9-D80C-8D56-8F6781301E46}"/>
              </a:ext>
            </a:extLst>
          </p:cNvPr>
          <p:cNvGrpSpPr/>
          <p:nvPr userDrawn="1"/>
        </p:nvGrpSpPr>
        <p:grpSpPr>
          <a:xfrm>
            <a:off x="12750953" y="0"/>
            <a:ext cx="230051" cy="6858000"/>
            <a:chOff x="-1090386" y="0"/>
            <a:chExt cx="230051" cy="6858000"/>
          </a:xfrm>
        </p:grpSpPr>
        <p:cxnSp>
          <p:nvCxnSpPr>
            <p:cNvPr id="33" name="Straight Arrow Connector 32">
              <a:extLst>
                <a:ext uri="{FF2B5EF4-FFF2-40B4-BE49-F238E27FC236}">
                  <a16:creationId xmlns:a16="http://schemas.microsoft.com/office/drawing/2014/main" id="{DA1D2814-64F3-544C-427E-6838D29D2138}"/>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DD9391FE-EF28-DCF2-B7B4-8212CD17AD5D}"/>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754568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UpSlide_Subsection Divider_DO NOT delete">
    <p:bg>
      <p:bgPr>
        <a:solidFill>
          <a:srgbClr val="ACEAFF"/>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extLst>
              <a:ext uri="{FF2B5EF4-FFF2-40B4-BE49-F238E27FC236}">
                <a16:creationId xmlns:a16="http://schemas.microsoft.com/office/drawing/2014/main" id="{94C79EC3-C681-2E4F-2E2C-BF9E374E994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9" name="Rectangle 8">
            <a:extLst>
              <a:ext uri="{FF2B5EF4-FFF2-40B4-BE49-F238E27FC236}">
                <a16:creationId xmlns:a16="http://schemas.microsoft.com/office/drawing/2014/main" id="{33CFB5FA-E887-255B-3B74-6BF59DEED87A}"/>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2" name="Rectangle 11">
            <a:extLst>
              <a:ext uri="{FF2B5EF4-FFF2-40B4-BE49-F238E27FC236}">
                <a16:creationId xmlns:a16="http://schemas.microsoft.com/office/drawing/2014/main" id="{0205F0CB-83CC-BAC0-E592-5C2CD05FD0E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3" name="Rectangle 12">
            <a:extLst>
              <a:ext uri="{FF2B5EF4-FFF2-40B4-BE49-F238E27FC236}">
                <a16:creationId xmlns:a16="http://schemas.microsoft.com/office/drawing/2014/main" id="{661F50F5-7436-A2FF-7A78-774B93630565}"/>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4" name="Rectangle 13">
            <a:extLst>
              <a:ext uri="{FF2B5EF4-FFF2-40B4-BE49-F238E27FC236}">
                <a16:creationId xmlns:a16="http://schemas.microsoft.com/office/drawing/2014/main" id="{35A2C8DE-3ED2-D532-1780-65E947F1D559}"/>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5" name="Rectangle 14">
            <a:extLst>
              <a:ext uri="{FF2B5EF4-FFF2-40B4-BE49-F238E27FC236}">
                <a16:creationId xmlns:a16="http://schemas.microsoft.com/office/drawing/2014/main" id="{3A3FA8F4-4843-263F-96E0-B6726210B447}"/>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6" name="Rectangle 15">
            <a:extLst>
              <a:ext uri="{FF2B5EF4-FFF2-40B4-BE49-F238E27FC236}">
                <a16:creationId xmlns:a16="http://schemas.microsoft.com/office/drawing/2014/main" id="{037BE651-9EB4-9A95-026F-783FB41D437E}"/>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7" name="Rectangle 16">
            <a:extLst>
              <a:ext uri="{FF2B5EF4-FFF2-40B4-BE49-F238E27FC236}">
                <a16:creationId xmlns:a16="http://schemas.microsoft.com/office/drawing/2014/main" id="{ADCB62FB-0977-E726-CC67-F0ACF20656F8}"/>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8" name="Group 17">
            <a:extLst>
              <a:ext uri="{FF2B5EF4-FFF2-40B4-BE49-F238E27FC236}">
                <a16:creationId xmlns:a16="http://schemas.microsoft.com/office/drawing/2014/main" id="{4E3BA29E-5734-844E-0DD3-DB6D62B2E67F}"/>
              </a:ext>
            </a:extLst>
          </p:cNvPr>
          <p:cNvGrpSpPr/>
          <p:nvPr userDrawn="1"/>
        </p:nvGrpSpPr>
        <p:grpSpPr>
          <a:xfrm>
            <a:off x="985838" y="6975139"/>
            <a:ext cx="10223500" cy="230049"/>
            <a:chOff x="985838" y="6975139"/>
            <a:chExt cx="10223500" cy="230049"/>
          </a:xfrm>
        </p:grpSpPr>
        <p:cxnSp>
          <p:nvCxnSpPr>
            <p:cNvPr id="19" name="Straight Arrow Connector 18">
              <a:extLst>
                <a:ext uri="{FF2B5EF4-FFF2-40B4-BE49-F238E27FC236}">
                  <a16:creationId xmlns:a16="http://schemas.microsoft.com/office/drawing/2014/main" id="{12BCD034-1D81-DF73-6B9C-35FEFDE1A2EF}"/>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45ECD14-A88B-26B8-C271-3544402FA822}"/>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1" name="Group 20">
            <a:extLst>
              <a:ext uri="{FF2B5EF4-FFF2-40B4-BE49-F238E27FC236}">
                <a16:creationId xmlns:a16="http://schemas.microsoft.com/office/drawing/2014/main" id="{9086E4A3-DB15-1A7E-B365-6363F6C0D715}"/>
              </a:ext>
            </a:extLst>
          </p:cNvPr>
          <p:cNvGrpSpPr/>
          <p:nvPr userDrawn="1"/>
        </p:nvGrpSpPr>
        <p:grpSpPr>
          <a:xfrm>
            <a:off x="0" y="7255521"/>
            <a:ext cx="12192000" cy="230049"/>
            <a:chOff x="0" y="7255521"/>
            <a:chExt cx="12192000" cy="230049"/>
          </a:xfrm>
        </p:grpSpPr>
        <p:cxnSp>
          <p:nvCxnSpPr>
            <p:cNvPr id="22" name="Straight Arrow Connector 21">
              <a:extLst>
                <a:ext uri="{FF2B5EF4-FFF2-40B4-BE49-F238E27FC236}">
                  <a16:creationId xmlns:a16="http://schemas.microsoft.com/office/drawing/2014/main" id="{13F8B589-D90F-022D-5B2A-67784E8C60CC}"/>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30B0714-AC89-D734-AE6C-1BC1C0DDC4A0}"/>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4" name="Group 23">
            <a:extLst>
              <a:ext uri="{FF2B5EF4-FFF2-40B4-BE49-F238E27FC236}">
                <a16:creationId xmlns:a16="http://schemas.microsoft.com/office/drawing/2014/main" id="{EEFFEDB6-C345-906D-B0CF-B3472AB70B24}"/>
              </a:ext>
            </a:extLst>
          </p:cNvPr>
          <p:cNvGrpSpPr>
            <a:grpSpLocks/>
          </p:cNvGrpSpPr>
          <p:nvPr userDrawn="1"/>
        </p:nvGrpSpPr>
        <p:grpSpPr>
          <a:xfrm>
            <a:off x="982800" y="7491081"/>
            <a:ext cx="4930775" cy="230049"/>
            <a:chOff x="985838" y="7724761"/>
            <a:chExt cx="4930775" cy="230049"/>
          </a:xfrm>
        </p:grpSpPr>
        <p:cxnSp>
          <p:nvCxnSpPr>
            <p:cNvPr id="25" name="Straight Arrow Connector 24">
              <a:extLst>
                <a:ext uri="{FF2B5EF4-FFF2-40B4-BE49-F238E27FC236}">
                  <a16:creationId xmlns:a16="http://schemas.microsoft.com/office/drawing/2014/main" id="{F0BFED28-6AF0-FAA5-F421-FE495061F4F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50A4FD4-F136-DF70-76B0-1BB9EF0C739A}"/>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7" name="Group 26">
            <a:extLst>
              <a:ext uri="{FF2B5EF4-FFF2-40B4-BE49-F238E27FC236}">
                <a16:creationId xmlns:a16="http://schemas.microsoft.com/office/drawing/2014/main" id="{8C64E46B-5EC5-1FC5-B529-B7E5B4152530}"/>
              </a:ext>
            </a:extLst>
          </p:cNvPr>
          <p:cNvGrpSpPr>
            <a:grpSpLocks/>
          </p:cNvGrpSpPr>
          <p:nvPr userDrawn="1"/>
        </p:nvGrpSpPr>
        <p:grpSpPr>
          <a:xfrm>
            <a:off x="6274800" y="7491081"/>
            <a:ext cx="4930775" cy="230049"/>
            <a:chOff x="985838" y="7724761"/>
            <a:chExt cx="4930775" cy="230049"/>
          </a:xfrm>
        </p:grpSpPr>
        <p:cxnSp>
          <p:nvCxnSpPr>
            <p:cNvPr id="28" name="Straight Arrow Connector 27">
              <a:extLst>
                <a:ext uri="{FF2B5EF4-FFF2-40B4-BE49-F238E27FC236}">
                  <a16:creationId xmlns:a16="http://schemas.microsoft.com/office/drawing/2014/main" id="{FD73505F-9B35-5D89-21AB-6253C5A68636}"/>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431B887-9B84-29BB-1570-E1A32BC7FFB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0" name="Group 29">
            <a:extLst>
              <a:ext uri="{FF2B5EF4-FFF2-40B4-BE49-F238E27FC236}">
                <a16:creationId xmlns:a16="http://schemas.microsoft.com/office/drawing/2014/main" id="{FB630184-2CF5-CF99-41C5-1E486211C55F}"/>
              </a:ext>
            </a:extLst>
          </p:cNvPr>
          <p:cNvGrpSpPr/>
          <p:nvPr userDrawn="1"/>
        </p:nvGrpSpPr>
        <p:grpSpPr>
          <a:xfrm>
            <a:off x="12750953" y="0"/>
            <a:ext cx="230051" cy="6858000"/>
            <a:chOff x="-1090386" y="0"/>
            <a:chExt cx="230051" cy="6858000"/>
          </a:xfrm>
        </p:grpSpPr>
        <p:cxnSp>
          <p:nvCxnSpPr>
            <p:cNvPr id="31" name="Straight Arrow Connector 30">
              <a:extLst>
                <a:ext uri="{FF2B5EF4-FFF2-40B4-BE49-F238E27FC236}">
                  <a16:creationId xmlns:a16="http://schemas.microsoft.com/office/drawing/2014/main" id="{D7817A3E-0065-E73A-9743-135964766EE0}"/>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66DFC8F-B010-DDA1-50A3-F67FFBFEEAF9}"/>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9591000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D25ADF4A-CD78-DFC1-3B3B-4BC946D4A62F}"/>
              </a:ext>
            </a:extLst>
          </p:cNvPr>
          <p:cNvGraphicFramePr>
            <a:graphicFrameLocks noChangeAspect="1"/>
          </p:cNvGraphicFramePr>
          <p:nvPr userDrawn="1">
            <p:custDataLst>
              <p:tags r:id="rId1"/>
            </p:custDataLst>
            <p:extLst>
              <p:ext uri="{D42A27DB-BD31-4B8C-83A1-F6EECF244321}">
                <p14:modId xmlns:p14="http://schemas.microsoft.com/office/powerpoint/2010/main" val="1564625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6" progId="TCLayout.ActiveDocument.1">
                  <p:embed/>
                </p:oleObj>
              </mc:Choice>
              <mc:Fallback>
                <p:oleObj name="think-cell Slide" r:id="rId15" imgW="473" imgH="476" progId="TCLayout.ActiveDocument.1">
                  <p:embed/>
                  <p:pic>
                    <p:nvPicPr>
                      <p:cNvPr id="15" name="think-cell data - do not delete" hidden="1">
                        <a:extLst>
                          <a:ext uri="{FF2B5EF4-FFF2-40B4-BE49-F238E27FC236}">
                            <a16:creationId xmlns:a16="http://schemas.microsoft.com/office/drawing/2014/main" id="{D25ADF4A-CD78-DFC1-3B3B-4BC946D4A62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18" name="Shape 8">
            <a:extLst>
              <a:ext uri="{FF2B5EF4-FFF2-40B4-BE49-F238E27FC236}">
                <a16:creationId xmlns:a16="http://schemas.microsoft.com/office/drawing/2014/main" id="{576F1564-A34F-FC04-9F9C-0BBC4A392659}"/>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3">
                    <a:lumMod val="100000"/>
                  </a:schemeClr>
                </a:solidFill>
                <a:latin typeface="+mn-lt"/>
                <a:ea typeface="Arial"/>
                <a:cs typeface="Arial" panose="020B0604020202020204" pitchFamily="34" charset="0"/>
              </a:rPr>
              <a:pPr algn="r"/>
              <a:t>‹#›</a:t>
            </a:fld>
            <a:endParaRPr lang="en-GB" sz="1000">
              <a:solidFill>
                <a:schemeClr val="accent3">
                  <a:lumMod val="100000"/>
                </a:schemeClr>
              </a:solidFill>
              <a:latin typeface="+mn-lt"/>
              <a:ea typeface="Arial"/>
              <a:cs typeface="Arial" panose="020B0604020202020204" pitchFamily="34" charset="0"/>
            </a:endParaRPr>
          </a:p>
        </p:txBody>
      </p:sp>
      <p:sp>
        <p:nvSpPr>
          <p:cNvPr id="21" name="TextBox 20">
            <a:extLst>
              <a:ext uri="{FF2B5EF4-FFF2-40B4-BE49-F238E27FC236}">
                <a16:creationId xmlns:a16="http://schemas.microsoft.com/office/drawing/2014/main" id="{01A5C7BB-D2C7-E5ED-C1E5-3495D5625FA9}"/>
              </a:ext>
              <a:ext uri="{C183D7F6-B498-43B3-948B-1728B52AA6E4}">
                <adec:decorative xmlns:adec="http://schemas.microsoft.com/office/drawing/2017/decorative" val="1"/>
              </a:ext>
            </a:extLst>
          </p:cNvPr>
          <p:cNvSpPr txBox="1"/>
          <p:nvPr userDrawn="1">
            <p:custDataLst>
              <p:tags r:id="rId2"/>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2" name="TextBox 21">
            <a:extLst>
              <a:ext uri="{FF2B5EF4-FFF2-40B4-BE49-F238E27FC236}">
                <a16:creationId xmlns:a16="http://schemas.microsoft.com/office/drawing/2014/main" id="{96A3735F-E33F-19FA-11A5-2C7473C21FA4}"/>
              </a:ext>
              <a:ext uri="{C183D7F6-B498-43B3-948B-1728B52AA6E4}">
                <adec:decorative xmlns:adec="http://schemas.microsoft.com/office/drawing/2017/decorative" val="1"/>
              </a:ext>
            </a:extLst>
          </p:cNvPr>
          <p:cNvSpPr txBox="1"/>
          <p:nvPr userDrawn="1"/>
        </p:nvSpPr>
        <p:spPr>
          <a:xfrm>
            <a:off x="1885684" y="6266997"/>
            <a:ext cx="6509009" cy="184666"/>
          </a:xfrm>
          <a:prstGeom prst="rect">
            <a:avLst/>
          </a:prstGeom>
          <a:noFill/>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Advisory (Hong Kong) Limited, a limited liability company in Hong Kong and a member firm of the KPMG global </a:t>
            </a:r>
            <a:r>
              <a:rPr lang="en-US" sz="600" kern="1200" noProof="0" err="1">
                <a:solidFill>
                  <a:schemeClr val="bg1">
                    <a:lumMod val="65000"/>
                  </a:schemeClr>
                </a:solidFill>
                <a:latin typeface="+mn-lt"/>
                <a:ea typeface="+mn-ea"/>
                <a:cs typeface="+mn-cs"/>
              </a:rPr>
              <a:t>organisation</a:t>
            </a:r>
            <a:r>
              <a:rPr lang="en-US" sz="600" kern="1200" noProof="0">
                <a:solidFill>
                  <a:schemeClr val="bg1">
                    <a:lumMod val="65000"/>
                  </a:schemeClr>
                </a:solidFill>
                <a:latin typeface="+mn-lt"/>
                <a:ea typeface="+mn-ea"/>
                <a:cs typeface="+mn-cs"/>
              </a:rPr>
              <a:t> of independent member firms affiliated with KPMG International Limited ("KPMG International"), a private English company limited by guarantee.  All rights reserved. Printed in Hong Kong.</a:t>
            </a:r>
          </a:p>
        </p:txBody>
      </p:sp>
      <p:cxnSp>
        <p:nvCxnSpPr>
          <p:cNvPr id="24" name="Straight Connector 23">
            <a:extLst>
              <a:ext uri="{FF2B5EF4-FFF2-40B4-BE49-F238E27FC236}">
                <a16:creationId xmlns:a16="http://schemas.microsoft.com/office/drawing/2014/main" id="{DC15D51C-F2BB-E2D6-637C-519FC5943B4E}"/>
              </a:ext>
            </a:extLst>
          </p:cNvPr>
          <p:cNvCxnSpPr/>
          <p:nvPr userDrawn="1"/>
        </p:nvCxnSpPr>
        <p:spPr>
          <a:xfrm>
            <a:off x="10928548" y="6266997"/>
            <a:ext cx="0" cy="149412"/>
          </a:xfrm>
          <a:prstGeom prst="line">
            <a:avLst/>
          </a:prstGeom>
          <a:ln w="635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Graphic 8">
            <a:extLst>
              <a:ext uri="{FF2B5EF4-FFF2-40B4-BE49-F238E27FC236}">
                <a16:creationId xmlns:a16="http://schemas.microsoft.com/office/drawing/2014/main" id="{7CF0DC85-2767-E59F-E035-217973685D20}"/>
              </a:ext>
            </a:extLst>
          </p:cNvPr>
          <p:cNvSpPr>
            <a:spLocks/>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C233C"/>
          </a:solidFill>
          <a:ln w="1683" cap="flat">
            <a:noFill/>
            <a:prstDash val="solid"/>
            <a:miter/>
          </a:ln>
        </p:spPr>
        <p:txBody>
          <a:bodyPr rtlCol="0" anchor="ctr"/>
          <a:lstStyle/>
          <a:p>
            <a:endParaRPr lang="en-GB"/>
          </a:p>
        </p:txBody>
      </p:sp>
      <p:sp>
        <p:nvSpPr>
          <p:cNvPr id="28" name="Isosceles Triangle 27">
            <a:extLst>
              <a:ext uri="{FF2B5EF4-FFF2-40B4-BE49-F238E27FC236}">
                <a16:creationId xmlns:a16="http://schemas.microsoft.com/office/drawing/2014/main" id="{E5799854-0E48-4437-9B21-C4D2EEC113BD}"/>
              </a:ext>
            </a:extLst>
          </p:cNvPr>
          <p:cNvSpPr/>
          <p:nvPr userDrawn="1"/>
        </p:nvSpPr>
        <p:spPr>
          <a:xfrm rot="5400000">
            <a:off x="11914569"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9" name="Isosceles Triangle 28">
            <a:extLst>
              <a:ext uri="{FF2B5EF4-FFF2-40B4-BE49-F238E27FC236}">
                <a16:creationId xmlns:a16="http://schemas.microsoft.com/office/drawing/2014/main" id="{D4AF27F3-4CA6-B9ED-CE3F-B36468FD508D}"/>
              </a:ext>
            </a:extLst>
          </p:cNvPr>
          <p:cNvSpPr/>
          <p:nvPr userDrawn="1"/>
        </p:nvSpPr>
        <p:spPr>
          <a:xfrm rot="16200000" flipH="1">
            <a:off x="11352448"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0" name="Oval 29">
            <a:hlinkClick r:id="" action="ppaction://hlinkshowjump?jump=nextslide"/>
            <a:extLst>
              <a:ext uri="{FF2B5EF4-FFF2-40B4-BE49-F238E27FC236}">
                <a16:creationId xmlns:a16="http://schemas.microsoft.com/office/drawing/2014/main" id="{9CF5E929-55F5-966D-51FE-6B743B101594}"/>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1" name="Oval 30">
            <a:hlinkClick r:id="" action="ppaction://hlinkshowjump?jump=previousslide"/>
            <a:extLst>
              <a:ext uri="{FF2B5EF4-FFF2-40B4-BE49-F238E27FC236}">
                <a16:creationId xmlns:a16="http://schemas.microsoft.com/office/drawing/2014/main" id="{DEEF2BB8-995C-9B02-21BA-620A19AD9839}"/>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32" name="Graphic 31" descr="Home">
            <a:extLst>
              <a:ext uri="{FF2B5EF4-FFF2-40B4-BE49-F238E27FC236}">
                <a16:creationId xmlns:a16="http://schemas.microsoft.com/office/drawing/2014/main" id="{ED80F5BA-6E6A-58FC-16AC-30F1758A6F42}"/>
              </a:ext>
            </a:extLst>
          </p:cNvPr>
          <p:cNvPicPr>
            <a:picLocks noChangeAspect="1"/>
          </p:cNvPicPr>
          <p:nvPr userDrawn="1"/>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11571850" y="134089"/>
            <a:ext cx="222478" cy="222478"/>
          </a:xfrm>
          <a:prstGeom prst="rect">
            <a:avLst/>
          </a:prstGeom>
        </p:spPr>
      </p:pic>
      <p:sp>
        <p:nvSpPr>
          <p:cNvPr id="33" name="Text Box 4">
            <a:extLst>
              <a:ext uri="{FF2B5EF4-FFF2-40B4-BE49-F238E27FC236}">
                <a16:creationId xmlns:a16="http://schemas.microsoft.com/office/drawing/2014/main" id="{A28FB37C-8CC1-D338-1762-0455E7055977}"/>
              </a:ext>
            </a:extLst>
          </p:cNvPr>
          <p:cNvSpPr txBox="1">
            <a:spLocks noChangeArrowheads="1"/>
          </p:cNvSpPr>
          <p:nvPr userDrawn="1">
            <p:custDataLst>
              <p:tags r:id="rId3"/>
            </p:custDataLst>
          </p:nvPr>
        </p:nvSpPr>
        <p:spPr bwMode="gray">
          <a:xfrm>
            <a:off x="8580476" y="6463891"/>
            <a:ext cx="3463175" cy="260008"/>
          </a:xfrm>
          <a:prstGeom prst="rect">
            <a:avLst/>
          </a:prstGeom>
          <a:noFill/>
          <a:ln w="6350" algn="ctr">
            <a:noFill/>
            <a:miter lim="800000"/>
            <a:headEnd/>
            <a:tailEnd/>
          </a:ln>
          <a:effectLst/>
        </p:spPr>
        <p:txBody>
          <a:bodyPr wrap="square" lIns="0" tIns="36000" rIns="0" bIns="0" anchor="ctr" anchorCtr="0">
            <a:noAutofit/>
          </a:bodyPr>
          <a:lstStyle/>
          <a:p>
            <a:pPr algn="ctr" defTabSz="762000" eaLnBrk="0" hangingPunct="0">
              <a:lnSpc>
                <a:spcPct val="80000"/>
              </a:lnSpc>
              <a:spcBef>
                <a:spcPct val="20000"/>
              </a:spcBef>
            </a:pPr>
            <a:r>
              <a:rPr lang="en-US" sz="1400" b="1">
                <a:solidFill>
                  <a:schemeClr val="accent6"/>
                </a:solidFill>
              </a:rPr>
              <a:t>DRAFT</a:t>
            </a:r>
          </a:p>
          <a:p>
            <a:pPr algn="ctr" defTabSz="762000" eaLnBrk="0" hangingPunct="0">
              <a:lnSpc>
                <a:spcPct val="80000"/>
              </a:lnSpc>
              <a:spcBef>
                <a:spcPct val="20000"/>
              </a:spcBef>
            </a:pPr>
            <a:r>
              <a:rPr lang="en-US" sz="800" b="0">
                <a:solidFill>
                  <a:schemeClr val="accent6"/>
                </a:solidFill>
              </a:rPr>
              <a:t>Important. This is a draft document. It is incomplete and subject to change. No responsibility can be accepted for reliance upon it.</a:t>
            </a:r>
          </a:p>
        </p:txBody>
      </p:sp>
      <p:sp>
        <p:nvSpPr>
          <p:cNvPr id="34" name="Rectangle 33">
            <a:extLst>
              <a:ext uri="{FF2B5EF4-FFF2-40B4-BE49-F238E27FC236}">
                <a16:creationId xmlns:a16="http://schemas.microsoft.com/office/drawing/2014/main" id="{B1E0A9F7-FE07-2B67-F577-EE1F38F5589F}"/>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2E35B0C7-B7F8-F375-66FD-C51331F64234}"/>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6" name="Rectangle 35">
            <a:extLst>
              <a:ext uri="{FF2B5EF4-FFF2-40B4-BE49-F238E27FC236}">
                <a16:creationId xmlns:a16="http://schemas.microsoft.com/office/drawing/2014/main" id="{C006575F-656B-9505-64E3-DDAD9D2C7CE0}"/>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7" name="Rectangle 36">
            <a:extLst>
              <a:ext uri="{FF2B5EF4-FFF2-40B4-BE49-F238E27FC236}">
                <a16:creationId xmlns:a16="http://schemas.microsoft.com/office/drawing/2014/main" id="{86A8A123-9EB5-A0C7-A9EE-0DD0E290E73A}"/>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8" name="Rectangle 37">
            <a:extLst>
              <a:ext uri="{FF2B5EF4-FFF2-40B4-BE49-F238E27FC236}">
                <a16:creationId xmlns:a16="http://schemas.microsoft.com/office/drawing/2014/main" id="{DFE53554-AB8D-1E1C-7160-E43D2C9BE822}"/>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9" name="Rectangle 38">
            <a:extLst>
              <a:ext uri="{FF2B5EF4-FFF2-40B4-BE49-F238E27FC236}">
                <a16:creationId xmlns:a16="http://schemas.microsoft.com/office/drawing/2014/main" id="{4F257495-1F48-6B6F-5EB5-B79569BAFC05}"/>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40" name="Rectangle 39">
            <a:extLst>
              <a:ext uri="{FF2B5EF4-FFF2-40B4-BE49-F238E27FC236}">
                <a16:creationId xmlns:a16="http://schemas.microsoft.com/office/drawing/2014/main" id="{B32D44F0-2D38-4B4F-2B87-07EAECC73741}"/>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41" name="Group 40">
            <a:extLst>
              <a:ext uri="{FF2B5EF4-FFF2-40B4-BE49-F238E27FC236}">
                <a16:creationId xmlns:a16="http://schemas.microsoft.com/office/drawing/2014/main" id="{50ED0BE2-F9ED-CC5E-A07C-3CA50820307B}"/>
              </a:ext>
            </a:extLst>
          </p:cNvPr>
          <p:cNvGrpSpPr/>
          <p:nvPr userDrawn="1"/>
        </p:nvGrpSpPr>
        <p:grpSpPr>
          <a:xfrm>
            <a:off x="985838" y="6975139"/>
            <a:ext cx="10223500" cy="230049"/>
            <a:chOff x="985838" y="6975139"/>
            <a:chExt cx="10223500" cy="230049"/>
          </a:xfrm>
        </p:grpSpPr>
        <p:cxnSp>
          <p:nvCxnSpPr>
            <p:cNvPr id="42" name="Straight Arrow Connector 41">
              <a:extLst>
                <a:ext uri="{FF2B5EF4-FFF2-40B4-BE49-F238E27FC236}">
                  <a16:creationId xmlns:a16="http://schemas.microsoft.com/office/drawing/2014/main" id="{17ADCCB2-3C93-E417-FBCA-7B3161818EFE}"/>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70B15F74-3667-E979-5D86-6D102846C618}"/>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4" name="Group 43">
            <a:extLst>
              <a:ext uri="{FF2B5EF4-FFF2-40B4-BE49-F238E27FC236}">
                <a16:creationId xmlns:a16="http://schemas.microsoft.com/office/drawing/2014/main" id="{7B5DFD8C-40E2-0086-E71A-F456C5B8F1CF}"/>
              </a:ext>
            </a:extLst>
          </p:cNvPr>
          <p:cNvGrpSpPr/>
          <p:nvPr userDrawn="1"/>
        </p:nvGrpSpPr>
        <p:grpSpPr>
          <a:xfrm>
            <a:off x="0" y="7255521"/>
            <a:ext cx="12192000" cy="230049"/>
            <a:chOff x="0" y="7255521"/>
            <a:chExt cx="12192000" cy="230049"/>
          </a:xfrm>
        </p:grpSpPr>
        <p:cxnSp>
          <p:nvCxnSpPr>
            <p:cNvPr id="45" name="Straight Arrow Connector 44">
              <a:extLst>
                <a:ext uri="{FF2B5EF4-FFF2-40B4-BE49-F238E27FC236}">
                  <a16:creationId xmlns:a16="http://schemas.microsoft.com/office/drawing/2014/main" id="{68346787-7011-35A8-C4C7-A4DA127E5D75}"/>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E4DA4BA-BD95-3E01-C13D-45177E54160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7" name="Group 46">
            <a:extLst>
              <a:ext uri="{FF2B5EF4-FFF2-40B4-BE49-F238E27FC236}">
                <a16:creationId xmlns:a16="http://schemas.microsoft.com/office/drawing/2014/main" id="{FA8B592B-4AB5-BB45-955C-93624BBC7DE9}"/>
              </a:ext>
            </a:extLst>
          </p:cNvPr>
          <p:cNvGrpSpPr>
            <a:grpSpLocks/>
          </p:cNvGrpSpPr>
          <p:nvPr userDrawn="1"/>
        </p:nvGrpSpPr>
        <p:grpSpPr>
          <a:xfrm>
            <a:off x="982800" y="7491081"/>
            <a:ext cx="4930775" cy="230049"/>
            <a:chOff x="985838" y="7724761"/>
            <a:chExt cx="4930775" cy="230049"/>
          </a:xfrm>
        </p:grpSpPr>
        <p:cxnSp>
          <p:nvCxnSpPr>
            <p:cNvPr id="48" name="Straight Arrow Connector 47">
              <a:extLst>
                <a:ext uri="{FF2B5EF4-FFF2-40B4-BE49-F238E27FC236}">
                  <a16:creationId xmlns:a16="http://schemas.microsoft.com/office/drawing/2014/main" id="{70BB834A-553A-77A4-ECE8-8CDCCB54E443}"/>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68D8E15-39FD-CF7D-7F2A-405F7FF39F92}"/>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50" name="Group 49">
            <a:extLst>
              <a:ext uri="{FF2B5EF4-FFF2-40B4-BE49-F238E27FC236}">
                <a16:creationId xmlns:a16="http://schemas.microsoft.com/office/drawing/2014/main" id="{8220D0D7-FA47-957D-DF8B-5CA9440141E8}"/>
              </a:ext>
            </a:extLst>
          </p:cNvPr>
          <p:cNvGrpSpPr>
            <a:grpSpLocks/>
          </p:cNvGrpSpPr>
          <p:nvPr userDrawn="1"/>
        </p:nvGrpSpPr>
        <p:grpSpPr>
          <a:xfrm>
            <a:off x="6274800" y="7491081"/>
            <a:ext cx="4930775" cy="230049"/>
            <a:chOff x="985838" y="7724761"/>
            <a:chExt cx="4930775" cy="230049"/>
          </a:xfrm>
        </p:grpSpPr>
        <p:cxnSp>
          <p:nvCxnSpPr>
            <p:cNvPr id="51" name="Straight Arrow Connector 50">
              <a:extLst>
                <a:ext uri="{FF2B5EF4-FFF2-40B4-BE49-F238E27FC236}">
                  <a16:creationId xmlns:a16="http://schemas.microsoft.com/office/drawing/2014/main" id="{A1F07154-FAD9-7A69-634D-0CAE80966DF4}"/>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7EA49D5-EBF3-964C-4783-F0988EDE056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53" name="Group 52">
            <a:extLst>
              <a:ext uri="{FF2B5EF4-FFF2-40B4-BE49-F238E27FC236}">
                <a16:creationId xmlns:a16="http://schemas.microsoft.com/office/drawing/2014/main" id="{0A9A0729-A47F-3657-E181-8DBC63DABE14}"/>
              </a:ext>
            </a:extLst>
          </p:cNvPr>
          <p:cNvGrpSpPr/>
          <p:nvPr userDrawn="1"/>
        </p:nvGrpSpPr>
        <p:grpSpPr>
          <a:xfrm>
            <a:off x="12750953" y="0"/>
            <a:ext cx="230051" cy="6858000"/>
            <a:chOff x="-1090386" y="0"/>
            <a:chExt cx="230051" cy="6858000"/>
          </a:xfrm>
        </p:grpSpPr>
        <p:cxnSp>
          <p:nvCxnSpPr>
            <p:cNvPr id="54" name="Straight Arrow Connector 53">
              <a:extLst>
                <a:ext uri="{FF2B5EF4-FFF2-40B4-BE49-F238E27FC236}">
                  <a16:creationId xmlns:a16="http://schemas.microsoft.com/office/drawing/2014/main" id="{67E794EC-20EE-C902-FDDE-D750149D7F47}"/>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67665E59-BFED-E06A-D230-22F04C58CCE4}"/>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6" name="Group 55">
            <a:extLst>
              <a:ext uri="{FF2B5EF4-FFF2-40B4-BE49-F238E27FC236}">
                <a16:creationId xmlns:a16="http://schemas.microsoft.com/office/drawing/2014/main" id="{6B8EA2C0-B40D-29FC-9726-7BDA5ED3775D}"/>
              </a:ext>
            </a:extLst>
          </p:cNvPr>
          <p:cNvGrpSpPr>
            <a:grpSpLocks/>
          </p:cNvGrpSpPr>
          <p:nvPr userDrawn="1"/>
        </p:nvGrpSpPr>
        <p:grpSpPr>
          <a:xfrm>
            <a:off x="12251088" y="1341438"/>
            <a:ext cx="230049" cy="4536000"/>
            <a:chOff x="-321485" y="1341438"/>
            <a:chExt cx="230049" cy="4536000"/>
          </a:xfrm>
        </p:grpSpPr>
        <p:cxnSp>
          <p:nvCxnSpPr>
            <p:cNvPr id="57" name="Straight Arrow Connector 56">
              <a:extLst>
                <a:ext uri="{FF2B5EF4-FFF2-40B4-BE49-F238E27FC236}">
                  <a16:creationId xmlns:a16="http://schemas.microsoft.com/office/drawing/2014/main" id="{96510830-673C-BC07-9517-A072AEEB3EDD}"/>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37D58E9-BC83-A59F-86D9-88C00BDFD44C}"/>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9" name="Group 58">
            <a:extLst>
              <a:ext uri="{FF2B5EF4-FFF2-40B4-BE49-F238E27FC236}">
                <a16:creationId xmlns:a16="http://schemas.microsoft.com/office/drawing/2014/main" id="{5864241E-E195-E59B-C58E-D8B762FB894B}"/>
              </a:ext>
            </a:extLst>
          </p:cNvPr>
          <p:cNvGrpSpPr/>
          <p:nvPr userDrawn="1"/>
        </p:nvGrpSpPr>
        <p:grpSpPr>
          <a:xfrm>
            <a:off x="12257572" y="981075"/>
            <a:ext cx="539998" cy="360363"/>
            <a:chOff x="-520806" y="981075"/>
            <a:chExt cx="539998" cy="360363"/>
          </a:xfrm>
        </p:grpSpPr>
        <p:cxnSp>
          <p:nvCxnSpPr>
            <p:cNvPr id="60" name="Straight Arrow Connector 59">
              <a:extLst>
                <a:ext uri="{FF2B5EF4-FFF2-40B4-BE49-F238E27FC236}">
                  <a16:creationId xmlns:a16="http://schemas.microsoft.com/office/drawing/2014/main" id="{0D6E21D0-4FB2-13EC-3A0D-371DB7895FEF}"/>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D23184C-4F89-B1D0-9127-087533B51F4D}"/>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4"/>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a:solidFill>
                  <a:schemeClr val="accent3">
                    <a:lumMod val="100000"/>
                  </a:schemeClr>
                </a:solidFill>
                <a:latin typeface="+mj-lt"/>
                <a:cs typeface="Arial" panose="020B0604020202020204" pitchFamily="34" charset="0"/>
              </a:rPr>
              <a:t>4</a:t>
            </a: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5"/>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a:solidFill>
                  <a:schemeClr val="accent3">
                    <a:lumMod val="100000"/>
                  </a:schemeClr>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6"/>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7"/>
            </p:custDataLst>
          </p:nvPr>
        </p:nvSpPr>
        <p:spPr>
          <a:xfrm>
            <a:off x="1016318" y="2734004"/>
            <a:ext cx="7106223" cy="307777"/>
          </a:xfrm>
          <a:prstGeom prst="rect">
            <a:avLst/>
          </a:prstGeom>
          <a:noFill/>
        </p:spPr>
        <p:txBody>
          <a:bodyPr wrap="square" rtlCol="0">
            <a:spAutoFit/>
          </a:bodyPr>
          <a:lstStyle/>
          <a:p>
            <a:r>
              <a:rPr lang="en-US" sz="1400" i="1">
                <a:solidFill>
                  <a:schemeClr val="accent3">
                    <a:lumMod val="100000"/>
                  </a:schemeClr>
                </a:solidFill>
                <a:latin typeface="+mn-lt"/>
              </a:rPr>
              <a:t>Slide Title (DO NOT DELETE)</a:t>
            </a:r>
            <a:endParaRPr lang="fr-FR" sz="1400" i="1">
              <a:solidFill>
                <a:schemeClr val="accent3">
                  <a:lumMod val="100000"/>
                </a:schemeClr>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8"/>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accent3">
                    <a:lumMod val="100000"/>
                  </a:schemeClr>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9"/>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accent3">
                    <a:lumMod val="100000"/>
                  </a:schemeClr>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10"/>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a:solidFill>
                  <a:schemeClr val="accent3">
                    <a:lumMod val="100000"/>
                  </a:schemeClr>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1"/>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2"/>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a:solidFill>
                  <a:schemeClr val="accent3">
                    <a:lumMod val="100000"/>
                  </a:schemeClr>
                </a:solidFill>
                <a:latin typeface="+mj-lt"/>
                <a:cs typeface="Arial" panose="020B0604020202020204" pitchFamily="34" charset="0"/>
              </a:rPr>
              <a:t>Section Title (DO NOT DELETE)</a:t>
            </a:r>
          </a:p>
        </p:txBody>
      </p:sp>
      <p:sp>
        <p:nvSpPr>
          <p:cNvPr id="2" name="Rectangle 1">
            <a:extLst>
              <a:ext uri="{FF2B5EF4-FFF2-40B4-BE49-F238E27FC236}">
                <a16:creationId xmlns:a16="http://schemas.microsoft.com/office/drawing/2014/main" id="{E1EAFFBF-C21C-5796-6F09-067D83988110}"/>
              </a:ext>
            </a:extLst>
          </p:cNvPr>
          <p:cNvSpPr/>
          <p:nvPr userDrawn="1">
            <p:custDataLst>
              <p:tags r:id="rId13"/>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111967449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ZoneTexte 25">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2049869" y="1531597"/>
            <a:ext cx="11979281" cy="1737697"/>
          </a:xfrm>
          <a:prstGeom prst="rect">
            <a:avLst/>
          </a:prstGeom>
          <a:noFill/>
        </p:spPr>
        <p:txBody>
          <a:bodyPr vert="horz" wrap="square" lIns="0" tIns="864000" rIns="0" bIns="0" rtlCol="0">
            <a:noAutofit/>
          </a:bodyPr>
          <a:lstStyle/>
          <a:p>
            <a:pPr>
              <a:lnSpc>
                <a:spcPct val="70000"/>
              </a:lnSpc>
            </a:pPr>
            <a:r>
              <a:rPr lang="en-US" sz="6600">
                <a:solidFill>
                  <a:schemeClr val="accent3">
                    <a:lumMod val="100000"/>
                  </a:schemeClr>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443872" y="4911884"/>
            <a:ext cx="9720000" cy="276999"/>
          </a:xfrm>
          <a:prstGeom prst="rect">
            <a:avLst/>
          </a:prstGeom>
          <a:noFill/>
        </p:spPr>
        <p:txBody>
          <a:bodyPr vert="horz" wrap="square" lIns="0" tIns="0" rIns="0" bIns="0" rtlCol="0" anchor="t" anchorCtr="0">
            <a:noAutofit/>
          </a:bodyPr>
          <a:lstStyle/>
          <a:p>
            <a:r>
              <a:rPr lang="fr-FR" sz="1200" i="0">
                <a:solidFill>
                  <a:schemeClr val="accent3">
                    <a:lumMod val="100000"/>
                  </a:schemeClr>
                </a:solidFill>
                <a:latin typeface="Arial" panose="020B0604020202020204" pitchFamily="34" charset="0"/>
              </a:rPr>
              <a:t>A</a:t>
            </a:r>
          </a:p>
        </p:txBody>
      </p:sp>
      <p:sp>
        <p:nvSpPr>
          <p:cNvPr id="14" name="ZoneTexte 14">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7414762" y="4911884"/>
            <a:ext cx="558000" cy="276999"/>
          </a:xfrm>
          <a:prstGeom prst="rect">
            <a:avLst/>
          </a:prstGeom>
          <a:noFill/>
        </p:spPr>
        <p:txBody>
          <a:bodyPr vert="horz" wrap="square" lIns="0" tIns="0" rIns="0" bIns="0" rtlCol="0" anchor="t" anchorCtr="0">
            <a:noAutofit/>
          </a:bodyPr>
          <a:lstStyle/>
          <a:p>
            <a:pPr algn="ctr"/>
            <a:r>
              <a:rPr lang="fr-FR" sz="1200" i="0">
                <a:solidFill>
                  <a:schemeClr val="accent3">
                    <a:lumMod val="100000"/>
                  </a:schemeClr>
                </a:solidFill>
                <a:latin typeface="Arial" panose="020B0604020202020204" pitchFamily="34" charset="0"/>
              </a:rPr>
              <a:t>1</a:t>
            </a:r>
          </a:p>
        </p:txBody>
      </p:sp>
      <p:sp>
        <p:nvSpPr>
          <p:cNvPr id="15" name="Rectangle 14">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2064471" y="1083732"/>
            <a:ext cx="7305160" cy="4996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TextBox 6">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69342" y="3941700"/>
            <a:ext cx="932742" cy="323610"/>
          </a:xfrm>
          <a:prstGeom prst="rect">
            <a:avLst/>
          </a:prstGeom>
          <a:noFill/>
          <a:ln w="9525">
            <a:noFill/>
            <a:miter lim="800000"/>
            <a:headEnd/>
            <a:tailEnd/>
          </a:ln>
        </p:spPr>
        <p:txBody>
          <a:bodyPr wrap="non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accent3">
                    <a:lumMod val="100000"/>
                  </a:schemeClr>
                </a:solidFill>
                <a:latin typeface="+mj-lt"/>
              </a:rPr>
              <a:t>1.1</a:t>
            </a:r>
          </a:p>
        </p:txBody>
      </p:sp>
      <p:sp>
        <p:nvSpPr>
          <p:cNvPr id="18" name="ZoneTexte 31">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2115845" y="3899141"/>
            <a:ext cx="9085555" cy="323610"/>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a:solidFill>
                  <a:schemeClr val="accent3">
                    <a:lumMod val="100000"/>
                  </a:schemeClr>
                </a:solidFill>
                <a:effectLst/>
                <a:latin typeface="+mn-lt"/>
              </a:rPr>
              <a:t>A</a:t>
            </a:r>
          </a:p>
        </p:txBody>
      </p:sp>
      <p:sp>
        <p:nvSpPr>
          <p:cNvPr id="19" name="ZoneTexte 32">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6295994" y="4112884"/>
            <a:ext cx="72000" cy="36000"/>
          </a:xfrm>
          <a:prstGeom prst="rect">
            <a:avLst/>
          </a:prstGeom>
          <a:noFill/>
        </p:spPr>
        <p:txBody>
          <a:bodyPr vert="horz" wrap="none" lIns="0" tIns="0" rIns="0" bIns="0" rtlCol="0" anchor="ctr" anchorCtr="0">
            <a:noAutofit/>
          </a:bodyPr>
          <a:lstStyle/>
          <a:p>
            <a:pPr algn="ctr"/>
            <a:r>
              <a:rPr lang="fr-FR" sz="100">
                <a:noFill/>
                <a:latin typeface="+mj-lt"/>
              </a:rPr>
              <a:t>4</a:t>
            </a:r>
          </a:p>
        </p:txBody>
      </p:sp>
      <p:sp>
        <p:nvSpPr>
          <p:cNvPr id="20" name="ZoneTexte 33">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755387" y="3941699"/>
            <a:ext cx="45719" cy="349009"/>
          </a:xfrm>
          <a:prstGeom prst="rect">
            <a:avLst/>
          </a:prstGeom>
          <a:noFill/>
        </p:spPr>
        <p:txBody>
          <a:bodyPr vert="horz" wrap="square" lIns="0" tIns="0" rIns="0" bIns="0" rtlCol="0" anchor="t" anchorCtr="0">
            <a:noAutofit/>
          </a:bodyPr>
          <a:lstStyle/>
          <a:p>
            <a:pPr marL="0" indent="0" algn="r">
              <a:buFont typeface="Arial" panose="020B0604020202020204" pitchFamily="34" charset="0"/>
              <a:buNone/>
            </a:pPr>
            <a:r>
              <a:rPr lang="fr-FR" sz="1200">
                <a:solidFill>
                  <a:schemeClr val="accent3">
                    <a:lumMod val="100000"/>
                  </a:schemeClr>
                </a:solidFill>
                <a:effectLst/>
                <a:latin typeface="+mn-lt"/>
              </a:rPr>
              <a:t>5</a:t>
            </a:r>
          </a:p>
        </p:txBody>
      </p:sp>
      <p:sp>
        <p:nvSpPr>
          <p:cNvPr id="23" name="TextBox 22">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64327" y="1372635"/>
            <a:ext cx="609169" cy="1380374"/>
          </a:xfrm>
          <a:prstGeom prst="rect">
            <a:avLst/>
          </a:prstGeom>
        </p:spPr>
        <p:txBody>
          <a:bodyPr vert="horz" wrap="square" lIns="0" tIns="774000" rIns="0" bIns="0" rtlCol="0" anchor="t" anchorCtr="0">
            <a:noAutofit/>
          </a:bodyPr>
          <a:lstStyle/>
          <a:p>
            <a:pPr algn="l">
              <a:lnSpc>
                <a:spcPct val="80000"/>
              </a:lnSpc>
              <a:spcAft>
                <a:spcPts val="600"/>
              </a:spcAft>
            </a:pPr>
            <a:r>
              <a:rPr lang="en-GB" sz="6600" b="1">
                <a:solidFill>
                  <a:schemeClr val="accent3">
                    <a:lumMod val="100000"/>
                  </a:schemeClr>
                </a:solidFill>
                <a:latin typeface="+mj-lt"/>
              </a:rPr>
              <a:t>01</a:t>
            </a:r>
          </a:p>
        </p:txBody>
      </p:sp>
      <p:sp>
        <p:nvSpPr>
          <p:cNvPr id="3" name="Rectangle 2">
            <a:extLst>
              <a:ext uri="{FF2B5EF4-FFF2-40B4-BE49-F238E27FC236}">
                <a16:creationId xmlns:a16="http://schemas.microsoft.com/office/drawing/2014/main" id="{5B81D254-5B9A-953E-59A8-B53963ED68D7}"/>
              </a:ext>
            </a:extLst>
          </p:cNvPr>
          <p:cNvSpPr>
            <a:spLocks/>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34505396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Storag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924997-C52B-CD42-804F-8E3E392F075B}"/>
              </a:ext>
            </a:extLst>
          </p:cNvPr>
          <p:cNvSpPr>
            <a:spLocks/>
          </p:cNvSpPr>
          <p:nvPr userDrawn="1"/>
        </p:nvSpPr>
        <p:spPr>
          <a:xfrm>
            <a:off x="0" y="0"/>
            <a:ext cx="12192000" cy="6858000"/>
          </a:xfrm>
          <a:prstGeom prst="rect">
            <a:avLst/>
          </a:prstGeom>
          <a:solidFill>
            <a:srgbClr val="ACEAF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4" name="Isosceles Triangle 3">
            <a:extLst>
              <a:ext uri="{FF2B5EF4-FFF2-40B4-BE49-F238E27FC236}">
                <a16:creationId xmlns:a16="http://schemas.microsoft.com/office/drawing/2014/main" id="{01E98122-0158-5B24-6B7A-4C1AF61DB836}"/>
              </a:ext>
            </a:extLst>
          </p:cNvPr>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736347E8-9428-24B6-B6CB-5115F04FED74}"/>
              </a:ext>
            </a:extLst>
          </p:cNvPr>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D5B042E-0BD4-238F-C25B-522F293899EA}"/>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B980D47-D2A2-6D2F-278D-7D0343A09A30}"/>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7005B2EA-E427-20DB-75D5-B52244C6B15F}"/>
              </a:ext>
            </a:extLst>
          </p:cNvPr>
          <p:cNvPicPr>
            <a:picLocks noChangeAspect="1"/>
          </p:cNvPicPr>
          <p:nvPr userDrawn="1"/>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61584DF9-633D-DF0E-6998-2E4CC11B509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0" name="Rectangle 9">
            <a:extLst>
              <a:ext uri="{FF2B5EF4-FFF2-40B4-BE49-F238E27FC236}">
                <a16:creationId xmlns:a16="http://schemas.microsoft.com/office/drawing/2014/main" id="{384D3B19-868D-798A-E3D1-68D949BAC28A}"/>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1" name="Rectangle 10">
            <a:extLst>
              <a:ext uri="{FF2B5EF4-FFF2-40B4-BE49-F238E27FC236}">
                <a16:creationId xmlns:a16="http://schemas.microsoft.com/office/drawing/2014/main" id="{CD3CBE70-1256-42FF-1E38-2EE23D860231}"/>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2" name="Rectangle 11">
            <a:extLst>
              <a:ext uri="{FF2B5EF4-FFF2-40B4-BE49-F238E27FC236}">
                <a16:creationId xmlns:a16="http://schemas.microsoft.com/office/drawing/2014/main" id="{17A45879-679F-E9EE-AD4E-DD26AF4869AA}"/>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21" name="Rectangle 20">
            <a:extLst>
              <a:ext uri="{FF2B5EF4-FFF2-40B4-BE49-F238E27FC236}">
                <a16:creationId xmlns:a16="http://schemas.microsoft.com/office/drawing/2014/main" id="{045E4856-C652-7D18-ACCC-21D4D4732363}"/>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22" name="Rectangle 21">
            <a:extLst>
              <a:ext uri="{FF2B5EF4-FFF2-40B4-BE49-F238E27FC236}">
                <a16:creationId xmlns:a16="http://schemas.microsoft.com/office/drawing/2014/main" id="{D3D3967B-66A4-E52F-EB2A-373A2CD1BA1E}"/>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23" name="Rectangle 22">
            <a:extLst>
              <a:ext uri="{FF2B5EF4-FFF2-40B4-BE49-F238E27FC236}">
                <a16:creationId xmlns:a16="http://schemas.microsoft.com/office/drawing/2014/main" id="{5C38AB6F-195A-147D-3E8A-4E26941BEB48}"/>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24" name="Rectangle 23">
            <a:extLst>
              <a:ext uri="{FF2B5EF4-FFF2-40B4-BE49-F238E27FC236}">
                <a16:creationId xmlns:a16="http://schemas.microsoft.com/office/drawing/2014/main" id="{9AD8FB87-439D-0886-76D7-72171C361968}"/>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5" name="Group 24">
            <a:extLst>
              <a:ext uri="{FF2B5EF4-FFF2-40B4-BE49-F238E27FC236}">
                <a16:creationId xmlns:a16="http://schemas.microsoft.com/office/drawing/2014/main" id="{9A07727A-2678-5B58-74FF-38D33C7107D7}"/>
              </a:ext>
            </a:extLst>
          </p:cNvPr>
          <p:cNvGrpSpPr/>
          <p:nvPr userDrawn="1"/>
        </p:nvGrpSpPr>
        <p:grpSpPr>
          <a:xfrm>
            <a:off x="985838" y="6975139"/>
            <a:ext cx="10223500" cy="230049"/>
            <a:chOff x="985838" y="6975139"/>
            <a:chExt cx="10223500" cy="230049"/>
          </a:xfrm>
        </p:grpSpPr>
        <p:cxnSp>
          <p:nvCxnSpPr>
            <p:cNvPr id="26" name="Straight Arrow Connector 25">
              <a:extLst>
                <a:ext uri="{FF2B5EF4-FFF2-40B4-BE49-F238E27FC236}">
                  <a16:creationId xmlns:a16="http://schemas.microsoft.com/office/drawing/2014/main" id="{F4525FDC-DD99-A713-848A-5456F1F14245}"/>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70BCA21-15D1-2C5D-4089-C03FEF3E8D57}"/>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8" name="Group 27">
            <a:extLst>
              <a:ext uri="{FF2B5EF4-FFF2-40B4-BE49-F238E27FC236}">
                <a16:creationId xmlns:a16="http://schemas.microsoft.com/office/drawing/2014/main" id="{B071ADB9-E625-4651-B169-7B18D83CAC80}"/>
              </a:ext>
            </a:extLst>
          </p:cNvPr>
          <p:cNvGrpSpPr/>
          <p:nvPr userDrawn="1"/>
        </p:nvGrpSpPr>
        <p:grpSpPr>
          <a:xfrm>
            <a:off x="0" y="7255521"/>
            <a:ext cx="12192000" cy="230049"/>
            <a:chOff x="0" y="7255521"/>
            <a:chExt cx="12192000" cy="230049"/>
          </a:xfrm>
        </p:grpSpPr>
        <p:cxnSp>
          <p:nvCxnSpPr>
            <p:cNvPr id="29" name="Straight Arrow Connector 28">
              <a:extLst>
                <a:ext uri="{FF2B5EF4-FFF2-40B4-BE49-F238E27FC236}">
                  <a16:creationId xmlns:a16="http://schemas.microsoft.com/office/drawing/2014/main" id="{9AAC934D-1814-3820-BD3A-9DF287005FD5}"/>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9BCFCE2-EE3D-37B2-D027-4B872CC023FF}"/>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32" name="Group 31">
            <a:extLst>
              <a:ext uri="{FF2B5EF4-FFF2-40B4-BE49-F238E27FC236}">
                <a16:creationId xmlns:a16="http://schemas.microsoft.com/office/drawing/2014/main" id="{E75D7525-8A39-C389-137E-8D05B6C2EC67}"/>
              </a:ext>
            </a:extLst>
          </p:cNvPr>
          <p:cNvGrpSpPr>
            <a:grpSpLocks/>
          </p:cNvGrpSpPr>
          <p:nvPr userDrawn="1"/>
        </p:nvGrpSpPr>
        <p:grpSpPr>
          <a:xfrm>
            <a:off x="982800" y="7491081"/>
            <a:ext cx="4930775" cy="230049"/>
            <a:chOff x="985838" y="7724761"/>
            <a:chExt cx="4930775" cy="230049"/>
          </a:xfrm>
        </p:grpSpPr>
        <p:cxnSp>
          <p:nvCxnSpPr>
            <p:cNvPr id="33" name="Straight Arrow Connector 32">
              <a:extLst>
                <a:ext uri="{FF2B5EF4-FFF2-40B4-BE49-F238E27FC236}">
                  <a16:creationId xmlns:a16="http://schemas.microsoft.com/office/drawing/2014/main" id="{DBA312E7-2568-0A83-48EB-3E902565C26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3C4DAE5-22DA-82EE-7C62-81D84705D4F5}"/>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5" name="Group 34">
            <a:extLst>
              <a:ext uri="{FF2B5EF4-FFF2-40B4-BE49-F238E27FC236}">
                <a16:creationId xmlns:a16="http://schemas.microsoft.com/office/drawing/2014/main" id="{6512D980-CBB8-8EDB-3FAC-C07A20CE3DDC}"/>
              </a:ext>
            </a:extLst>
          </p:cNvPr>
          <p:cNvGrpSpPr>
            <a:grpSpLocks/>
          </p:cNvGrpSpPr>
          <p:nvPr userDrawn="1"/>
        </p:nvGrpSpPr>
        <p:grpSpPr>
          <a:xfrm>
            <a:off x="6274800" y="7491081"/>
            <a:ext cx="4930775" cy="230049"/>
            <a:chOff x="985838" y="7724761"/>
            <a:chExt cx="4930775" cy="230049"/>
          </a:xfrm>
        </p:grpSpPr>
        <p:cxnSp>
          <p:nvCxnSpPr>
            <p:cNvPr id="36" name="Straight Arrow Connector 35">
              <a:extLst>
                <a:ext uri="{FF2B5EF4-FFF2-40B4-BE49-F238E27FC236}">
                  <a16:creationId xmlns:a16="http://schemas.microsoft.com/office/drawing/2014/main" id="{002EFF24-4C99-C3B8-5F8D-06705AFAA82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864F0B4-A3B9-E77A-2417-24DDD5432576}"/>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8" name="Group 37">
            <a:extLst>
              <a:ext uri="{FF2B5EF4-FFF2-40B4-BE49-F238E27FC236}">
                <a16:creationId xmlns:a16="http://schemas.microsoft.com/office/drawing/2014/main" id="{2691BDF9-25AF-F6AA-6F23-FA0F92208D4D}"/>
              </a:ext>
            </a:extLst>
          </p:cNvPr>
          <p:cNvGrpSpPr/>
          <p:nvPr userDrawn="1"/>
        </p:nvGrpSpPr>
        <p:grpSpPr>
          <a:xfrm>
            <a:off x="12750953" y="0"/>
            <a:ext cx="230051" cy="6858000"/>
            <a:chOff x="-1090386" y="0"/>
            <a:chExt cx="230051" cy="6858000"/>
          </a:xfrm>
        </p:grpSpPr>
        <p:cxnSp>
          <p:nvCxnSpPr>
            <p:cNvPr id="39" name="Straight Arrow Connector 38">
              <a:extLst>
                <a:ext uri="{FF2B5EF4-FFF2-40B4-BE49-F238E27FC236}">
                  <a16:creationId xmlns:a16="http://schemas.microsoft.com/office/drawing/2014/main" id="{8E517DBB-5EDF-1321-43CC-EBD861DA274A}"/>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A3424B3-1497-D174-4277-407093C8B994}"/>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en-US" sz="6000">
                <a:solidFill>
                  <a:schemeClr val="accent3">
                    <a:lumMod val="100000"/>
                  </a:schemeClr>
                </a:solidFill>
                <a:latin typeface="+mj-lt"/>
              </a:rPr>
              <a:t>Subsection Title (DO NOT DELETE)</a:t>
            </a:r>
            <a:endParaRPr lang="fr-FR" sz="6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en-US" sz="6000">
                <a:solidFill>
                  <a:schemeClr val="accent3">
                    <a:lumMod val="100000"/>
                  </a:schemeClr>
                </a:solidFill>
                <a:latin typeface="+mj-lt"/>
              </a:rPr>
              <a:t>Section Title (DO NOT DELETE)</a:t>
            </a:r>
            <a:endParaRPr lang="fr-FR" sz="6000">
              <a:solidFill>
                <a:schemeClr val="accent3">
                  <a:lumMod val="100000"/>
                </a:schemeClr>
              </a:solidFill>
              <a:latin typeface="+mj-lt"/>
            </a:endParaRP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en-US" sz="1200" i="0">
                <a:solidFill>
                  <a:schemeClr val="accent3">
                    <a:lumMod val="100000"/>
                  </a:schemeClr>
                </a:solidFill>
                <a:latin typeface="Arial" panose="020B0604020202020204" pitchFamily="34" charset="0"/>
              </a:rPr>
              <a:t>Slide Title (DO NOT DELETE)</a:t>
            </a:r>
            <a:endParaRPr lang="fr-FR" sz="1200" i="0">
              <a:solidFill>
                <a:schemeClr val="accent3">
                  <a:lumMod val="100000"/>
                </a:schemeClr>
              </a:solidFill>
              <a:latin typeface="Arial" panose="020B0604020202020204" pitchFamily="34" charset="0"/>
            </a:endParaRP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rPr>
              <a:t>Workspace (DO NOT DELETE): this shape delimits the vertical space where UpSlide will draw the Agenda.</a:t>
            </a:r>
            <a:endParaRPr lang="en-GB">
              <a:solidFill>
                <a:srgbClr val="000000"/>
              </a:solidFill>
            </a:endParaRPr>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sp>
        <p:nvSpPr>
          <p:cNvPr id="41" name="Rectangle 40">
            <a:extLst>
              <a:ext uri="{FF2B5EF4-FFF2-40B4-BE49-F238E27FC236}">
                <a16:creationId xmlns:a16="http://schemas.microsoft.com/office/drawing/2014/main" id="{93E9DC50-3B11-BA63-47B9-2C1BA6A7534E}"/>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25343655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accent3">
                    <a:lumMod val="100000"/>
                  </a:schemeClr>
                </a:solidFill>
              </a:rPr>
              <a:t>&lt;%SECTIONNAME%&gt;&lt;%SPACEIFINSUBSEC%&gt;&lt;%TIRETIFINSUBSEC%&gt;&lt;%SPACEIFINSUBSEC%&gt;&lt;%SUBSECTIONNAME%&gt;</a:t>
            </a:r>
            <a:endParaRPr lang="en-GB" sz="1200" b="1">
              <a:solidFill>
                <a:schemeClr val="accent3">
                  <a:lumMod val="100000"/>
                </a:schemeClr>
              </a:solidFill>
            </a:endParaRPr>
          </a:p>
        </p:txBody>
      </p:sp>
      <p:sp>
        <p:nvSpPr>
          <p:cNvPr id="3" name="Rectangle 2">
            <a:extLst>
              <a:ext uri="{FF2B5EF4-FFF2-40B4-BE49-F238E27FC236}">
                <a16:creationId xmlns:a16="http://schemas.microsoft.com/office/drawing/2014/main" id="{E06DE45B-2484-D326-8719-0097EAA005DC}"/>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36659683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5" name="Other Sections" descr="{&#10;  &quot;MinimumUpSlideVersion&quot;: &quot;6.7.4.0&quot;,&#10;  &quot;DisplayMode&quot;: &quot;SectionsOnly&quot;&#10;}">
            <a:extLst>
              <a:ext uri="{FF2B5EF4-FFF2-40B4-BE49-F238E27FC236}">
                <a16:creationId xmlns:a16="http://schemas.microsoft.com/office/drawing/2014/main" id="{0BB4E062-AF4D-F879-73A8-63796DF5A187}"/>
              </a:ext>
            </a:extLst>
          </p:cNvPr>
          <p:cNvSpPr>
            <a:spLocks/>
          </p:cNvSpPr>
          <p:nvPr userDrawn="1"/>
        </p:nvSpPr>
        <p:spPr>
          <a:xfrm>
            <a:off x="982800" y="179436"/>
            <a:ext cx="68882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p>
            <a:pPr lvl="0"/>
            <a:r>
              <a:rPr lang="en-US" sz="800">
                <a:solidFill>
                  <a:schemeClr val="bg2">
                    <a:lumMod val="75000"/>
                  </a:schemeClr>
                </a:solidFill>
                <a:latin typeface="Arial" panose="020B0604020202020204" pitchFamily="34" charset="0"/>
                <a:cs typeface="Arial" panose="020B0604020202020204" pitchFamily="34" charset="0"/>
              </a:rPr>
              <a:t>Non-current</a:t>
            </a:r>
          </a:p>
        </p:txBody>
      </p:sp>
      <p:sp>
        <p:nvSpPr>
          <p:cNvPr id="6" name="Current Section">
            <a:extLst>
              <a:ext uri="{FF2B5EF4-FFF2-40B4-BE49-F238E27FC236}">
                <a16:creationId xmlns:a16="http://schemas.microsoft.com/office/drawing/2014/main" id="{74B50694-C3B2-9827-9FDF-0D5742FDE53E}"/>
              </a:ext>
            </a:extLst>
          </p:cNvPr>
          <p:cNvSpPr>
            <a:spLocks/>
          </p:cNvSpPr>
          <p:nvPr userDrawn="1"/>
        </p:nvSpPr>
        <p:spPr>
          <a:xfrm>
            <a:off x="1671625" y="179436"/>
            <a:ext cx="515700"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10800" rIns="72000" bIns="10800" numCol="1" spcCol="0" rtlCol="0" fromWordArt="0" anchor="ctr" anchorCtr="0" forceAA="0" compatLnSpc="1">
            <a:prstTxWarp prst="textNoShape">
              <a:avLst/>
            </a:prstTxWarp>
            <a:spAutoFit/>
          </a:bodyPr>
          <a:lstStyle/>
          <a:p>
            <a:pPr lvl="0"/>
            <a:r>
              <a:rPr lang="en-US" sz="800" b="1">
                <a:solidFill>
                  <a:schemeClr val="accent3">
                    <a:lumMod val="100000"/>
                  </a:schemeClr>
                </a:solidFill>
                <a:latin typeface="Arial" panose="020B0604020202020204" pitchFamily="34" charset="0"/>
                <a:cs typeface="Arial" panose="020B0604020202020204" pitchFamily="34" charset="0"/>
              </a:rPr>
              <a:t>Current</a:t>
            </a:r>
          </a:p>
        </p:txBody>
      </p:sp>
      <p:sp>
        <p:nvSpPr>
          <p:cNvPr id="4" name="Rectangle 3">
            <a:extLst>
              <a:ext uri="{FF2B5EF4-FFF2-40B4-BE49-F238E27FC236}">
                <a16:creationId xmlns:a16="http://schemas.microsoft.com/office/drawing/2014/main" id="{A678C9ED-4021-D124-FC68-6DB54A0C42E7}"/>
              </a:ext>
            </a:extLst>
          </p:cNvPr>
          <p:cNvSpPr>
            <a:spLocks/>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4292847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UpSlide_Section Divider_DO NOT delete">
    <p:bg>
      <p:bgPr>
        <a:solidFill>
          <a:srgbClr val="0C233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7061787" cy="4546600"/>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ADE63953-21BF-6AA9-FD7C-6A3840E2323D}"/>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4" name="Rectangle 13">
            <a:extLst>
              <a:ext uri="{FF2B5EF4-FFF2-40B4-BE49-F238E27FC236}">
                <a16:creationId xmlns:a16="http://schemas.microsoft.com/office/drawing/2014/main" id="{0E5A3E1C-E2AB-0D0E-539C-7904959FF5B7}"/>
              </a:ext>
            </a:extLst>
          </p:cNvPr>
          <p:cNvSpPr>
            <a:spLocks/>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21505416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tags" Target="../tags/tag2.xml"/><Relationship Id="rId29" Type="http://schemas.openxmlformats.org/officeDocument/2006/relationships/tags" Target="../tags/tag3.xml"/><Relationship Id="rId30" Type="http://schemas.openxmlformats.org/officeDocument/2006/relationships/tags" Target="../tags/tag4.xml"/><Relationship Id="rId31" Type="http://schemas.openxmlformats.org/officeDocument/2006/relationships/oleObject" Target="../embeddings/oleObject1.bin"/><Relationship Id="rId32" Type="http://schemas.openxmlformats.org/officeDocument/2006/relationships/image" Target="../media/image1.emf"/><Relationship Id="rId34" Type="http://schemas.openxmlformats.org/officeDocument/2006/relationships/image" Target="../media/image2.png"/><Relationship Id="rId35"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theme" Target="../theme/theme2.xml"/><Relationship Id="rId8" Type="http://schemas.openxmlformats.org/officeDocument/2006/relationships/tags" Target="../tags/tag31.xml"/><Relationship Id="rId9" Type="http://schemas.openxmlformats.org/officeDocument/2006/relationships/oleObject" Target="../embeddings/oleObject20.bin"/><Relationship Id="rId1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13DB1CBB-85BD-5B06-A5A9-A78152A63EAD}"/>
              </a:ext>
            </a:extLst>
          </p:cNvPr>
          <p:cNvGraphicFramePr>
            <a:graphicFrameLocks noChangeAspect="1"/>
          </p:cNvGraphicFramePr>
          <p:nvPr userDrawn="1">
            <p:custDataLst>
              <p:tags r:id="rId28"/>
            </p:custDataLst>
            <p:extLst>
              <p:ext uri="{D42A27DB-BD31-4B8C-83A1-F6EECF244321}">
                <p14:modId xmlns:p14="http://schemas.microsoft.com/office/powerpoint/2010/main" val="808804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73" imgH="476" progId="TCLayout.ActiveDocument.1">
                  <p:embed/>
                </p:oleObj>
              </mc:Choice>
              <mc:Fallback>
                <p:oleObj name="think-cell Slide" r:id="rId31" imgW="473" imgH="476" progId="TCLayout.ActiveDocument.1">
                  <p:embed/>
                  <p:pic>
                    <p:nvPicPr>
                      <p:cNvPr id="16" name="think-cell data - do not delete" hidden="1">
                        <a:extLst>
                          <a:ext uri="{FF2B5EF4-FFF2-40B4-BE49-F238E27FC236}">
                            <a16:creationId xmlns:a16="http://schemas.microsoft.com/office/drawing/2014/main" id="{13DB1CBB-85BD-5B06-A5A9-A78152A63EAD}"/>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82801" y="442800"/>
            <a:ext cx="10224000"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82799" y="1342800"/>
            <a:ext cx="10224000" cy="4536000"/>
          </a:xfrm>
          <a:prstGeom prst="rect">
            <a:avLst/>
          </a:prstGeom>
        </p:spPr>
        <p:txBody>
          <a:bodyPr vert="horz" lIns="36000" tIns="36000" rIns="36000" bIns="3600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rgbClr val="0C233C"/>
                </a:solidFill>
                <a:latin typeface="+mn-lt"/>
                <a:ea typeface="Arial"/>
                <a:cs typeface="Arial" panose="020B0604020202020204" pitchFamily="34" charset="0"/>
              </a:rPr>
              <a:pPr algn="r"/>
              <a:t>‹#›</a:t>
            </a:fld>
            <a:endParaRPr lang="en-GB" sz="1000">
              <a:solidFill>
                <a:srgbClr val="0C233C"/>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29"/>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6509009" cy="184666"/>
          </a:xfrm>
          <a:prstGeom prst="rect">
            <a:avLst/>
          </a:prstGeom>
          <a:noFill/>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Advisory (Hong Kong) Limited, a limited liability company in Hong Kong and a member firm of the KPMG global </a:t>
            </a:r>
            <a:r>
              <a:rPr lang="en-US" sz="600" kern="1200" noProof="0" err="1">
                <a:solidFill>
                  <a:schemeClr val="bg1">
                    <a:lumMod val="65000"/>
                  </a:schemeClr>
                </a:solidFill>
                <a:latin typeface="+mn-lt"/>
                <a:ea typeface="+mn-ea"/>
                <a:cs typeface="+mn-cs"/>
              </a:rPr>
              <a:t>organisation</a:t>
            </a:r>
            <a:r>
              <a:rPr lang="en-US" sz="600" kern="1200" noProof="0">
                <a:solidFill>
                  <a:schemeClr val="bg1">
                    <a:lumMod val="65000"/>
                  </a:schemeClr>
                </a:solidFill>
                <a:latin typeface="+mn-lt"/>
                <a:ea typeface="+mn-ea"/>
                <a:cs typeface="+mn-cs"/>
              </a:rPr>
              <a:t> of independent member firms affiliated with KPMG International Limited ("KPMG International"), a private English company limited by guarantee.  All rights reserved. Printed in Hong Kong.</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a:spLocks/>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C233C"/>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a:spLocks noGrp="1" noRot="1" noMove="1" noResize="1" noEditPoints="1" noAdjustHandles="1" noChangeArrowheads="1" noChangeShapeType="1"/>
          </p:cNvSpPr>
          <p:nvPr userDrawn="1"/>
        </p:nvSpPr>
        <p:spPr>
          <a:xfrm rot="5400000">
            <a:off x="11914569"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a:spLocks noGrp="1" noRot="1" noMove="1" noResize="1" noEditPoints="1" noAdjustHandles="1" noChangeArrowheads="1" noChangeShapeType="1"/>
          </p:cNvSpPr>
          <p:nvPr userDrawn="1"/>
        </p:nvSpPr>
        <p:spPr>
          <a:xfrm rot="16200000" flipH="1">
            <a:off x="11352448"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noGrp="1" noRot="1" noMove="1" noResize="1" noEditPoints="1" noAdjustHandles="1" noChangeArrowheads="1" noChangeShapeType="1"/>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noGrp="1" noRot="1" noMove="1" noResize="1" noEditPoints="1" noAdjustHandles="1" noChangeArrowheads="1" noChangeShapeType="1"/>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31F1188E-F8DE-4338-11B6-756CB25D0407}"/>
              </a:ext>
            </a:extLst>
          </p:cNvPr>
          <p:cNvPicPr>
            <a:picLocks noGrp="1" noRot="1" noChangeAspect="1" noMove="1" noResize="1" noEditPoints="1" noAdjustHandles="1" noChangeArrowheads="1" noChangeShapeType="1" noCrop="1"/>
          </p:cNvPicPr>
          <p:nvPr userDrawn="1"/>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11571850" y="134089"/>
            <a:ext cx="222478" cy="222478"/>
          </a:xfrm>
          <a:prstGeom prst="rect">
            <a:avLst/>
          </a:prstGeom>
        </p:spPr>
      </p:pic>
      <p:sp>
        <p:nvSpPr>
          <p:cNvPr id="17" name="Rectangle 16">
            <a:extLst>
              <a:ext uri="{FF2B5EF4-FFF2-40B4-BE49-F238E27FC236}">
                <a16:creationId xmlns:a16="http://schemas.microsoft.com/office/drawing/2014/main" id="{B421792E-5C1E-7314-08AD-045AB494AB32}"/>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EE21E340-D893-0CD9-9025-281C162241C7}"/>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9" name="Rectangle 18">
            <a:extLst>
              <a:ext uri="{FF2B5EF4-FFF2-40B4-BE49-F238E27FC236}">
                <a16:creationId xmlns:a16="http://schemas.microsoft.com/office/drawing/2014/main" id="{8F94D156-958D-9ED2-865A-12CD46259D1F}"/>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20" name="Rectangle 19">
            <a:extLst>
              <a:ext uri="{FF2B5EF4-FFF2-40B4-BE49-F238E27FC236}">
                <a16:creationId xmlns:a16="http://schemas.microsoft.com/office/drawing/2014/main" id="{2D1E2CFF-8B28-7F37-146B-D17F5F846E49}"/>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21" name="Rectangle 20">
            <a:extLst>
              <a:ext uri="{FF2B5EF4-FFF2-40B4-BE49-F238E27FC236}">
                <a16:creationId xmlns:a16="http://schemas.microsoft.com/office/drawing/2014/main" id="{02E8A248-B071-2E49-AFC0-B739AD71440D}"/>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22" name="Rectangle 21">
            <a:extLst>
              <a:ext uri="{FF2B5EF4-FFF2-40B4-BE49-F238E27FC236}">
                <a16:creationId xmlns:a16="http://schemas.microsoft.com/office/drawing/2014/main" id="{33FF4B77-C8AA-6A04-4A09-A0CA3FB308E4}"/>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23" name="Rectangle 22">
            <a:extLst>
              <a:ext uri="{FF2B5EF4-FFF2-40B4-BE49-F238E27FC236}">
                <a16:creationId xmlns:a16="http://schemas.microsoft.com/office/drawing/2014/main" id="{72E2A4B1-C7DA-1EE6-AED7-E17CBD2C2263}"/>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4" name="Group 23">
            <a:extLst>
              <a:ext uri="{FF2B5EF4-FFF2-40B4-BE49-F238E27FC236}">
                <a16:creationId xmlns:a16="http://schemas.microsoft.com/office/drawing/2014/main" id="{696FB6D5-55F9-5C50-0397-79F5E323A3F3}"/>
              </a:ext>
            </a:extLst>
          </p:cNvPr>
          <p:cNvGrpSpPr/>
          <p:nvPr userDrawn="1"/>
        </p:nvGrpSpPr>
        <p:grpSpPr>
          <a:xfrm>
            <a:off x="985838" y="6975139"/>
            <a:ext cx="10223500" cy="230049"/>
            <a:chOff x="985838" y="6975139"/>
            <a:chExt cx="10223500" cy="230049"/>
          </a:xfrm>
        </p:grpSpPr>
        <p:cxnSp>
          <p:nvCxnSpPr>
            <p:cNvPr id="25" name="Straight Arrow Connector 24">
              <a:extLst>
                <a:ext uri="{FF2B5EF4-FFF2-40B4-BE49-F238E27FC236}">
                  <a16:creationId xmlns:a16="http://schemas.microsoft.com/office/drawing/2014/main" id="{D2AE095D-53C5-B9A9-68F4-9C64821FB195}"/>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9512CF9-CB17-70F9-6074-BB5F97C99B9D}"/>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7" name="Group 26">
            <a:extLst>
              <a:ext uri="{FF2B5EF4-FFF2-40B4-BE49-F238E27FC236}">
                <a16:creationId xmlns:a16="http://schemas.microsoft.com/office/drawing/2014/main" id="{E06E442C-986D-1425-1C13-2978441ADAEE}"/>
              </a:ext>
            </a:extLst>
          </p:cNvPr>
          <p:cNvGrpSpPr/>
          <p:nvPr userDrawn="1"/>
        </p:nvGrpSpPr>
        <p:grpSpPr>
          <a:xfrm>
            <a:off x="0" y="7255521"/>
            <a:ext cx="12192000" cy="230049"/>
            <a:chOff x="0" y="7255521"/>
            <a:chExt cx="12192000" cy="230049"/>
          </a:xfrm>
        </p:grpSpPr>
        <p:cxnSp>
          <p:nvCxnSpPr>
            <p:cNvPr id="28" name="Straight Arrow Connector 27">
              <a:extLst>
                <a:ext uri="{FF2B5EF4-FFF2-40B4-BE49-F238E27FC236}">
                  <a16:creationId xmlns:a16="http://schemas.microsoft.com/office/drawing/2014/main" id="{6F5FDDAA-2629-5594-3BD3-0BB8E5DB451E}"/>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FA0B309-EEAD-E42E-8C88-69F7F845F3D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30" name="Group 29">
            <a:extLst>
              <a:ext uri="{FF2B5EF4-FFF2-40B4-BE49-F238E27FC236}">
                <a16:creationId xmlns:a16="http://schemas.microsoft.com/office/drawing/2014/main" id="{6CB02E77-57E6-C22C-902C-909575584D76}"/>
              </a:ext>
            </a:extLst>
          </p:cNvPr>
          <p:cNvGrpSpPr>
            <a:grpSpLocks/>
          </p:cNvGrpSpPr>
          <p:nvPr userDrawn="1"/>
        </p:nvGrpSpPr>
        <p:grpSpPr>
          <a:xfrm>
            <a:off x="982800" y="7491081"/>
            <a:ext cx="4930775" cy="230049"/>
            <a:chOff x="985838" y="7724761"/>
            <a:chExt cx="4930775" cy="230049"/>
          </a:xfrm>
        </p:grpSpPr>
        <p:cxnSp>
          <p:nvCxnSpPr>
            <p:cNvPr id="31" name="Straight Arrow Connector 30">
              <a:extLst>
                <a:ext uri="{FF2B5EF4-FFF2-40B4-BE49-F238E27FC236}">
                  <a16:creationId xmlns:a16="http://schemas.microsoft.com/office/drawing/2014/main" id="{48CAC9E7-918E-E721-9B4E-F397EE3657D9}"/>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215610D-9283-F261-FA26-A8DED1C3730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3" name="Group 32">
            <a:extLst>
              <a:ext uri="{FF2B5EF4-FFF2-40B4-BE49-F238E27FC236}">
                <a16:creationId xmlns:a16="http://schemas.microsoft.com/office/drawing/2014/main" id="{7BDAF9CE-B20A-C6F1-EE8A-5F6D73EC05D2}"/>
              </a:ext>
            </a:extLst>
          </p:cNvPr>
          <p:cNvGrpSpPr>
            <a:grpSpLocks/>
          </p:cNvGrpSpPr>
          <p:nvPr userDrawn="1"/>
        </p:nvGrpSpPr>
        <p:grpSpPr>
          <a:xfrm>
            <a:off x="6274800" y="7491081"/>
            <a:ext cx="4930775" cy="230049"/>
            <a:chOff x="985838" y="7724761"/>
            <a:chExt cx="4930775" cy="230049"/>
          </a:xfrm>
        </p:grpSpPr>
        <p:cxnSp>
          <p:nvCxnSpPr>
            <p:cNvPr id="34" name="Straight Arrow Connector 33">
              <a:extLst>
                <a:ext uri="{FF2B5EF4-FFF2-40B4-BE49-F238E27FC236}">
                  <a16:creationId xmlns:a16="http://schemas.microsoft.com/office/drawing/2014/main" id="{094AC6DF-8869-2CAE-7A9D-2F76E067DF10}"/>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DDB598E0-CC0C-B93C-3281-818C7C34B811}"/>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6" name="Group 35">
            <a:extLst>
              <a:ext uri="{FF2B5EF4-FFF2-40B4-BE49-F238E27FC236}">
                <a16:creationId xmlns:a16="http://schemas.microsoft.com/office/drawing/2014/main" id="{6357B390-C244-94F3-97AB-A04359664618}"/>
              </a:ext>
            </a:extLst>
          </p:cNvPr>
          <p:cNvGrpSpPr/>
          <p:nvPr userDrawn="1"/>
        </p:nvGrpSpPr>
        <p:grpSpPr>
          <a:xfrm>
            <a:off x="12750953" y="0"/>
            <a:ext cx="230051" cy="6858000"/>
            <a:chOff x="-1090386" y="0"/>
            <a:chExt cx="230051" cy="6858000"/>
          </a:xfrm>
        </p:grpSpPr>
        <p:cxnSp>
          <p:nvCxnSpPr>
            <p:cNvPr id="37" name="Straight Arrow Connector 36">
              <a:extLst>
                <a:ext uri="{FF2B5EF4-FFF2-40B4-BE49-F238E27FC236}">
                  <a16:creationId xmlns:a16="http://schemas.microsoft.com/office/drawing/2014/main" id="{0A6AAAA8-4A33-37B4-8DCE-D038FEA90F0A}"/>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EBC7F5D2-1CC4-13A2-AE0A-F1E6403D5A1A}"/>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39" name="Group 38">
            <a:extLst>
              <a:ext uri="{FF2B5EF4-FFF2-40B4-BE49-F238E27FC236}">
                <a16:creationId xmlns:a16="http://schemas.microsoft.com/office/drawing/2014/main" id="{426241DF-6DFD-3EF3-FDA7-7792F674A013}"/>
              </a:ext>
            </a:extLst>
          </p:cNvPr>
          <p:cNvGrpSpPr>
            <a:grpSpLocks/>
          </p:cNvGrpSpPr>
          <p:nvPr userDrawn="1"/>
        </p:nvGrpSpPr>
        <p:grpSpPr>
          <a:xfrm>
            <a:off x="12251088" y="1341438"/>
            <a:ext cx="230049" cy="4536000"/>
            <a:chOff x="-321485" y="1341438"/>
            <a:chExt cx="230049" cy="4536000"/>
          </a:xfrm>
        </p:grpSpPr>
        <p:cxnSp>
          <p:nvCxnSpPr>
            <p:cNvPr id="40" name="Straight Arrow Connector 39">
              <a:extLst>
                <a:ext uri="{FF2B5EF4-FFF2-40B4-BE49-F238E27FC236}">
                  <a16:creationId xmlns:a16="http://schemas.microsoft.com/office/drawing/2014/main" id="{3BB8A45D-93BE-8E93-C068-7C229137A707}"/>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994E7B0F-B8D3-A7AD-7DDA-C0D4B8B63761}"/>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42" name="Group 41">
            <a:extLst>
              <a:ext uri="{FF2B5EF4-FFF2-40B4-BE49-F238E27FC236}">
                <a16:creationId xmlns:a16="http://schemas.microsoft.com/office/drawing/2014/main" id="{D7A0460C-9C8F-2EE3-BA1D-637B049EE6F6}"/>
              </a:ext>
            </a:extLst>
          </p:cNvPr>
          <p:cNvGrpSpPr/>
          <p:nvPr userDrawn="1"/>
        </p:nvGrpSpPr>
        <p:grpSpPr>
          <a:xfrm>
            <a:off x="12257572" y="981075"/>
            <a:ext cx="539998" cy="360363"/>
            <a:chOff x="-520806" y="981075"/>
            <a:chExt cx="539998" cy="360363"/>
          </a:xfrm>
        </p:grpSpPr>
        <p:cxnSp>
          <p:nvCxnSpPr>
            <p:cNvPr id="43" name="Straight Arrow Connector 42">
              <a:extLst>
                <a:ext uri="{FF2B5EF4-FFF2-40B4-BE49-F238E27FC236}">
                  <a16:creationId xmlns:a16="http://schemas.microsoft.com/office/drawing/2014/main" id="{6E3EA73C-58C3-824E-AAAD-455999F7CDDC}"/>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E3CBABE4-0557-13BD-F97F-B7E8DAE62F17}"/>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15" name="Workspace [Presentation]" hidden="1">
            <a:extLst>
              <a:ext uri="{FF2B5EF4-FFF2-40B4-BE49-F238E27FC236}">
                <a16:creationId xmlns:a16="http://schemas.microsoft.com/office/drawing/2014/main" id="{FC3C08ED-8B89-81BD-5417-482F72CBB3CD}"/>
              </a:ext>
            </a:extLst>
          </p:cNvPr>
          <p:cNvSpPr/>
          <p:nvPr userDrawn="1"/>
        </p:nvSpPr>
        <p:spPr>
          <a:xfrm>
            <a:off x="982799" y="1342800"/>
            <a:ext cx="10224000" cy="4536000"/>
          </a:xfrm>
          <a:prstGeom prst="rect">
            <a:avLst/>
          </a:prstGeom>
          <a:noFill/>
          <a:ln w="12700" cap="flat" cmpd="sng" algn="ctr">
            <a:solidFill>
              <a:srgbClr val="D24726"/>
            </a:solidFill>
            <a:prstDash val="lg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68" name="Rectangle 67">
            <a:extLst>
              <a:ext uri="{FF2B5EF4-FFF2-40B4-BE49-F238E27FC236}">
                <a16:creationId xmlns:a16="http://schemas.microsoft.com/office/drawing/2014/main" id="{B662D089-CA79-8FB8-8732-FF21BAFFCFA9}"/>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9" name="Rectangle 68">
            <a:extLst>
              <a:ext uri="{FF2B5EF4-FFF2-40B4-BE49-F238E27FC236}">
                <a16:creationId xmlns:a16="http://schemas.microsoft.com/office/drawing/2014/main" id="{C7D7BD43-5DEA-456D-5ABC-FFFC85FA46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cxnSp>
        <p:nvCxnSpPr>
          <p:cNvPr id="71" name="Connector: Elbow 70">
            <a:extLst>
              <a:ext uri="{FF2B5EF4-FFF2-40B4-BE49-F238E27FC236}">
                <a16:creationId xmlns:a16="http://schemas.microsoft.com/office/drawing/2014/main" id="{34DCC4CF-D9ED-987F-1AD3-924614CFC8EF}"/>
              </a:ext>
            </a:extLst>
          </p:cNvPr>
          <p:cNvCxnSpPr>
            <a:stCxn id="68" idx="3"/>
          </p:cNvCxnSpPr>
          <p:nvPr userDrawn="1"/>
        </p:nvCxnSpPr>
        <p:spPr>
          <a:xfrm flipV="1">
            <a:off x="-125325" y="3608388"/>
            <a:ext cx="67681" cy="134869"/>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sp>
        <p:nvSpPr>
          <p:cNvPr id="72" name="Rectangle 71">
            <a:extLst>
              <a:ext uri="{FF2B5EF4-FFF2-40B4-BE49-F238E27FC236}">
                <a16:creationId xmlns:a16="http://schemas.microsoft.com/office/drawing/2014/main" id="{10D82C5C-D8B0-7313-9F0C-7664CDF1CC97}"/>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75" name="Rectangle 74">
            <a:extLst>
              <a:ext uri="{FF2B5EF4-FFF2-40B4-BE49-F238E27FC236}">
                <a16:creationId xmlns:a16="http://schemas.microsoft.com/office/drawing/2014/main" id="{ABABCA71-BAB6-388E-4851-D629C74D2CD0}"/>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76" name="Connector: Elbow 75">
            <a:extLst>
              <a:ext uri="{FF2B5EF4-FFF2-40B4-BE49-F238E27FC236}">
                <a16:creationId xmlns:a16="http://schemas.microsoft.com/office/drawing/2014/main" id="{35D7A28F-1442-838F-5221-21E9DAAC1A63}"/>
              </a:ext>
            </a:extLst>
          </p:cNvPr>
          <p:cNvCxnSpPr>
            <a:cxnSpLocks/>
            <a:stCxn id="75" idx="1"/>
          </p:cNvCxnSpPr>
          <p:nvPr userDrawn="1"/>
        </p:nvCxnSpPr>
        <p:spPr>
          <a:xfrm rot="10800000">
            <a:off x="-681777" y="3644901"/>
            <a:ext cx="64145" cy="283050"/>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4" name="Connector: Elbow 83">
            <a:extLst>
              <a:ext uri="{FF2B5EF4-FFF2-40B4-BE49-F238E27FC236}">
                <a16:creationId xmlns:a16="http://schemas.microsoft.com/office/drawing/2014/main" id="{A9E4D6A1-CF8B-C127-14AF-1253A6FB0326}"/>
              </a:ext>
            </a:extLst>
          </p:cNvPr>
          <p:cNvCxnSpPr>
            <a:cxnSpLocks/>
            <a:stCxn id="72" idx="1"/>
          </p:cNvCxnSpPr>
          <p:nvPr userDrawn="1"/>
        </p:nvCxnSpPr>
        <p:spPr>
          <a:xfrm rot="10800000" flipV="1">
            <a:off x="-681779" y="3466941"/>
            <a:ext cx="98372" cy="106517"/>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93" name="Straight Arrow Connector 92">
            <a:extLst>
              <a:ext uri="{FF2B5EF4-FFF2-40B4-BE49-F238E27FC236}">
                <a16:creationId xmlns:a16="http://schemas.microsoft.com/office/drawing/2014/main" id="{B517BDA5-E882-D8BF-A6A6-41D6F6AD12DB}"/>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DABC1869-C048-3C0E-F6E7-B81C698D525D}"/>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96" name="Straight Arrow Connector 95">
            <a:extLst>
              <a:ext uri="{FF2B5EF4-FFF2-40B4-BE49-F238E27FC236}">
                <a16:creationId xmlns:a16="http://schemas.microsoft.com/office/drawing/2014/main" id="{59BAA228-5FC0-2F20-B4CE-3719BC98B132}"/>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F436011C-FC1B-41B6-5743-741F02126DCA}"/>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100" name="Rectangle 99">
            <a:extLst>
              <a:ext uri="{FF2B5EF4-FFF2-40B4-BE49-F238E27FC236}">
                <a16:creationId xmlns:a16="http://schemas.microsoft.com/office/drawing/2014/main" id="{7BFCDB73-8193-6E1B-5DEB-20F06A7602A2}"/>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cxnSp>
        <p:nvCxnSpPr>
          <p:cNvPr id="102" name="Straight Arrow Connector 101">
            <a:extLst>
              <a:ext uri="{FF2B5EF4-FFF2-40B4-BE49-F238E27FC236}">
                <a16:creationId xmlns:a16="http://schemas.microsoft.com/office/drawing/2014/main" id="{A4F22EBB-0DD2-333D-4BE9-A7F69AF9B10A}"/>
              </a:ext>
            </a:extLst>
          </p:cNvPr>
          <p:cNvCxnSpPr>
            <a:cxnSpLocks/>
            <a:stCxn id="100" idx="1"/>
          </p:cNvCxnSpPr>
          <p:nvPr userDrawn="1"/>
        </p:nvCxnSpPr>
        <p:spPr>
          <a:xfrm flipH="1">
            <a:off x="6096000" y="-383416"/>
            <a:ext cx="17938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7" name="Rectangle 106">
            <a:extLst>
              <a:ext uri="{FF2B5EF4-FFF2-40B4-BE49-F238E27FC236}">
                <a16:creationId xmlns:a16="http://schemas.microsoft.com/office/drawing/2014/main" id="{CB1C4C72-A052-359F-776B-FBB9DAF6F617}"/>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45" name="Text Box 4">
            <a:extLst>
              <a:ext uri="{FF2B5EF4-FFF2-40B4-BE49-F238E27FC236}">
                <a16:creationId xmlns:a16="http://schemas.microsoft.com/office/drawing/2014/main" id="{119566A7-306E-3438-24A8-99537636776D}"/>
              </a:ext>
            </a:extLst>
          </p:cNvPr>
          <p:cNvSpPr txBox="1">
            <a:spLocks noChangeArrowheads="1"/>
          </p:cNvSpPr>
          <p:nvPr userDrawn="1">
            <p:custDataLst>
              <p:tags r:id="rId30"/>
            </p:custDataLst>
          </p:nvPr>
        </p:nvSpPr>
        <p:spPr bwMode="gray">
          <a:xfrm>
            <a:off x="7246799" y="0"/>
            <a:ext cx="3960000" cy="442800"/>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GB" sz="1400" b="1">
                <a:solidFill>
                  <a:schemeClr val="accent4"/>
                </a:solidFill>
              </a:rPr>
              <a:t>DRAFT FOR DISCUSSION PURPOSES ONLY</a:t>
            </a:r>
          </a:p>
        </p:txBody>
      </p:sp>
      <p:grpSp>
        <p:nvGrpSpPr>
          <p:cNvPr id="77" name="Group 76">
            <a:extLst>
              <a:ext uri="{FF2B5EF4-FFF2-40B4-BE49-F238E27FC236}">
                <a16:creationId xmlns:a16="http://schemas.microsoft.com/office/drawing/2014/main" id="{F3378E13-2D6F-678C-5535-8A0682489AB9}"/>
              </a:ext>
            </a:extLst>
          </p:cNvPr>
          <p:cNvGrpSpPr/>
          <p:nvPr userDrawn="1"/>
        </p:nvGrpSpPr>
        <p:grpSpPr>
          <a:xfrm>
            <a:off x="-5029200" y="1700784"/>
            <a:ext cx="4232396" cy="3986784"/>
            <a:chOff x="-5029200" y="1700784"/>
            <a:chExt cx="4232396" cy="3986784"/>
          </a:xfrm>
        </p:grpSpPr>
        <p:sp>
          <p:nvSpPr>
            <p:cNvPr id="70" name="Rectangle 69">
              <a:extLst>
                <a:ext uri="{FF2B5EF4-FFF2-40B4-BE49-F238E27FC236}">
                  <a16:creationId xmlns:a16="http://schemas.microsoft.com/office/drawing/2014/main" id="{C0FCEF94-A03D-F405-90C0-DC61E206ED44}"/>
                </a:ext>
              </a:extLst>
            </p:cNvPr>
            <p:cNvSpPr/>
            <p:nvPr userDrawn="1"/>
          </p:nvSpPr>
          <p:spPr>
            <a:xfrm>
              <a:off x="-5029200" y="1700784"/>
              <a:ext cx="4232396" cy="39867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7" name="Rectangle 46">
              <a:extLst>
                <a:ext uri="{FF2B5EF4-FFF2-40B4-BE49-F238E27FC236}">
                  <a16:creationId xmlns:a16="http://schemas.microsoft.com/office/drawing/2014/main" id="{667E2916-49E4-B642-F5D6-1760502219C1}"/>
                </a:ext>
              </a:extLst>
            </p:cNvPr>
            <p:cNvSpPr>
              <a:spLocks/>
            </p:cNvSpPr>
            <p:nvPr userDrawn="1"/>
          </p:nvSpPr>
          <p:spPr>
            <a:xfrm>
              <a:off x="-3841345" y="2268457"/>
              <a:ext cx="812056" cy="441748"/>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Dark Blue</a:t>
              </a:r>
            </a:p>
            <a:p>
              <a:pPr algn="ctr"/>
              <a:r>
                <a:rPr lang="en-GB" sz="600">
                  <a:solidFill>
                    <a:schemeClr val="bg1"/>
                  </a:solidFill>
                </a:rPr>
                <a:t>12</a:t>
              </a:r>
            </a:p>
            <a:p>
              <a:pPr algn="ctr"/>
              <a:r>
                <a:rPr lang="en-GB" sz="600">
                  <a:solidFill>
                    <a:schemeClr val="bg1"/>
                  </a:solidFill>
                </a:rPr>
                <a:t>35</a:t>
              </a:r>
            </a:p>
            <a:p>
              <a:pPr algn="ctr"/>
              <a:r>
                <a:rPr lang="en-GB" sz="600">
                  <a:solidFill>
                    <a:schemeClr val="bg1"/>
                  </a:solidFill>
                </a:rPr>
                <a:t>60</a:t>
              </a:r>
            </a:p>
          </p:txBody>
        </p:sp>
        <p:sp>
          <p:nvSpPr>
            <p:cNvPr id="48" name="Rectangle 47">
              <a:extLst>
                <a:ext uri="{FF2B5EF4-FFF2-40B4-BE49-F238E27FC236}">
                  <a16:creationId xmlns:a16="http://schemas.microsoft.com/office/drawing/2014/main" id="{319D3B79-63C1-66CF-49E6-3D217D1CC058}"/>
                </a:ext>
              </a:extLst>
            </p:cNvPr>
            <p:cNvSpPr>
              <a:spLocks/>
            </p:cNvSpPr>
            <p:nvPr userDrawn="1"/>
          </p:nvSpPr>
          <p:spPr>
            <a:xfrm>
              <a:off x="-3841345" y="2819702"/>
              <a:ext cx="812056" cy="441748"/>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Blue</a:t>
              </a:r>
            </a:p>
            <a:p>
              <a:pPr algn="ctr"/>
              <a:r>
                <a:rPr lang="en-GB" sz="600">
                  <a:solidFill>
                    <a:schemeClr val="accent3">
                      <a:lumMod val="100000"/>
                    </a:schemeClr>
                  </a:solidFill>
                </a:rPr>
                <a:t>172</a:t>
              </a:r>
            </a:p>
            <a:p>
              <a:pPr algn="ctr"/>
              <a:r>
                <a:rPr lang="en-GB" sz="600">
                  <a:solidFill>
                    <a:schemeClr val="accent3">
                      <a:lumMod val="100000"/>
                    </a:schemeClr>
                  </a:solidFill>
                </a:rPr>
                <a:t>234</a:t>
              </a:r>
            </a:p>
            <a:p>
              <a:pPr algn="ctr"/>
              <a:r>
                <a:rPr lang="en-GB" sz="600">
                  <a:solidFill>
                    <a:schemeClr val="accent3">
                      <a:lumMod val="100000"/>
                    </a:schemeClr>
                  </a:solidFill>
                </a:rPr>
                <a:t>255</a:t>
              </a:r>
            </a:p>
          </p:txBody>
        </p:sp>
        <p:sp>
          <p:nvSpPr>
            <p:cNvPr id="49" name="Rectangle 48">
              <a:extLst>
                <a:ext uri="{FF2B5EF4-FFF2-40B4-BE49-F238E27FC236}">
                  <a16:creationId xmlns:a16="http://schemas.microsoft.com/office/drawing/2014/main" id="{3178A237-90C9-FF30-8357-8ABD4910C763}"/>
                </a:ext>
              </a:extLst>
            </p:cNvPr>
            <p:cNvSpPr>
              <a:spLocks/>
            </p:cNvSpPr>
            <p:nvPr userDrawn="1"/>
          </p:nvSpPr>
          <p:spPr>
            <a:xfrm>
              <a:off x="-3841345" y="3370947"/>
              <a:ext cx="812056" cy="441748"/>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Pacific Blue</a:t>
              </a:r>
            </a:p>
            <a:p>
              <a:pPr algn="ctr"/>
              <a:r>
                <a:rPr lang="en-GB" sz="600">
                  <a:solidFill>
                    <a:schemeClr val="bg1"/>
                  </a:solidFill>
                </a:rPr>
                <a:t>0</a:t>
              </a:r>
            </a:p>
            <a:p>
              <a:pPr algn="ctr"/>
              <a:r>
                <a:rPr lang="en-GB" sz="600">
                  <a:solidFill>
                    <a:schemeClr val="bg1"/>
                  </a:solidFill>
                </a:rPr>
                <a:t>184</a:t>
              </a:r>
            </a:p>
            <a:p>
              <a:pPr algn="ctr"/>
              <a:r>
                <a:rPr lang="en-GB" sz="600">
                  <a:solidFill>
                    <a:schemeClr val="bg1"/>
                  </a:solidFill>
                </a:rPr>
                <a:t>245</a:t>
              </a:r>
            </a:p>
          </p:txBody>
        </p:sp>
        <p:sp>
          <p:nvSpPr>
            <p:cNvPr id="50" name="Rectangle 49">
              <a:extLst>
                <a:ext uri="{FF2B5EF4-FFF2-40B4-BE49-F238E27FC236}">
                  <a16:creationId xmlns:a16="http://schemas.microsoft.com/office/drawing/2014/main" id="{4C0E8590-C11A-2882-DF66-2E6F0442B828}"/>
                </a:ext>
              </a:extLst>
            </p:cNvPr>
            <p:cNvSpPr>
              <a:spLocks/>
            </p:cNvSpPr>
            <p:nvPr userDrawn="1"/>
          </p:nvSpPr>
          <p:spPr>
            <a:xfrm>
              <a:off x="-3841345" y="3922191"/>
              <a:ext cx="812056" cy="441748"/>
            </a:xfrm>
            <a:prstGeom prst="rect">
              <a:avLst/>
            </a:prstGeom>
            <a:solidFill>
              <a:schemeClr val="tx2">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KPMG Blue</a:t>
              </a:r>
            </a:p>
            <a:p>
              <a:pPr algn="ctr"/>
              <a:r>
                <a:rPr lang="en-GB" sz="600">
                  <a:solidFill>
                    <a:schemeClr val="bg1"/>
                  </a:solidFill>
                </a:rPr>
                <a:t>0</a:t>
              </a:r>
            </a:p>
            <a:p>
              <a:pPr algn="ctr"/>
              <a:r>
                <a:rPr lang="en-GB" sz="600">
                  <a:solidFill>
                    <a:schemeClr val="bg1"/>
                  </a:solidFill>
                </a:rPr>
                <a:t>51</a:t>
              </a:r>
            </a:p>
            <a:p>
              <a:pPr algn="ctr"/>
              <a:r>
                <a:rPr lang="en-GB" sz="600">
                  <a:solidFill>
                    <a:schemeClr val="bg1"/>
                  </a:solidFill>
                </a:rPr>
                <a:t>141</a:t>
              </a:r>
            </a:p>
          </p:txBody>
        </p:sp>
        <p:sp>
          <p:nvSpPr>
            <p:cNvPr id="52" name="Rectangle 51">
              <a:extLst>
                <a:ext uri="{FF2B5EF4-FFF2-40B4-BE49-F238E27FC236}">
                  <a16:creationId xmlns:a16="http://schemas.microsoft.com/office/drawing/2014/main" id="{9C2D30A1-E708-2C67-01FB-AB1A0879804A}"/>
                </a:ext>
              </a:extLst>
            </p:cNvPr>
            <p:cNvSpPr>
              <a:spLocks/>
            </p:cNvSpPr>
            <p:nvPr userDrawn="1"/>
          </p:nvSpPr>
          <p:spPr>
            <a:xfrm>
              <a:off x="-3841234" y="5024681"/>
              <a:ext cx="812056" cy="441748"/>
            </a:xfrm>
            <a:prstGeom prst="rect">
              <a:avLst/>
            </a:prstGeom>
            <a:solidFill>
              <a:srgbClr val="76D2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Blue</a:t>
              </a:r>
            </a:p>
            <a:p>
              <a:pPr algn="ctr"/>
              <a:r>
                <a:rPr lang="en-GB" sz="600">
                  <a:solidFill>
                    <a:schemeClr val="bg1"/>
                  </a:solidFill>
                </a:rPr>
                <a:t>118</a:t>
              </a:r>
            </a:p>
            <a:p>
              <a:pPr algn="ctr"/>
              <a:r>
                <a:rPr lang="en-GB" sz="600">
                  <a:solidFill>
                    <a:schemeClr val="bg1"/>
                  </a:solidFill>
                </a:rPr>
                <a:t>210</a:t>
              </a:r>
            </a:p>
            <a:p>
              <a:pPr algn="ctr"/>
              <a:r>
                <a:rPr lang="en-GB" sz="600">
                  <a:solidFill>
                    <a:schemeClr val="bg1"/>
                  </a:solidFill>
                </a:rPr>
                <a:t>255</a:t>
              </a:r>
            </a:p>
          </p:txBody>
        </p:sp>
        <p:sp>
          <p:nvSpPr>
            <p:cNvPr id="53" name="Rectangle 52">
              <a:extLst>
                <a:ext uri="{FF2B5EF4-FFF2-40B4-BE49-F238E27FC236}">
                  <a16:creationId xmlns:a16="http://schemas.microsoft.com/office/drawing/2014/main" id="{0C84DE73-2F69-3785-C1F2-4E14822C412F}"/>
                </a:ext>
              </a:extLst>
            </p:cNvPr>
            <p:cNvSpPr>
              <a:spLocks/>
            </p:cNvSpPr>
            <p:nvPr userDrawn="1"/>
          </p:nvSpPr>
          <p:spPr>
            <a:xfrm>
              <a:off x="-2771449" y="2268457"/>
              <a:ext cx="812056" cy="441748"/>
            </a:xfrm>
            <a:prstGeom prst="rect">
              <a:avLst/>
            </a:prstGeom>
            <a:solidFill>
              <a:srgbClr val="34556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Blue Gray</a:t>
              </a:r>
            </a:p>
            <a:p>
              <a:pPr algn="ctr"/>
              <a:r>
                <a:rPr lang="en-GB" sz="600">
                  <a:solidFill>
                    <a:schemeClr val="bg1"/>
                  </a:solidFill>
                </a:rPr>
                <a:t>52</a:t>
              </a:r>
            </a:p>
            <a:p>
              <a:pPr algn="ctr"/>
              <a:r>
                <a:rPr lang="en-GB" sz="600">
                  <a:solidFill>
                    <a:schemeClr val="bg1"/>
                  </a:solidFill>
                </a:rPr>
                <a:t>85</a:t>
              </a:r>
            </a:p>
            <a:p>
              <a:pPr algn="ctr"/>
              <a:r>
                <a:rPr lang="en-GB" sz="600">
                  <a:solidFill>
                    <a:schemeClr val="bg1"/>
                  </a:solidFill>
                </a:rPr>
                <a:t>109</a:t>
              </a:r>
            </a:p>
          </p:txBody>
        </p:sp>
        <p:sp>
          <p:nvSpPr>
            <p:cNvPr id="54" name="Rectangle 53">
              <a:extLst>
                <a:ext uri="{FF2B5EF4-FFF2-40B4-BE49-F238E27FC236}">
                  <a16:creationId xmlns:a16="http://schemas.microsoft.com/office/drawing/2014/main" id="{1B7A4B6C-B13B-FDF3-0E61-DDF620C38F3A}"/>
                </a:ext>
              </a:extLst>
            </p:cNvPr>
            <p:cNvSpPr>
              <a:spLocks/>
            </p:cNvSpPr>
            <p:nvPr userDrawn="1"/>
          </p:nvSpPr>
          <p:spPr>
            <a:xfrm>
              <a:off x="-2771449" y="2819702"/>
              <a:ext cx="812056" cy="441748"/>
            </a:xfrm>
            <a:prstGeom prst="rect">
              <a:avLst/>
            </a:prstGeom>
            <a:solidFill>
              <a:srgbClr val="77A8B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Aqua</a:t>
              </a:r>
            </a:p>
            <a:p>
              <a:pPr algn="ctr"/>
              <a:r>
                <a:rPr lang="en-GB" sz="600">
                  <a:solidFill>
                    <a:schemeClr val="bg1"/>
                  </a:solidFill>
                </a:rPr>
                <a:t>119</a:t>
              </a:r>
            </a:p>
            <a:p>
              <a:pPr algn="ctr"/>
              <a:r>
                <a:rPr lang="en-GB" sz="600">
                  <a:solidFill>
                    <a:schemeClr val="bg1"/>
                  </a:solidFill>
                </a:rPr>
                <a:t>168</a:t>
              </a:r>
            </a:p>
            <a:p>
              <a:pPr algn="ctr"/>
              <a:r>
                <a:rPr lang="en-GB" sz="600">
                  <a:solidFill>
                    <a:schemeClr val="bg1"/>
                  </a:solidFill>
                </a:rPr>
                <a:t>190</a:t>
              </a:r>
            </a:p>
          </p:txBody>
        </p:sp>
        <p:sp>
          <p:nvSpPr>
            <p:cNvPr id="55" name="Rectangle 54">
              <a:extLst>
                <a:ext uri="{FF2B5EF4-FFF2-40B4-BE49-F238E27FC236}">
                  <a16:creationId xmlns:a16="http://schemas.microsoft.com/office/drawing/2014/main" id="{56768572-07B3-5EE6-DF26-C1ECCFF14D0B}"/>
                </a:ext>
              </a:extLst>
            </p:cNvPr>
            <p:cNvSpPr>
              <a:spLocks/>
            </p:cNvSpPr>
            <p:nvPr userDrawn="1"/>
          </p:nvSpPr>
          <p:spPr>
            <a:xfrm>
              <a:off x="-2771449" y="3370947"/>
              <a:ext cx="812056" cy="441748"/>
            </a:xfrm>
            <a:prstGeom prst="rect">
              <a:avLst/>
            </a:prstGeom>
            <a:solidFill>
              <a:srgbClr val="96CEE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Turquoise</a:t>
              </a:r>
            </a:p>
            <a:p>
              <a:pPr algn="ctr"/>
              <a:r>
                <a:rPr lang="en-GB" sz="600">
                  <a:solidFill>
                    <a:schemeClr val="accent3">
                      <a:lumMod val="100000"/>
                    </a:schemeClr>
                  </a:solidFill>
                </a:rPr>
                <a:t>150</a:t>
              </a:r>
            </a:p>
            <a:p>
              <a:pPr algn="ctr"/>
              <a:r>
                <a:rPr lang="en-GB" sz="600">
                  <a:solidFill>
                    <a:schemeClr val="accent3">
                      <a:lumMod val="100000"/>
                    </a:schemeClr>
                  </a:solidFill>
                </a:rPr>
                <a:t>206</a:t>
              </a:r>
            </a:p>
            <a:p>
              <a:pPr algn="ctr"/>
              <a:r>
                <a:rPr lang="en-GB" sz="600">
                  <a:solidFill>
                    <a:schemeClr val="accent3">
                      <a:lumMod val="100000"/>
                    </a:schemeClr>
                  </a:solidFill>
                </a:rPr>
                <a:t>228</a:t>
              </a:r>
            </a:p>
          </p:txBody>
        </p:sp>
        <p:sp>
          <p:nvSpPr>
            <p:cNvPr id="56" name="Rectangle 55">
              <a:extLst>
                <a:ext uri="{FF2B5EF4-FFF2-40B4-BE49-F238E27FC236}">
                  <a16:creationId xmlns:a16="http://schemas.microsoft.com/office/drawing/2014/main" id="{B44BF44D-428C-339A-1E59-5BB65CEBAAFA}"/>
                </a:ext>
              </a:extLst>
            </p:cNvPr>
            <p:cNvSpPr>
              <a:spLocks/>
            </p:cNvSpPr>
            <p:nvPr userDrawn="1"/>
          </p:nvSpPr>
          <p:spPr>
            <a:xfrm>
              <a:off x="-2771449" y="3922191"/>
              <a:ext cx="812056" cy="441748"/>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tx1">
                      <a:lumMod val="100000"/>
                    </a:schemeClr>
                  </a:solidFill>
                </a:rPr>
                <a:t>Grey 5</a:t>
              </a:r>
            </a:p>
            <a:p>
              <a:pPr algn="ctr"/>
              <a:r>
                <a:rPr lang="en-GB" sz="600">
                  <a:solidFill>
                    <a:schemeClr val="tx1">
                      <a:lumMod val="100000"/>
                    </a:schemeClr>
                  </a:solidFill>
                </a:rPr>
                <a:t>229</a:t>
              </a:r>
            </a:p>
            <a:p>
              <a:pPr algn="ctr"/>
              <a:r>
                <a:rPr lang="en-GB" sz="600">
                  <a:solidFill>
                    <a:schemeClr val="tx1">
                      <a:lumMod val="100000"/>
                    </a:schemeClr>
                  </a:solidFill>
                </a:rPr>
                <a:t>229</a:t>
              </a:r>
            </a:p>
            <a:p>
              <a:pPr algn="ctr"/>
              <a:r>
                <a:rPr lang="en-GB" sz="600">
                  <a:solidFill>
                    <a:schemeClr val="tx1">
                      <a:lumMod val="100000"/>
                    </a:schemeClr>
                  </a:solidFill>
                </a:rPr>
                <a:t>229</a:t>
              </a:r>
            </a:p>
          </p:txBody>
        </p:sp>
        <p:sp>
          <p:nvSpPr>
            <p:cNvPr id="57" name="Rectangle 56">
              <a:extLst>
                <a:ext uri="{FF2B5EF4-FFF2-40B4-BE49-F238E27FC236}">
                  <a16:creationId xmlns:a16="http://schemas.microsoft.com/office/drawing/2014/main" id="{C2682BC3-E9C2-DC8D-96C4-B731053A2892}"/>
                </a:ext>
              </a:extLst>
            </p:cNvPr>
            <p:cNvSpPr>
              <a:spLocks/>
            </p:cNvSpPr>
            <p:nvPr userDrawn="1"/>
          </p:nvSpPr>
          <p:spPr>
            <a:xfrm>
              <a:off x="-4954432" y="2268457"/>
              <a:ext cx="812056" cy="441748"/>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Dark Blue</a:t>
              </a:r>
            </a:p>
            <a:p>
              <a:pPr algn="ctr"/>
              <a:r>
                <a:rPr lang="en-GB" sz="600">
                  <a:solidFill>
                    <a:schemeClr val="bg1"/>
                  </a:solidFill>
                </a:rPr>
                <a:t>12</a:t>
              </a:r>
            </a:p>
            <a:p>
              <a:pPr algn="ctr"/>
              <a:r>
                <a:rPr lang="en-GB" sz="600">
                  <a:solidFill>
                    <a:schemeClr val="bg1"/>
                  </a:solidFill>
                </a:rPr>
                <a:t>35</a:t>
              </a:r>
            </a:p>
            <a:p>
              <a:pPr algn="ctr"/>
              <a:r>
                <a:rPr lang="en-GB" sz="600">
                  <a:solidFill>
                    <a:schemeClr val="bg1"/>
                  </a:solidFill>
                </a:rPr>
                <a:t>60</a:t>
              </a:r>
            </a:p>
          </p:txBody>
        </p:sp>
        <p:sp>
          <p:nvSpPr>
            <p:cNvPr id="58" name="Rectangle 57">
              <a:extLst>
                <a:ext uri="{FF2B5EF4-FFF2-40B4-BE49-F238E27FC236}">
                  <a16:creationId xmlns:a16="http://schemas.microsoft.com/office/drawing/2014/main" id="{F9D06048-E5E6-13E7-9EB7-D7B11B27B737}"/>
                </a:ext>
              </a:extLst>
            </p:cNvPr>
            <p:cNvSpPr>
              <a:spLocks/>
            </p:cNvSpPr>
            <p:nvPr userDrawn="1"/>
          </p:nvSpPr>
          <p:spPr>
            <a:xfrm>
              <a:off x="-4954432" y="2819702"/>
              <a:ext cx="812056" cy="441748"/>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Blue</a:t>
              </a:r>
            </a:p>
            <a:p>
              <a:pPr algn="ctr"/>
              <a:r>
                <a:rPr lang="en-GB" sz="600">
                  <a:solidFill>
                    <a:schemeClr val="accent3">
                      <a:lumMod val="100000"/>
                    </a:schemeClr>
                  </a:solidFill>
                </a:rPr>
                <a:t>172</a:t>
              </a:r>
            </a:p>
            <a:p>
              <a:pPr algn="ctr"/>
              <a:r>
                <a:rPr lang="en-GB" sz="600">
                  <a:solidFill>
                    <a:schemeClr val="accent3">
                      <a:lumMod val="100000"/>
                    </a:schemeClr>
                  </a:solidFill>
                </a:rPr>
                <a:t>234</a:t>
              </a:r>
            </a:p>
            <a:p>
              <a:pPr algn="ctr"/>
              <a:r>
                <a:rPr lang="en-GB" sz="600">
                  <a:solidFill>
                    <a:schemeClr val="accent3">
                      <a:lumMod val="100000"/>
                    </a:schemeClr>
                  </a:solidFill>
                </a:rPr>
                <a:t>255</a:t>
              </a:r>
            </a:p>
          </p:txBody>
        </p:sp>
        <p:sp>
          <p:nvSpPr>
            <p:cNvPr id="59" name="Rectangle 58">
              <a:extLst>
                <a:ext uri="{FF2B5EF4-FFF2-40B4-BE49-F238E27FC236}">
                  <a16:creationId xmlns:a16="http://schemas.microsoft.com/office/drawing/2014/main" id="{51065093-2BB6-70A0-E18B-0423A4F01BC1}"/>
                </a:ext>
              </a:extLst>
            </p:cNvPr>
            <p:cNvSpPr>
              <a:spLocks/>
            </p:cNvSpPr>
            <p:nvPr userDrawn="1"/>
          </p:nvSpPr>
          <p:spPr>
            <a:xfrm>
              <a:off x="-4954432" y="3370947"/>
              <a:ext cx="812056" cy="441748"/>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Pacific Blue</a:t>
              </a:r>
            </a:p>
            <a:p>
              <a:pPr algn="ctr"/>
              <a:r>
                <a:rPr lang="en-GB" sz="600">
                  <a:solidFill>
                    <a:schemeClr val="bg1"/>
                  </a:solidFill>
                </a:rPr>
                <a:t>0</a:t>
              </a:r>
            </a:p>
            <a:p>
              <a:pPr algn="ctr"/>
              <a:r>
                <a:rPr lang="en-GB" sz="600">
                  <a:solidFill>
                    <a:schemeClr val="bg1"/>
                  </a:solidFill>
                </a:rPr>
                <a:t>184</a:t>
              </a:r>
            </a:p>
            <a:p>
              <a:pPr algn="ctr"/>
              <a:r>
                <a:rPr lang="en-GB" sz="600">
                  <a:solidFill>
                    <a:schemeClr val="bg1"/>
                  </a:solidFill>
                </a:rPr>
                <a:t>245</a:t>
              </a:r>
            </a:p>
          </p:txBody>
        </p:sp>
        <p:sp>
          <p:nvSpPr>
            <p:cNvPr id="60" name="Rectangle 59">
              <a:extLst>
                <a:ext uri="{FF2B5EF4-FFF2-40B4-BE49-F238E27FC236}">
                  <a16:creationId xmlns:a16="http://schemas.microsoft.com/office/drawing/2014/main" id="{4772FB7E-A164-7F46-B4FB-EB98B161F75A}"/>
                </a:ext>
              </a:extLst>
            </p:cNvPr>
            <p:cNvSpPr>
              <a:spLocks/>
            </p:cNvSpPr>
            <p:nvPr userDrawn="1"/>
          </p:nvSpPr>
          <p:spPr>
            <a:xfrm>
              <a:off x="-4954432"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Primary colours</a:t>
              </a:r>
              <a:endParaRPr lang="en-GB" sz="1100">
                <a:solidFill>
                  <a:schemeClr val="accent3">
                    <a:lumMod val="100000"/>
                  </a:schemeClr>
                </a:solidFill>
                <a:latin typeface="+mj-lt"/>
              </a:endParaRPr>
            </a:p>
          </p:txBody>
        </p:sp>
        <p:sp>
          <p:nvSpPr>
            <p:cNvPr id="61" name="Rectangle 60">
              <a:extLst>
                <a:ext uri="{FF2B5EF4-FFF2-40B4-BE49-F238E27FC236}">
                  <a16:creationId xmlns:a16="http://schemas.microsoft.com/office/drawing/2014/main" id="{E5923FF1-D898-F762-CBC9-5A1471F92545}"/>
                </a:ext>
              </a:extLst>
            </p:cNvPr>
            <p:cNvSpPr>
              <a:spLocks/>
            </p:cNvSpPr>
            <p:nvPr userDrawn="1"/>
          </p:nvSpPr>
          <p:spPr>
            <a:xfrm>
              <a:off x="-3881787" y="1752444"/>
              <a:ext cx="892940"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Primary colours for charts</a:t>
              </a:r>
              <a:endParaRPr lang="en-GB" sz="1100">
                <a:solidFill>
                  <a:schemeClr val="accent3">
                    <a:lumMod val="100000"/>
                  </a:schemeClr>
                </a:solidFill>
                <a:latin typeface="+mj-lt"/>
              </a:endParaRPr>
            </a:p>
          </p:txBody>
        </p:sp>
        <p:sp>
          <p:nvSpPr>
            <p:cNvPr id="62" name="Rectangle 61">
              <a:extLst>
                <a:ext uri="{FF2B5EF4-FFF2-40B4-BE49-F238E27FC236}">
                  <a16:creationId xmlns:a16="http://schemas.microsoft.com/office/drawing/2014/main" id="{39C783B5-5F49-5B63-3CBC-236D7E083A86}"/>
                </a:ext>
              </a:extLst>
            </p:cNvPr>
            <p:cNvSpPr>
              <a:spLocks/>
            </p:cNvSpPr>
            <p:nvPr userDrawn="1"/>
          </p:nvSpPr>
          <p:spPr>
            <a:xfrm>
              <a:off x="-2771450"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Other chart colours</a:t>
              </a:r>
              <a:endParaRPr lang="en-GB" sz="1100">
                <a:solidFill>
                  <a:schemeClr val="accent3">
                    <a:lumMod val="100000"/>
                  </a:schemeClr>
                </a:solidFill>
                <a:latin typeface="+mj-lt"/>
              </a:endParaRPr>
            </a:p>
          </p:txBody>
        </p:sp>
        <p:sp>
          <p:nvSpPr>
            <p:cNvPr id="63" name="Rectangle 62">
              <a:extLst>
                <a:ext uri="{FF2B5EF4-FFF2-40B4-BE49-F238E27FC236}">
                  <a16:creationId xmlns:a16="http://schemas.microsoft.com/office/drawing/2014/main" id="{A26290A4-3361-37D2-2490-5B29974B0483}"/>
                </a:ext>
              </a:extLst>
            </p:cNvPr>
            <p:cNvSpPr>
              <a:spLocks/>
            </p:cNvSpPr>
            <p:nvPr userDrawn="1"/>
          </p:nvSpPr>
          <p:spPr>
            <a:xfrm>
              <a:off x="-1728502"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Traffic lights / RAG ratings</a:t>
              </a:r>
              <a:endParaRPr lang="en-GB" sz="1100">
                <a:solidFill>
                  <a:schemeClr val="accent3">
                    <a:lumMod val="100000"/>
                  </a:schemeClr>
                </a:solidFill>
                <a:latin typeface="+mj-lt"/>
              </a:endParaRPr>
            </a:p>
          </p:txBody>
        </p:sp>
        <p:sp>
          <p:nvSpPr>
            <p:cNvPr id="64" name="Rectangle 63">
              <a:extLst>
                <a:ext uri="{FF2B5EF4-FFF2-40B4-BE49-F238E27FC236}">
                  <a16:creationId xmlns:a16="http://schemas.microsoft.com/office/drawing/2014/main" id="{B9BC8F84-28DE-CCE4-0DA5-17E25B1CA153}"/>
                </a:ext>
              </a:extLst>
            </p:cNvPr>
            <p:cNvSpPr>
              <a:spLocks/>
            </p:cNvSpPr>
            <p:nvPr userDrawn="1"/>
          </p:nvSpPr>
          <p:spPr>
            <a:xfrm>
              <a:off x="-1728502" y="2268457"/>
              <a:ext cx="812056" cy="441748"/>
            </a:xfrm>
            <a:prstGeom prst="rect">
              <a:avLst/>
            </a:prstGeom>
            <a:solidFill>
              <a:srgbClr val="ED21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Red</a:t>
              </a:r>
            </a:p>
            <a:p>
              <a:pPr algn="ctr"/>
              <a:r>
                <a:rPr lang="en-GB" sz="600" b="1">
                  <a:solidFill>
                    <a:schemeClr val="bg1"/>
                  </a:solidFill>
                </a:rPr>
                <a:t>237</a:t>
              </a:r>
            </a:p>
            <a:p>
              <a:pPr algn="ctr"/>
              <a:r>
                <a:rPr lang="en-GB" sz="600" b="1">
                  <a:solidFill>
                    <a:schemeClr val="bg1"/>
                  </a:solidFill>
                </a:rPr>
                <a:t>33</a:t>
              </a:r>
            </a:p>
            <a:p>
              <a:pPr algn="ctr"/>
              <a:r>
                <a:rPr lang="en-GB" sz="600" b="1">
                  <a:solidFill>
                    <a:schemeClr val="bg1"/>
                  </a:solidFill>
                </a:rPr>
                <a:t>36</a:t>
              </a:r>
              <a:endParaRPr lang="en-GB" sz="600">
                <a:solidFill>
                  <a:schemeClr val="bg1"/>
                </a:solidFill>
              </a:endParaRPr>
            </a:p>
          </p:txBody>
        </p:sp>
        <p:sp>
          <p:nvSpPr>
            <p:cNvPr id="65" name="Rectangle 64">
              <a:extLst>
                <a:ext uri="{FF2B5EF4-FFF2-40B4-BE49-F238E27FC236}">
                  <a16:creationId xmlns:a16="http://schemas.microsoft.com/office/drawing/2014/main" id="{8D8BA66E-72D2-BBF1-A272-76A638913678}"/>
                </a:ext>
              </a:extLst>
            </p:cNvPr>
            <p:cNvSpPr>
              <a:spLocks/>
            </p:cNvSpPr>
            <p:nvPr userDrawn="1"/>
          </p:nvSpPr>
          <p:spPr>
            <a:xfrm>
              <a:off x="-1728502" y="2819702"/>
              <a:ext cx="812056" cy="441748"/>
            </a:xfrm>
            <a:prstGeom prst="rect">
              <a:avLst/>
            </a:prstGeom>
            <a:solidFill>
              <a:srgbClr val="F1C44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Yellow</a:t>
              </a:r>
            </a:p>
            <a:p>
              <a:pPr algn="ctr"/>
              <a:r>
                <a:rPr lang="en-GB" sz="600" b="1">
                  <a:solidFill>
                    <a:schemeClr val="bg1"/>
                  </a:solidFill>
                </a:rPr>
                <a:t>241</a:t>
              </a:r>
            </a:p>
            <a:p>
              <a:pPr algn="ctr"/>
              <a:r>
                <a:rPr lang="en-GB" sz="600" b="1">
                  <a:solidFill>
                    <a:schemeClr val="bg1"/>
                  </a:solidFill>
                </a:rPr>
                <a:t>196</a:t>
              </a:r>
            </a:p>
            <a:p>
              <a:pPr algn="ctr"/>
              <a:r>
                <a:rPr lang="en-GB" sz="600" b="1">
                  <a:solidFill>
                    <a:schemeClr val="bg1"/>
                  </a:solidFill>
                </a:rPr>
                <a:t>77</a:t>
              </a:r>
              <a:endParaRPr lang="en-GB" sz="600">
                <a:solidFill>
                  <a:schemeClr val="bg1"/>
                </a:solidFill>
              </a:endParaRPr>
            </a:p>
          </p:txBody>
        </p:sp>
        <p:sp>
          <p:nvSpPr>
            <p:cNvPr id="66" name="Rectangle 65">
              <a:extLst>
                <a:ext uri="{FF2B5EF4-FFF2-40B4-BE49-F238E27FC236}">
                  <a16:creationId xmlns:a16="http://schemas.microsoft.com/office/drawing/2014/main" id="{5DF517DA-2078-1A82-C40A-812BA654E439}"/>
                </a:ext>
              </a:extLst>
            </p:cNvPr>
            <p:cNvSpPr>
              <a:spLocks/>
            </p:cNvSpPr>
            <p:nvPr userDrawn="1"/>
          </p:nvSpPr>
          <p:spPr>
            <a:xfrm>
              <a:off x="-1728502" y="3370947"/>
              <a:ext cx="812056" cy="441748"/>
            </a:xfrm>
            <a:prstGeom prst="rect">
              <a:avLst/>
            </a:prstGeom>
            <a:solidFill>
              <a:srgbClr val="2699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Green</a:t>
              </a:r>
            </a:p>
            <a:p>
              <a:pPr algn="ctr"/>
              <a:r>
                <a:rPr lang="en-GB" sz="600" b="1">
                  <a:solidFill>
                    <a:schemeClr val="bg1"/>
                  </a:solidFill>
                </a:rPr>
                <a:t>38</a:t>
              </a:r>
            </a:p>
            <a:p>
              <a:pPr algn="ctr"/>
              <a:r>
                <a:rPr lang="en-GB" sz="600" b="1">
                  <a:solidFill>
                    <a:schemeClr val="bg1"/>
                  </a:solidFill>
                </a:rPr>
                <a:t>153</a:t>
              </a:r>
            </a:p>
            <a:p>
              <a:pPr algn="ctr"/>
              <a:r>
                <a:rPr lang="en-GB" sz="600" b="1">
                  <a:solidFill>
                    <a:schemeClr val="bg1"/>
                  </a:solidFill>
                </a:rPr>
                <a:t>36</a:t>
              </a:r>
              <a:endParaRPr lang="en-GB" sz="600">
                <a:solidFill>
                  <a:schemeClr val="bg1"/>
                </a:solidFill>
              </a:endParaRPr>
            </a:p>
          </p:txBody>
        </p:sp>
        <p:sp>
          <p:nvSpPr>
            <p:cNvPr id="14" name="Rectangle 13">
              <a:extLst>
                <a:ext uri="{FF2B5EF4-FFF2-40B4-BE49-F238E27FC236}">
                  <a16:creationId xmlns:a16="http://schemas.microsoft.com/office/drawing/2014/main" id="{054F38AC-DF44-1982-440B-B24C6F09EB48}"/>
                </a:ext>
              </a:extLst>
            </p:cNvPr>
            <p:cNvSpPr>
              <a:spLocks/>
            </p:cNvSpPr>
            <p:nvPr userDrawn="1"/>
          </p:nvSpPr>
          <p:spPr>
            <a:xfrm>
              <a:off x="-3841234" y="4473436"/>
              <a:ext cx="812056" cy="441748"/>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rgbClr val="0C233C"/>
                  </a:solidFill>
                </a:rPr>
                <a:t>Blue Accent 1</a:t>
              </a:r>
            </a:p>
            <a:p>
              <a:pPr algn="ctr"/>
              <a:r>
                <a:rPr lang="en-GB" sz="600">
                  <a:solidFill>
                    <a:srgbClr val="0C233C"/>
                  </a:solidFill>
                </a:rPr>
                <a:t>210</a:t>
              </a:r>
            </a:p>
            <a:p>
              <a:pPr algn="ctr"/>
              <a:r>
                <a:rPr lang="en-GB" sz="600">
                  <a:solidFill>
                    <a:srgbClr val="0C233C"/>
                  </a:solidFill>
                </a:rPr>
                <a:t>219</a:t>
              </a:r>
            </a:p>
            <a:p>
              <a:pPr algn="ctr"/>
              <a:r>
                <a:rPr lang="en-GB" sz="600">
                  <a:solidFill>
                    <a:srgbClr val="0C233C"/>
                  </a:solidFill>
                </a:rPr>
                <a:t>249</a:t>
              </a:r>
            </a:p>
          </p:txBody>
        </p:sp>
      </p:grpSp>
    </p:spTree>
    <p:extLst>
      <p:ext uri="{BB962C8B-B14F-4D97-AF65-F5344CB8AC3E}">
        <p14:creationId xmlns:p14="http://schemas.microsoft.com/office/powerpoint/2010/main" val="1561226360"/>
      </p:ext>
    </p:extLst>
  </p:cSld>
  <p:clrMap bg1="lt1" tx1="dk1" bg2="lt2" tx2="dk2" accent1="accent1" accent2="accent2" accent3="accent3" accent4="accent4" accent5="accent5" accent6="accent6" hlink="hlink" folHlink="folHlink"/>
  <p:sldLayoutIdLst>
    <p:sldLayoutId id="2147483900" r:id="rId1"/>
    <p:sldLayoutId id="2147483881" r:id="rId2"/>
    <p:sldLayoutId id="2147483901" r:id="rId3"/>
    <p:sldLayoutId id="2147483902" r:id="rId4"/>
    <p:sldLayoutId id="2147483882" r:id="rId5"/>
    <p:sldLayoutId id="2147483883" r:id="rId6"/>
    <p:sldLayoutId id="2147483886" r:id="rId7"/>
    <p:sldLayoutId id="2147483884" r:id="rId8"/>
    <p:sldLayoutId id="2147483885" r:id="rId9"/>
    <p:sldLayoutId id="2147483887" r:id="rId10"/>
    <p:sldLayoutId id="2147483888" r:id="rId11"/>
    <p:sldLayoutId id="2147483903" r:id="rId12"/>
    <p:sldLayoutId id="2147483889" r:id="rId13"/>
    <p:sldLayoutId id="2147483890" r:id="rId14"/>
    <p:sldLayoutId id="2147483891" r:id="rId15"/>
    <p:sldLayoutId id="2147483892" r:id="rId16"/>
    <p:sldLayoutId id="2147483893" r:id="rId17"/>
    <p:sldLayoutId id="2147483894" r:id="rId18"/>
    <p:sldLayoutId id="2147483907" r:id="rId19"/>
    <p:sldLayoutId id="2147483895" r:id="rId20"/>
    <p:sldLayoutId id="2147483904" r:id="rId21"/>
    <p:sldLayoutId id="2147483898" r:id="rId22"/>
    <p:sldLayoutId id="2147483906" r:id="rId23"/>
    <p:sldLayoutId id="2147483905" r:id="rId24"/>
    <p:sldLayoutId id="2147483896" r:id="rId25"/>
    <p:sldLayoutId id="2147483897" r:id="rId26"/>
  </p:sldLayoutIdLst>
  <p:txStyles>
    <p:titleStyle>
      <a:lvl1pPr algn="l" defTabSz="914400" rtl="0" eaLnBrk="1" latinLnBrk="0" hangingPunct="1">
        <a:lnSpc>
          <a:spcPct val="70000"/>
        </a:lnSpc>
        <a:spcBef>
          <a:spcPct val="0"/>
        </a:spcBef>
        <a:buNone/>
        <a:defRPr sz="4400" kern="1200">
          <a:solidFill>
            <a:schemeClr val="accent3">
              <a:lumMod val="10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accent3">
              <a:lumMod val="100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3">
              <a:lumMod val="100000"/>
            </a:schemeClr>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3">
              <a:lumMod val="100000"/>
            </a:schemeClr>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19">
          <p15:clr>
            <a:srgbClr val="F26B43"/>
          </p15:clr>
        </p15:guide>
        <p15:guide id="3" pos="7061">
          <p15:clr>
            <a:srgbClr val="F26B43"/>
          </p15:clr>
        </p15:guide>
        <p15:guide id="4" orient="horz" pos="845">
          <p15:clr>
            <a:srgbClr val="F26B43"/>
          </p15:clr>
        </p15:guide>
        <p15:guide id="5" orient="horz" pos="618">
          <p15:clr>
            <a:srgbClr val="F26B43"/>
          </p15:clr>
        </p15:guide>
        <p15:guide id="6" orient="horz" pos="278">
          <p15:clr>
            <a:srgbClr val="F26B43"/>
          </p15:clr>
        </p15:guide>
        <p15:guide id="7" pos="3727">
          <p15:clr>
            <a:srgbClr val="F26B43"/>
          </p15:clr>
        </p15:guide>
        <p15:guide id="8" pos="3953">
          <p15:clr>
            <a:srgbClr val="F26B43"/>
          </p15:clr>
        </p15:guide>
        <p15:guide id="9" pos="3840">
          <p15:clr>
            <a:srgbClr val="F26B43"/>
          </p15:clr>
        </p15:guide>
        <p15:guide id="10" orient="horz" pos="2273" userDrawn="1">
          <p15:clr>
            <a:srgbClr val="F26B43"/>
          </p15:clr>
        </p15:guide>
        <p15:guide id="11" orient="horz" pos="3929" userDrawn="1">
          <p15:clr>
            <a:srgbClr val="F26B43"/>
          </p15:clr>
        </p15:guide>
        <p15:guide id="12" orient="horz" pos="2251" userDrawn="1">
          <p15:clr>
            <a:srgbClr val="F26B43"/>
          </p15:clr>
        </p15:guide>
        <p15:guide id="13" orient="horz" pos="229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F6A8390-462E-F8F8-0DD8-CC12283FE957}"/>
              </a:ext>
            </a:extLst>
          </p:cNvPr>
          <p:cNvGraphicFramePr>
            <a:graphicFrameLocks noChangeAspect="1"/>
          </p:cNvGraphicFramePr>
          <p:nvPr userDrawn="1">
            <p:custDataLst>
              <p:tags r:id="rId8"/>
            </p:custDataLst>
            <p:extLst>
              <p:ext uri="{D42A27DB-BD31-4B8C-83A1-F6EECF244321}">
                <p14:modId xmlns:p14="http://schemas.microsoft.com/office/powerpoint/2010/main" val="3519639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15" name="think-cell data - do not delete" hidden="1">
                        <a:extLst>
                          <a:ext uri="{FF2B5EF4-FFF2-40B4-BE49-F238E27FC236}">
                            <a16:creationId xmlns:a16="http://schemas.microsoft.com/office/drawing/2014/main" id="{2F6A8390-462E-F8F8-0DD8-CC12283FE9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5" name="Titre 3">
            <a:extLst>
              <a:ext uri="{FF2B5EF4-FFF2-40B4-BE49-F238E27FC236}">
                <a16:creationId xmlns:a16="http://schemas.microsoft.com/office/drawing/2014/main" id="{A6029142-57D1-2DCF-892D-36B89EE67C34}"/>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1224668507"/>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Lst>
  <p:txStyles>
    <p:titleStyle>
      <a:lvl1pPr algn="l" defTabSz="914400" rtl="0" eaLnBrk="1" latinLnBrk="0" hangingPunct="1">
        <a:lnSpc>
          <a:spcPct val="70000"/>
        </a:lnSpc>
        <a:spcBef>
          <a:spcPct val="0"/>
        </a:spcBef>
        <a:buNone/>
        <a:defRPr sz="4400" kern="1200">
          <a:solidFill>
            <a:schemeClr val="accent3">
              <a:lumMod val="10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accent3">
              <a:lumMod val="100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3">
              <a:lumMod val="100000"/>
            </a:schemeClr>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3">
              <a:lumMod val="100000"/>
            </a:schemeClr>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userDrawn="1">
          <p15:clr>
            <a:srgbClr val="F26B43"/>
          </p15:clr>
        </p15:guide>
        <p15:guide id="2" pos="616" userDrawn="1">
          <p15:clr>
            <a:srgbClr val="F26B43"/>
          </p15:clr>
        </p15:guide>
        <p15:guide id="3" pos="7064" userDrawn="1">
          <p15:clr>
            <a:srgbClr val="F26B43"/>
          </p15:clr>
        </p15:guide>
        <p15:guide id="4" orient="horz" pos="848" userDrawn="1">
          <p15:clr>
            <a:srgbClr val="F26B43"/>
          </p15:clr>
        </p15:guide>
        <p15:guide id="5" orient="horz" pos="616" userDrawn="1">
          <p15:clr>
            <a:srgbClr val="F26B43"/>
          </p15:clr>
        </p15:guide>
        <p15:guide id="6" orient="horz" pos="280" userDrawn="1">
          <p15:clr>
            <a:srgbClr val="F26B43"/>
          </p15:clr>
        </p15:guide>
        <p15:guide id="7" pos="3728" userDrawn="1">
          <p15:clr>
            <a:srgbClr val="F26B43"/>
          </p15:clr>
        </p15:guide>
        <p15:guide id="8" pos="3952" userDrawn="1">
          <p15:clr>
            <a:srgbClr val="F26B43"/>
          </p15:clr>
        </p15:guide>
        <p15:guide id="9"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r>
              <a:t>[Project name]</a:t>
            </a:r>
          </a:p>
        </p:txBody>
      </p:sp>
      <p:sp>
        <p:nvSpPr>
          <p:cNvPr id="3" name="Text Placeholder 2"/>
          <p:cNvSpPr>
            <a:spLocks noGrp="1"/>
          </p:cNvSpPr>
          <p:nvPr>
            <p:ph type="body" idx="11" sz="quarter"/>
          </p:nvPr>
        </p:nvSpPr>
        <p:spPr/>
        <p:txBody>
          <a:bodyPr/>
          <a:lstStyle/>
          <a:p>
            <a:pPr/>
            <a:r>
              <a:t>[Engagement type]</a:t>
            </a:r>
          </a:p>
          <a:p>
            <a:pPr/>
          </a:p>
          <a:p>
            <a:pPr/>
            <a:r>
              <a:t>[Date]</a:t>
            </a:r>
          </a:p>
        </p:txBody>
      </p:sp>
      <p:sp>
        <p:nvSpPr>
          <p:cNvPr id="4" name="Picture Placeholder 3"/>
          <p:cNvSpPr>
            <a:spLocks noGrp="1"/>
          </p:cNvSpPr>
          <p:nvPr>
            <p:ph type="pic" idx="12" sz="quarter"/>
          </p:nvPr>
        </p:nvSpPr>
        <p:spPr/>
        <p:txBody>
          <a:bodyPr/>
          <a:p/>
        </p:txBody>
      </p:sp>
      <p:sp>
        <p:nvSpPr>
          <p:cNvPr id="5" name="Text Placeholder 4"/>
          <p:cNvSpPr>
            <a:spLocks noGrp="1"/>
          </p:cNvSpPr>
          <p:nvPr>
            <p:ph type="body" idx="13" sz="quarter"/>
          </p:nvPr>
        </p:nvSpPr>
        <p:spPr/>
        <p:txBody>
          <a:bodyPr/>
          <a:lstStyle/>
          <a:p>
            <a:pPr/>
            <a:r>
              <a:t>KPMG. Make the Difference.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r>
              <a:t>[Opening paragraph. States what was engaged, under what terms of reference, and over what period].</a:t>
            </a:r>
          </a:p>
          <a:p>
            <a:pPr/>
            <a:r>
              <a:t>[Second paragraph. States the basis of preparation and the limitations the reader must carry into the findings].</a:t>
            </a:r>
          </a:p>
        </p:txBody>
      </p:sp>
      <p:sp>
        <p:nvSpPr>
          <p:cNvPr id="3" name="Text Placeholder 2"/>
          <p:cNvSpPr>
            <a:spLocks noGrp="1"/>
          </p:cNvSpPr>
          <p:nvPr>
            <p:ph type="body" idx="11" sz="quarter"/>
          </p:nvPr>
        </p:nvSpPr>
        <p:spPr/>
        <p:txBody>
          <a:bodyPr/>
          <a:lstStyle/>
          <a:p>
            <a:pPr/>
            <a:r>
              <a:t>[Third paragraph. States what the reader should do with this document and who to contact].</a:t>
            </a:r>
          </a:p>
          <a:p>
            <a:pPr/>
            <a:r>
              <a:t>[Closing and signature block].</a:t>
            </a:r>
          </a:p>
        </p:txBody>
      </p:sp>
      <p:sp>
        <p:nvSpPr>
          <p:cNvPr id="4" name="Text Placeholder 3"/>
          <p:cNvSpPr>
            <a:spLocks noGrp="1"/>
          </p:cNvSpPr>
          <p:nvPr>
            <p:ph type="body" idx="14" sz="quarter"/>
          </p:nvPr>
        </p:nvSpPr>
        <p:spPr/>
        <p:txBody>
          <a:bodyPr/>
          <a:lstStyle/>
          <a:p>
            <a:pPr/>
            <a:r>
              <a:t>[Client name]
[Addressee and title]
[Address]</a:t>
            </a:r>
          </a:p>
        </p:txBody>
      </p:sp>
      <p:sp>
        <p:nvSpPr>
          <p:cNvPr id="5" name="Text Placeholder 4"/>
          <p:cNvSpPr>
            <a:spLocks noGrp="1"/>
          </p:cNvSpPr>
          <p:nvPr>
            <p:ph type="body" idx="15" sz="quarter"/>
          </p:nvPr>
        </p:nvSpPr>
        <p:spPr/>
        <p:txBody>
          <a:bodyPr/>
          <a:lstStyle/>
          <a:p>
            <a:pPr/>
            <a:r>
              <a:t>[Date]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Contents</a:t>
            </a:r>
          </a:p>
        </p:txBody>
      </p:sp>
      <p:sp>
        <p:nvSpPr>
          <p:cNvPr id="3" name="Text Placeholder 2"/>
          <p:cNvSpPr>
            <a:spLocks noGrp="1"/>
          </p:cNvSpPr>
          <p:nvPr>
            <p:ph type="body" idx="17" sz="quarter"/>
          </p:nvPr>
        </p:nvSpPr>
        <p:spPr/>
        <p:txBody>
          <a:bodyPr/>
          <a:lstStyle/>
          <a:p>
            <a:pPr/>
            <a:r>
              <a:t>Source: KPMG analysis</a:t>
            </a:r>
          </a:p>
        </p:txBody>
      </p:sp>
      <p:sp>
        <p:nvSpPr>
          <p:cNvPr id="4" name="Text Placeholder 3"/>
          <p:cNvSpPr>
            <a:spLocks noGrp="1"/>
          </p:cNvSpPr>
          <p:nvPr>
            <p:ph type="body" idx="18" sz="quarter"/>
          </p:nvPr>
        </p:nvSpPr>
        <p:spPr/>
        <p:txBody>
          <a:bodyPr/>
          <a:lstStyle/>
          <a:p>
            <a:pPr/>
            <a:r>
              <a:t>[Strapline. One line stating what this document argues]</a:t>
            </a:r>
          </a:p>
        </p:txBody>
      </p:sp>
      <p:sp>
        <p:nvSpPr>
          <p:cNvPr id="5" name="Text Placeholder 4"/>
          <p:cNvSpPr>
            <a:spLocks noGrp="1"/>
          </p:cNvSpPr>
          <p:nvPr>
            <p:ph type="body" idx="56" sz="quarter"/>
          </p:nvPr>
        </p:nvSpPr>
        <p:spPr/>
        <p:txBody>
          <a:bodyPr/>
          <a:lstStyle/>
          <a:p>
            <a:pPr/>
            <a:r>
              <a:t>Section.</a:t>
            </a:r>
          </a:p>
          <a:p>
            <a:pPr lvl="3"/>
            <a:r>
              <a:t>1. Executive summary</a:t>
            </a:r>
          </a:p>
          <a:p>
            <a:pPr lvl="3"/>
            <a:r>
              <a:t>2. Scope and basis of preparation</a:t>
            </a:r>
          </a:p>
          <a:p>
            <a:pPr lvl="3"/>
            <a:r>
              <a:t>3. Findings by workstream</a:t>
            </a:r>
          </a:p>
          <a:p>
            <a:pPr lvl="3"/>
            <a:r>
              <a:t>4. Financial analysis</a:t>
            </a:r>
          </a:p>
          <a:p>
            <a:pPr lvl="3"/>
            <a:r>
              <a:t>5. Key risks</a:t>
            </a:r>
          </a:p>
          <a:p>
            <a:pPr lvl="3"/>
            <a:r>
              <a:t>6. Recommendations</a:t>
            </a:r>
          </a:p>
          <a:p>
            <a:pPr lvl="3"/>
            <a:r>
              <a:t>7. Appendices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r>
              <a:t>1. Executive summary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[Finding, never the topic]</a:t>
            </a:r>
          </a:p>
        </p:txBody>
      </p:sp>
      <p:sp>
        <p:nvSpPr>
          <p:cNvPr id="3" name="Text Placeholder 2"/>
          <p:cNvSpPr>
            <a:spLocks noGrp="1"/>
          </p:cNvSpPr>
          <p:nvPr>
            <p:ph type="body" idx="17" sz="quarter"/>
          </p:nvPr>
        </p:nvSpPr>
        <p:spPr/>
        <p:txBody>
          <a:bodyPr/>
          <a:lstStyle/>
          <a:p>
            <a:pPr/>
            <a:r>
              <a:t>Source: [Document, page, line]. KPMG analysis</a:t>
            </a:r>
          </a:p>
        </p:txBody>
      </p:sp>
      <p:sp>
        <p:nvSpPr>
          <p:cNvPr id="4" name="Text Placeholder 3"/>
          <p:cNvSpPr>
            <a:spLocks noGrp="1"/>
          </p:cNvSpPr>
          <p:nvPr>
            <p:ph type="body" idx="18" sz="quarter"/>
          </p:nvPr>
        </p:nvSpPr>
        <p:spPr/>
        <p:txBody>
          <a:bodyPr/>
          <a:lstStyle/>
          <a:p>
            <a:pPr/>
            <a:r>
              <a:t>[Strapline sharpens the finding into one assertion]</a:t>
            </a:r>
          </a:p>
        </p:txBody>
      </p:sp>
      <p:sp>
        <p:nvSpPr>
          <p:cNvPr id="5" name="Text Placeholder 4"/>
          <p:cNvSpPr>
            <a:spLocks noGrp="1"/>
          </p:cNvSpPr>
          <p:nvPr>
            <p:ph type="body" idx="56" sz="quarter"/>
          </p:nvPr>
        </p:nvSpPr>
        <p:spPr/>
        <p:txBody>
          <a:bodyPr/>
          <a:lstStyle/>
          <a:p>
            <a:pPr/>
            <a:r>
              <a:t>[Lead-in, bold. The single sentence a reader keeps].</a:t>
            </a:r>
          </a:p>
          <a:p>
            <a:pPr lvl="1"/>
            <a:r>
              <a:t>[Supporting sentence. The subject is the company, the market or the number, never the analysis].</a:t>
            </a:r>
          </a:p>
          <a:p>
            <a:pPr lvl="2"/>
            <a:r>
              <a:t>[Each bullet is a full sentence carrying one point]</a:t>
            </a:r>
          </a:p>
          <a:p>
            <a:pPr lvl="2"/>
            <a:r>
              <a:t>[Never more than about six in a block]</a:t>
            </a:r>
          </a:p>
          <a:p>
            <a:pPr lvl="2"/>
            <a:r>
              <a:t>[A bullet of three words is a label pretending to be a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[Finding, both columns]</a:t>
            </a:r>
          </a:p>
        </p:txBody>
      </p:sp>
      <p:sp>
        <p:nvSpPr>
          <p:cNvPr id="3" name="Text Placeholder 2"/>
          <p:cNvSpPr>
            <a:spLocks noGrp="1"/>
          </p:cNvSpPr>
          <p:nvPr>
            <p:ph type="body" idx="17" sz="quarter"/>
          </p:nvPr>
        </p:nvSpPr>
        <p:spPr/>
        <p:txBody>
          <a:bodyPr/>
          <a:lstStyle/>
          <a:p>
            <a:pPr/>
            <a:r>
              <a:t>Source: [Document, page]. Traffic light: red is high risk, amber is medium, green is low. KPMG analysis</a:t>
            </a:r>
          </a:p>
        </p:txBody>
      </p:sp>
      <p:sp>
        <p:nvSpPr>
          <p:cNvPr id="4" name="Text Placeholder 3"/>
          <p:cNvSpPr>
            <a:spLocks noGrp="1"/>
          </p:cNvSpPr>
          <p:nvPr>
            <p:ph type="body" idx="52" sz="quarter"/>
          </p:nvPr>
        </p:nvSpPr>
        <p:spPr/>
        <p:txBody>
          <a:bodyPr/>
          <a:lstStyle/>
          <a:p/>
        </p:txBody>
      </p:sp>
      <p:sp>
        <p:nvSpPr>
          <p:cNvPr id="5" name="Content Placeholder 4"/>
          <p:cNvSpPr>
            <a:spLocks noGrp="1"/>
          </p:cNvSpPr>
          <p:nvPr>
            <p:ph idx="54" sz="quarter"/>
          </p:nvPr>
        </p:nvSpPr>
        <p:spPr/>
        <p:txBody>
          <a:bodyPr/>
          <a:lstStyle/>
          <a:p>
            <a:pPr/>
            <a:r>
              <a:t>[Workstream one]</a:t>
            </a:r>
          </a:p>
        </p:txBody>
      </p:sp>
      <p:sp>
        <p:nvSpPr>
          <p:cNvPr id="6" name="Content Placeholder 5"/>
          <p:cNvSpPr>
            <a:spLocks noGrp="1"/>
          </p:cNvSpPr>
          <p:nvPr>
            <p:ph idx="55" sz="quarter"/>
          </p:nvPr>
        </p:nvSpPr>
        <p:spPr/>
        <p:txBody>
          <a:bodyPr/>
          <a:lstStyle/>
          <a:p>
            <a:pPr/>
            <a:r>
              <a:t>[Recommendation, not a restatement of the finding]</a:t>
            </a:r>
          </a:p>
        </p:txBody>
      </p:sp>
      <p:sp>
        <p:nvSpPr>
          <p:cNvPr id="7" name="Text Placeholder 6"/>
          <p:cNvSpPr>
            <a:spLocks noGrp="1"/>
          </p:cNvSpPr>
          <p:nvPr>
            <p:ph type="body" idx="56" sz="quarter"/>
          </p:nvPr>
        </p:nvSpPr>
        <p:spPr/>
        <p:txBody>
          <a:bodyPr/>
          <a:lstStyle/>
          <a:p>
            <a:pPr/>
            <a:r>
              <a:t>[Finding].</a:t>
            </a:r>
          </a:p>
          <a:p>
            <a:pPr lvl="1"/>
            <a:r>
              <a:t>[What was observed, and the number that carries it].</a:t>
            </a:r>
          </a:p>
        </p:txBody>
      </p:sp>
      <p:sp>
        <p:nvSpPr>
          <p:cNvPr id="8" name="Text Placeholder 7"/>
          <p:cNvSpPr>
            <a:spLocks noGrp="1"/>
          </p:cNvSpPr>
          <p:nvPr>
            <p:ph type="body" idx="72" sz="quarter"/>
          </p:nvPr>
        </p:nvSpPr>
        <p:spPr>
          <a:solidFill>
            <a:srgbClr val="F1C44D"/>
          </a:solidFill>
        </p:spPr>
        <p:txBody>
          <a:bodyPr/>
          <a:lstStyle/>
          <a:p>
            <a:pPr/>
            <a:r>
              <a:t> </a:t>
            </a:r>
          </a:p>
        </p:txBody>
      </p:sp>
      <p:sp>
        <p:nvSpPr>
          <p:cNvPr id="9" name="Text Placeholder 8"/>
          <p:cNvSpPr>
            <a:spLocks noGrp="1"/>
          </p:cNvSpPr>
          <p:nvPr>
            <p:ph type="body" idx="73" sz="quarter"/>
          </p:nvPr>
        </p:nvSpPr>
        <p:spPr/>
        <p:txBody>
          <a:bodyPr/>
          <a:lstStyle/>
          <a:p/>
        </p:txBody>
      </p:sp>
      <p:sp>
        <p:nvSpPr>
          <p:cNvPr id="10" name="Content Placeholder 9"/>
          <p:cNvSpPr>
            <a:spLocks noGrp="1"/>
          </p:cNvSpPr>
          <p:nvPr>
            <p:ph idx="74" sz="quarter"/>
          </p:nvPr>
        </p:nvSpPr>
        <p:spPr/>
        <p:txBody>
          <a:bodyPr/>
          <a:lstStyle/>
          <a:p>
            <a:pPr/>
            <a:r>
              <a:t>[Workstream two]</a:t>
            </a:r>
          </a:p>
        </p:txBody>
      </p:sp>
      <p:sp>
        <p:nvSpPr>
          <p:cNvPr id="11" name="Content Placeholder 10"/>
          <p:cNvSpPr>
            <a:spLocks noGrp="1"/>
          </p:cNvSpPr>
          <p:nvPr>
            <p:ph idx="75" sz="quarter"/>
          </p:nvPr>
        </p:nvSpPr>
        <p:spPr/>
        <p:txBody>
          <a:bodyPr/>
          <a:lstStyle/>
          <a:p>
            <a:pPr/>
            <a:r>
              <a:t>[Recommendation, not a restatement of the finding]</a:t>
            </a:r>
          </a:p>
        </p:txBody>
      </p:sp>
      <p:sp>
        <p:nvSpPr>
          <p:cNvPr id="12" name="Text Placeholder 11"/>
          <p:cNvSpPr>
            <a:spLocks noGrp="1"/>
          </p:cNvSpPr>
          <p:nvPr>
            <p:ph type="body" idx="76" sz="quarter"/>
          </p:nvPr>
        </p:nvSpPr>
        <p:spPr/>
        <p:txBody>
          <a:bodyPr/>
          <a:lstStyle/>
          <a:p>
            <a:pPr/>
            <a:r>
              <a:t>[Finding].</a:t>
            </a:r>
          </a:p>
          <a:p>
            <a:pPr lvl="1"/>
            <a:r>
              <a:t>[What was observed, and the number that carries it].</a:t>
            </a:r>
          </a:p>
        </p:txBody>
      </p:sp>
      <p:sp>
        <p:nvSpPr>
          <p:cNvPr id="13" name="Text Placeholder 12"/>
          <p:cNvSpPr>
            <a:spLocks noGrp="1"/>
          </p:cNvSpPr>
          <p:nvPr>
            <p:ph type="body" idx="77" sz="quarter"/>
          </p:nvPr>
        </p:nvSpPr>
        <p:spPr>
          <a:solidFill>
            <a:srgbClr val="269924"/>
          </a:solidFill>
        </p:spPr>
        <p:txBody>
          <a:bodyPr/>
          <a:lstStyle/>
          <a:p>
            <a:pPr/>
            <a:r>
              <a:t> </a:t>
            </a:r>
          </a:p>
        </p:txBody>
      </p:sp>
      <p:sp>
        <p:nvSpPr>
          <p:cNvPr id="14" name="TextBox 13"/>
          <p:cNvSpPr txBox="1"/>
          <p:nvPr/>
        </p:nvSpPr>
        <p:spPr>
          <a:xfrm>
            <a:off x="982800" y="979200"/>
            <a:ext cx="10224000" cy="324000"/>
          </a:xfrm>
          <a:prstGeom prst="rect">
            <a:avLst/>
          </a:prstGeom>
          <a:noFill/>
        </p:spPr>
        <p:txBody>
          <a:bodyPr wrap="square" lIns="0" rIns="0" tIns="0" bIns="0">
            <a:spAutoFit/>
          </a:bodyPr>
          <a:lstStyle/>
          <a:p>
            <a:r>
              <a:rPr sz="900" b="1">
                <a:solidFill>
                  <a:srgbClr val="00B8F5"/>
                </a:solidFill>
                <a:latin typeface="Arial"/>
              </a:rPr>
              <a:t>[Strapline. One assertion covering both workstreams]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[What the exhibit proves]</a:t>
            </a:r>
          </a:p>
        </p:txBody>
      </p:sp>
      <p:sp>
        <p:nvSpPr>
          <p:cNvPr id="3" name="Text Placeholder 2"/>
          <p:cNvSpPr>
            <a:spLocks noGrp="1"/>
          </p:cNvSpPr>
          <p:nvPr>
            <p:ph type="body" idx="17" sz="quarter"/>
          </p:nvPr>
        </p:nvSpPr>
        <p:spPr/>
        <p:txBody>
          <a:bodyPr/>
          <a:lstStyle/>
          <a:p>
            <a:pPr/>
            <a:r>
              <a:t>Source: ILLUSTRATIVE. This exhibit carries no measured data</a:t>
            </a:r>
          </a:p>
        </p:txBody>
      </p:sp>
      <p:sp>
        <p:nvSpPr>
          <p:cNvPr id="4" name="Text Placeholder 3"/>
          <p:cNvSpPr>
            <a:spLocks noGrp="1"/>
          </p:cNvSpPr>
          <p:nvPr>
            <p:ph type="body" idx="18" sz="quarter"/>
          </p:nvPr>
        </p:nvSpPr>
        <p:spPr/>
        <p:txBody>
          <a:bodyPr/>
          <a:lstStyle/>
          <a:p>
            <a:pPr/>
            <a:r>
              <a:t>[Strapline. The so-what of the exhibit]</a:t>
            </a:r>
          </a:p>
        </p:txBody>
      </p:sp>
      <p:sp>
        <p:nvSpPr>
          <p:cNvPr id="7" name="Text Placeholder 6"/>
          <p:cNvSpPr>
            <a:spLocks noGrp="1"/>
          </p:cNvSpPr>
          <p:nvPr>
            <p:ph type="body" idx="56" sz="quarter"/>
          </p:nvPr>
        </p:nvSpPr>
        <p:spPr/>
        <p:txBody>
          <a:bodyPr/>
          <a:lstStyle/>
          <a:p>
            <a:pPr/>
            <a:r>
              <a:t>Reading the exhibit.</a:t>
            </a:r>
          </a:p>
          <a:p>
            <a:pPr lvl="1"/>
            <a:r>
              <a:t>[Prose, short paragraphs, one idea each. The read reaches the bottom of the page or the composition is wrong].</a:t>
            </a:r>
          </a:p>
          <a:p>
            <a:pPr lvl="1"/>
            <a:r>
              <a:t>[Second paragraph. Numbers do the work: state the movement and its driver].</a:t>
            </a:r>
          </a:p>
        </p:txBody>
      </p:sp>
      <p:sp>
        <p:nvSpPr>
          <p:cNvPr id="8" name="EXHIBIT_TITLE"/>
          <p:cNvSpPr txBox="1"/>
          <p:nvPr/>
        </p:nvSpPr>
        <p:spPr>
          <a:xfrm>
            <a:off x="982800" y="1342800"/>
            <a:ext cx="4932000" cy="180000"/>
          </a:xfrm>
          <a:prstGeom prst="rect">
            <a:avLst/>
          </a:prstGeom>
          <a:noFill/>
        </p:spPr>
        <p:txBody>
          <a:bodyPr wrap="square" lIns="0" rIns="0" tIns="0" bIns="0" anchor="t">
            <a:spAutoFit/>
          </a:bodyPr>
          <a:lstStyle/>
          <a:p>
            <a:pPr algn="l">
              <a:spcAft>
                <a:spcPts val="0"/>
              </a:spcAft>
            </a:pPr>
            <a:r>
              <a:rPr sz="1000" b="1" i="0">
                <a:solidFill>
                  <a:srgbClr val="00338D"/>
                </a:solidFill>
                <a:latin typeface="Arial"/>
              </a:rPr>
              <a:t>[Exhibit title, stating what this shows]</a:t>
            </a:r>
          </a:p>
        </p:txBody>
      </p:sp>
      <p:sp>
        <p:nvSpPr>
          <p:cNvPr id="9" name="EXHIBIT_BASIS"/>
          <p:cNvSpPr txBox="1"/>
          <p:nvPr/>
        </p:nvSpPr>
        <p:spPr>
          <a:xfrm>
            <a:off x="982800" y="1522800"/>
            <a:ext cx="4932000" cy="151200"/>
          </a:xfrm>
          <a:prstGeom prst="rect">
            <a:avLst/>
          </a:prstGeom>
          <a:noFill/>
        </p:spPr>
        <p:txBody>
          <a:bodyPr wrap="square" lIns="0" rIns="0" tIns="0" bIns="0" anchor="t">
            <a:spAutoFit/>
          </a:bodyPr>
          <a:lstStyle/>
          <a:p>
            <a:pPr algn="l">
              <a:spcAft>
                <a:spcPts val="0"/>
              </a:spcAft>
            </a:pPr>
            <a:r>
              <a:rPr sz="800" b="0" i="0">
                <a:solidFill>
                  <a:srgbClr val="333333"/>
                </a:solidFill>
                <a:latin typeface="Arial"/>
              </a:rPr>
              <a:t>ILLUSTRATIVE ONLY. Indexed to 100 at FY22. Not measured data</a:t>
            </a:r>
          </a:p>
        </p:txBody>
      </p:sp>
      <p:graphicFrame>
        <p:nvGraphicFramePr>
          <p:cNvPr id="10" name="EXHIBIT::C1"/>
          <p:cNvGraphicFramePr>
            <a:graphicFrameLocks noGrp="1"/>
          </p:cNvGraphicFramePr>
          <p:nvPr/>
        </p:nvGraphicFramePr>
        <p:xfrm>
          <a:off x="982800" y="1753200"/>
          <a:ext cx="4932000" cy="3240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[The financial finding]</a:t>
            </a:r>
          </a:p>
        </p:txBody>
      </p:sp>
      <p:sp>
        <p:nvSpPr>
          <p:cNvPr id="3" name="Text Placeholder 2"/>
          <p:cNvSpPr>
            <a:spLocks noGrp="1"/>
          </p:cNvSpPr>
          <p:nvPr>
            <p:ph type="body" idx="15" sz="quarter"/>
          </p:nvPr>
        </p:nvSpPr>
        <p:spPr/>
        <p:txBody>
          <a:bodyPr/>
          <a:lstStyle/>
          <a:p>
            <a:pPr/>
            <a:r>
              <a:t>[Working capital]</a:t>
            </a:r>
          </a:p>
        </p:txBody>
      </p:sp>
      <p:sp>
        <p:nvSpPr>
          <p:cNvPr id="4" name="Text Placeholder 3"/>
          <p:cNvSpPr>
            <a:spLocks noGrp="1"/>
          </p:cNvSpPr>
          <p:nvPr>
            <p:ph type="body" idx="16" sz="quarter"/>
          </p:nvPr>
        </p:nvSpPr>
        <p:spPr/>
        <p:txBody>
          <a:bodyPr/>
          <a:lstStyle/>
          <a:p>
            <a:pPr/>
            <a:r>
              <a:t>[Net debt]</a:t>
            </a:r>
          </a:p>
        </p:txBody>
      </p:sp>
      <p:sp>
        <p:nvSpPr>
          <p:cNvPr id="5" name="Text Placeholder 4"/>
          <p:cNvSpPr>
            <a:spLocks noGrp="1"/>
          </p:cNvSpPr>
          <p:nvPr>
            <p:ph type="body" idx="17" sz="quarter"/>
          </p:nvPr>
        </p:nvSpPr>
        <p:spPr/>
        <p:txBody>
          <a:bodyPr/>
          <a:lstStyle/>
          <a:p>
            <a:pPr/>
            <a:r>
              <a:t>Source: ILLUSTRATIVE. Management accounts [period]. KPMG analysis</a:t>
            </a:r>
          </a:p>
        </p:txBody>
      </p:sp>
      <p:sp>
        <p:nvSpPr>
          <p:cNvPr id="6" name="Text Placeholder 5"/>
          <p:cNvSpPr>
            <a:spLocks noGrp="1"/>
          </p:cNvSpPr>
          <p:nvPr>
            <p:ph type="body" idx="18" sz="quarter"/>
          </p:nvPr>
        </p:nvSpPr>
        <p:spPr/>
        <p:txBody>
          <a:bodyPr/>
          <a:lstStyle/>
          <a:p>
            <a:pPr/>
            <a:r>
              <a:t>[Strapline. What the five blocks add up to]</a:t>
            </a:r>
          </a:p>
        </p:txBody>
      </p:sp>
      <p:sp>
        <p:nvSpPr>
          <p:cNvPr id="7" name="Text Placeholder 6"/>
          <p:cNvSpPr>
            <a:spLocks noGrp="1"/>
          </p:cNvSpPr>
          <p:nvPr>
            <p:ph type="body" idx="10" sz="quarter"/>
          </p:nvPr>
        </p:nvSpPr>
        <p:spPr/>
        <p:txBody>
          <a:bodyPr/>
          <a:lstStyle/>
          <a:p>
            <a:pPr/>
            <a:r>
              <a:t>[Revenue]</a:t>
            </a:r>
          </a:p>
        </p:txBody>
      </p:sp>
      <p:sp>
        <p:nvSpPr>
          <p:cNvPr id="8" name="Text Placeholder 7"/>
          <p:cNvSpPr>
            <a:spLocks noGrp="1"/>
          </p:cNvSpPr>
          <p:nvPr>
            <p:ph type="body" idx="12" sz="quarter"/>
          </p:nvPr>
        </p:nvSpPr>
        <p:spPr/>
        <p:txBody>
          <a:bodyPr/>
          <a:lstStyle/>
          <a:p>
            <a:pPr/>
            <a:r>
              <a:t>[Gross margin]</a:t>
            </a:r>
          </a:p>
        </p:txBody>
      </p:sp>
      <p:sp>
        <p:nvSpPr>
          <p:cNvPr id="9" name="Text Placeholder 8"/>
          <p:cNvSpPr>
            <a:spLocks noGrp="1"/>
          </p:cNvSpPr>
          <p:nvPr>
            <p:ph type="body" idx="14" sz="quarter"/>
          </p:nvPr>
        </p:nvSpPr>
        <p:spPr/>
        <p:txBody>
          <a:bodyPr/>
          <a:lstStyle/>
          <a:p>
            <a:pPr/>
            <a:r>
              <a:t>[EBITDA]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r>
              <a:t>2. Basis of preparation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[Basis, limitations and reliance]</a:t>
            </a:r>
          </a:p>
        </p:txBody>
      </p:sp>
      <p:sp>
        <p:nvSpPr>
          <p:cNvPr id="3" name="Text Placeholder 2"/>
          <p:cNvSpPr>
            <a:spLocks noGrp="1"/>
          </p:cNvSpPr>
          <p:nvPr>
            <p:ph type="body" idx="17" sz="quarter"/>
          </p:nvPr>
        </p:nvSpPr>
        <p:spPr/>
        <p:txBody>
          <a:bodyPr/>
          <a:lstStyle/>
          <a:p>
            <a:pPr/>
            <a:r>
              <a:t>Source: Engagement letter dated [date]</a:t>
            </a:r>
          </a:p>
        </p:txBody>
      </p:sp>
      <p:sp>
        <p:nvSpPr>
          <p:cNvPr id="4" name="Text Placeholder 3"/>
          <p:cNvSpPr>
            <a:spLocks noGrp="1"/>
          </p:cNvSpPr>
          <p:nvPr>
            <p:ph type="body" idx="18" sz="quarter"/>
          </p:nvPr>
        </p:nvSpPr>
        <p:spPr/>
        <p:txBody>
          <a:bodyPr/>
          <a:lstStyle/>
          <a:p>
            <a:pPr/>
            <a:r>
              <a:t>[Strapline stating the single largest limitation]</a:t>
            </a:r>
          </a:p>
        </p:txBody>
      </p:sp>
      <p:sp>
        <p:nvSpPr>
          <p:cNvPr id="5" name="Text Placeholder 4"/>
          <p:cNvSpPr>
            <a:spLocks noGrp="1"/>
          </p:cNvSpPr>
          <p:nvPr>
            <p:ph type="body" idx="56" sz="quarter"/>
          </p:nvPr>
        </p:nvSpPr>
        <p:spPr/>
        <p:txBody>
          <a:bodyPr/>
          <a:lstStyle/>
          <a:p>
            <a:pPr/>
            <a:r>
              <a:t>Basis of preparation.</a:t>
            </a:r>
          </a:p>
          <a:p>
            <a:pPr lvl="1"/>
            <a:r>
              <a:t>[What the work was based on, over what period, and what was excluded from scope].</a:t>
            </a:r>
          </a:p>
          <a:p>
            <a:pPr/>
            <a:r>
              <a:t>Reliance.</a:t>
            </a:r>
          </a:p>
          <a:p>
            <a:pPr lvl="1"/>
            <a:r>
              <a:t>[Who may rely on this document and on what terms].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TEMPLATESHORTNAMETAG" val="Diligence+ EN Widescreen"/>
  <p:tag name="TEMPLATEFULLNAMETAG" val="Diligence+ EN Widescreen"/>
  <p:tag name="UPSLIDE" val="KPM02440_Diligence+ EN Widescreen_03-30-2023"/>
  <p:tag name="UPSLIDEVERSION" val="6.8.34.0"/>
  <p:tag name="UPSLIDEFOOTNOTEOPTIONS" val="{&#10;  &quot;Multiline&quot;: false,&#10;  &quot;Numbering&quot;: 1,&#10;  &quot;SuperscriptFormat&quot;: 0&#10;}"/>
  <p:tag name="UPSLIDEPRINTFACINGPAGESDESIGN" val="1_KPMG Widescreen - UpSlide"/>
  <p:tag name="UPSLIDEPRINTFACINGPAGESLAYOUT" val="Cover page"/>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1_KPMG Widescreen - UpSlide&lt;/DesignName&gt;&#10;      &lt;LayoutName&gt;Title only_Blank&lt;/LayoutName&gt;&#10;    &lt;/TocSlidesLayout&gt;&#10;    &lt;SectionLayout&gt;&#10;      &lt;DesignName&gt;1_KPMG Widescreen - UpSlide&lt;/DesignName&gt;&#10;      &lt;LayoutName&gt;UpSlide_Section Divider_DO NOT delete&lt;/LayoutName&gt;&#10;    &lt;/SectionLayout&gt;&#10;    &lt;SubsectionLayout&gt;&#10;      &lt;DesignName&gt;1_KPMG Widescreen - UpSlide&lt;/DesignName&gt;&#10;      &lt;LayoutName&gt;UpSlide_Subsection Divider_DO NOT delete&lt;/LayoutName&gt;&#10;    &lt;/SubsectionLayout&gt;&#10;    &lt;AppendixLayout&gt;&#10;      &lt;DesignName&gt;1_KPMG Widescreen - UpSlide&lt;/DesignName&gt;&#10;      &lt;LayoutName&gt;UpSlide_Section Divider_DO NOT delete&lt;/LayoutName&gt;&#10;    &lt;/AppendixLayout&gt;&#10;    &lt;TitleSliLayout&gt;&#10;      &lt;DesignName&gt;1_KPMG Widescreen - UpSlide&lt;/DesignName&gt;&#10;      &lt;LayoutName&gt;Cover pag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gt;.&lt;/AfterSecNum&gt;&#10;        &lt;BeforeSecNum /&gt;&#10;        &lt;ZeroBeforeSecNum&gt;false&lt;/Zero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1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tru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ADV_DRAFT" val="TRU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4.xml><?xml version="1.0" encoding="utf-8"?>
<p:tagLst xmlns:a="http://schemas.openxmlformats.org/drawingml/2006/main" xmlns:r="http://schemas.openxmlformats.org/officeDocument/2006/relationships" xmlns:p="http://schemas.openxmlformats.org/presentationml/2006/main">
  <p:tag name="ADV_DRAFT" val="TRUE"/>
</p:tagLst>
</file>

<file path=ppt/tags/tag35.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36.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37.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38.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9.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1.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4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3.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44.xml><?xml version="1.0" encoding="utf-8"?>
<p:tagLst xmlns:a="http://schemas.openxmlformats.org/drawingml/2006/main" xmlns:r="http://schemas.openxmlformats.org/officeDocument/2006/relationships" xmlns:p="http://schemas.openxmlformats.org/presentationml/2006/main">
  <p:tag name="HIDETOC" val="true"/>
</p:tagLst>
</file>

<file path=ppt/tags/tag45.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9.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50.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51.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52.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53.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54.xml><?xml version="1.0" encoding="utf-8"?>
<p:tagLst xmlns:a="http://schemas.openxmlformats.org/drawingml/2006/main" xmlns:r="http://schemas.openxmlformats.org/officeDocument/2006/relationships" xmlns:p="http://schemas.openxmlformats.org/presentationml/2006/main">
  <p:tag name="HIDETOC" val="true"/>
</p:tagLst>
</file>

<file path=ppt/tags/tag55.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56.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57.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58.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59.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6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61.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62.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63.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64.xml><?xml version="1.0" encoding="utf-8"?>
<p:tagLst xmlns:a="http://schemas.openxmlformats.org/drawingml/2006/main" xmlns:r="http://schemas.openxmlformats.org/officeDocument/2006/relationships" xmlns:p="http://schemas.openxmlformats.org/presentationml/2006/main">
  <p:tag name="HIDETOC" val="true"/>
</p:tagLst>
</file>

<file path=ppt/tags/tag6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66.xml><?xml version="1.0" encoding="utf-8"?>
<p:tagLst xmlns:a="http://schemas.openxmlformats.org/drawingml/2006/main" xmlns:r="http://schemas.openxmlformats.org/officeDocument/2006/relationships" xmlns:p="http://schemas.openxmlformats.org/presentationml/2006/main">
  <p:tag name="HIDETOC" val="true"/>
</p:tagLst>
</file>

<file path=ppt/tags/tag67.xml><?xml version="1.0" encoding="utf-8"?>
<p:tagLst xmlns:a="http://schemas.openxmlformats.org/drawingml/2006/main" xmlns:r="http://schemas.openxmlformats.org/officeDocument/2006/relationships" xmlns:p="http://schemas.openxmlformats.org/presentationml/2006/main">
  <p:tag name="HIDETOC" val="true"/>
</p:tagLst>
</file>

<file path=ppt/tags/tag68.xml><?xml version="1.0" encoding="utf-8"?>
<p:tagLst xmlns:a="http://schemas.openxmlformats.org/drawingml/2006/main" xmlns:r="http://schemas.openxmlformats.org/officeDocument/2006/relationships" xmlns:p="http://schemas.openxmlformats.org/presentationml/2006/main">
  <p:tag name="HIDETOC" val="true"/>
</p:tagLst>
</file>

<file path=ppt/theme/theme1.xml><?xml version="1.0" encoding="utf-8"?>
<a:theme xmlns:a="http://schemas.openxmlformats.org/drawingml/2006/main" name="1_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16A40A4-5F6C-42A4-B8AA-371F59BF70BB}" vid="{BC1C874E-9074-420B-82F7-1291DC8E1491}"/>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16A40A4-5F6C-42A4-B8AA-371F59BF70BB}" vid="{BC1C874E-9074-420B-82F7-1291DC8E14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1ef7062-e24b-4b94-8c74-32d8c02242c6">
      <Terms xmlns="http://schemas.microsoft.com/office/infopath/2007/PartnerControls"/>
    </lcf76f155ced4ddcb4097134ff3c332f>
    <TaxCatchAll xmlns="4243d5be-521d-4052-81ca-f0f31ea6f2d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5239D8B7095414B9B08B351C575658E" ma:contentTypeVersion="16" ma:contentTypeDescription="Create a new document." ma:contentTypeScope="" ma:versionID="2c501b3a70d494da015a3f967191da2f">
  <xsd:schema xmlns:xsd="http://www.w3.org/2001/XMLSchema" xmlns:xs="http://www.w3.org/2001/XMLSchema" xmlns:p="http://schemas.microsoft.com/office/2006/metadata/properties" xmlns:ns2="31ef7062-e24b-4b94-8c74-32d8c02242c6" xmlns:ns3="c90db799-1c72-4099-bde0-7c61a9fb54c8" xmlns:ns4="4243d5be-521d-4052-81ca-f0f31ea6f2da" targetNamespace="http://schemas.microsoft.com/office/2006/metadata/properties" ma:root="true" ma:fieldsID="39c1dcd1ddaea17eb506d3958f5182f6" ns2:_="" ns3:_="" ns4:_="">
    <xsd:import namespace="31ef7062-e24b-4b94-8c74-32d8c02242c6"/>
    <xsd:import namespace="c90db799-1c72-4099-bde0-7c61a9fb54c8"/>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4:TaxCatchAll" minOccurs="0"/>
                <xsd:element ref="ns2:MediaServiceGenerationTime" minOccurs="0"/>
                <xsd:element ref="ns2:MediaServiceEventHashCode" minOccurs="0"/>
                <xsd:element ref="ns2:MediaServiceDateTaken" minOccurs="0"/>
                <xsd:element ref="ns2:MediaServiceObjectDetectorVersions" minOccurs="0"/>
                <xsd:element ref="ns2:MediaServiceOCR" minOccurs="0"/>
                <xsd:element ref="ns2:MediaServiceLocation"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ef7062-e24b-4b94-8c74-32d8c02242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0db799-1c72-4099-bde0-7c61a9fb54c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6aa70d4-0f30-4bf1-bb03-4f5e4bac0af4}" ma:internalName="TaxCatchAll" ma:showField="CatchAllData" ma:web="c90db799-1c72-4099-bde0-7c61a9fb54c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E72566-D19C-46FB-9549-7A2AD2EE2DB9}">
  <ds:schemaRefs>
    <ds:schemaRef ds:uri="http://schemas.openxmlformats.org/package/2006/metadata/core-properties"/>
    <ds:schemaRef ds:uri="c90db799-1c72-4099-bde0-7c61a9fb54c8"/>
    <ds:schemaRef ds:uri="http://purl.org/dc/elements/1.1/"/>
    <ds:schemaRef ds:uri="31ef7062-e24b-4b94-8c74-32d8c02242c6"/>
    <ds:schemaRef ds:uri="http://schemas.microsoft.com/office/2006/documentManagement/types"/>
    <ds:schemaRef ds:uri="http://purl.org/dc/dcmitype/"/>
    <ds:schemaRef ds:uri="http://purl.org/dc/terms/"/>
    <ds:schemaRef ds:uri="http://www.w3.org/XML/1998/namespace"/>
    <ds:schemaRef ds:uri="http://schemas.microsoft.com/office/infopath/2007/PartnerControls"/>
    <ds:schemaRef ds:uri="4243d5be-521d-4052-81ca-f0f31ea6f2da"/>
    <ds:schemaRef ds:uri="http://schemas.microsoft.com/office/2006/metadata/properties"/>
  </ds:schemaRefs>
</ds:datastoreItem>
</file>

<file path=customXml/itemProps2.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3.xml><?xml version="1.0" encoding="utf-8"?>
<ds:datastoreItem xmlns:ds="http://schemas.openxmlformats.org/officeDocument/2006/customXml" ds:itemID="{2F23EA96-82B4-42C5-B292-4AFA724E6F98}"/>
</file>

<file path=docProps/app.xml><?xml version="1.0" encoding="utf-8"?>
<Properties xmlns="http://schemas.openxmlformats.org/officeDocument/2006/extended-properties" xmlns:vt="http://schemas.openxmlformats.org/officeDocument/2006/docPropsVTypes">
  <Template>UpSlideTemplate</Template>
  <TotalTime>0</TotalTime>
  <Words>343</Words>
  <Application>Microsoft Office PowerPoint</Application>
  <PresentationFormat>Widescreen</PresentationFormat>
  <Paragraphs>170</Paragraphs>
  <Slides>28</Slides>
  <Notes>0</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3" baseType="lpstr">
      <vt:lpstr>Arial</vt:lpstr>
      <vt:lpstr>KPMG Bold</vt:lpstr>
      <vt:lpstr>1_KPMG Widescreen - UpSlide</vt:lpstr>
      <vt:lpstr>UpSlide Table Of Content Master (do not edit)</vt:lpstr>
      <vt:lpstr>think-cell Slide</vt:lpstr>
      <vt:lpstr>Color palette &amp; useful tools/buttons </vt:lpstr>
      <vt:lpstr>Project  DRAFT</vt:lpstr>
      <vt:lpstr>PowerPoint Presentation</vt:lpstr>
      <vt:lpstr>Contents</vt:lpstr>
      <vt:lpstr>PowerPoint Presentation</vt:lpstr>
      <vt:lpstr>PowerPoint Presentation</vt:lpstr>
      <vt:lpstr>Test – Title only </vt:lpstr>
      <vt:lpstr>Test – One column text </vt:lpstr>
      <vt:lpstr>Test – Two columns text</vt:lpstr>
      <vt:lpstr>PowerPoint Presentation</vt:lpstr>
      <vt:lpstr>Test – Analysis_Horizontal</vt:lpstr>
      <vt:lpstr>Test – Analysis_Vertical</vt:lpstr>
      <vt:lpstr>Test – Summary financials_6 blocks</vt:lpstr>
      <vt:lpstr>Test – Summary financials_5 blocks</vt:lpstr>
      <vt:lpstr>PowerPoint Presentation</vt:lpstr>
      <vt:lpstr>PowerPoint Presentation</vt:lpstr>
      <vt:lpstr>PowerPoint Presentation</vt:lpstr>
      <vt:lpstr>Test – Key findings_1 column</vt:lpstr>
      <vt:lpstr>Test – Key findings_1 column half page</vt:lpstr>
      <vt:lpstr>Test – Key findings_2 columns</vt:lpstr>
      <vt:lpstr>Test – Key findings_3 columns</vt:lpstr>
      <vt:lpstr>PowerPoint Presentation</vt:lpstr>
      <vt:lpstr>Test – Key findings_4 blocks</vt:lpstr>
      <vt:lpstr>Test – Key findings_6 blocks</vt:lpstr>
      <vt:lpstr>PowerPoint Presentation</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Formatting Tips</dc:title>
  <dc:creator/>
  <cp:lastModifiedBy/>
  <cp:revision>1</cp:revision>
  <dcterms:created xsi:type="dcterms:W3CDTF">2025-05-20T08:25:21Z</dcterms:created>
  <dcterms:modified xsi:type="dcterms:W3CDTF">2025-11-24T06:47:44Z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0x01010055239D8B7095414B9B08B351C575658E</vt:lpwstr>
  </property>
</Properties>
</file>